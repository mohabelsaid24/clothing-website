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8"/>
  </p:notesMasterIdLst>
  <p:sldIdLst>
    <p:sldId id="256" r:id="rId2"/>
    <p:sldId id="258" r:id="rId3"/>
    <p:sldId id="260" r:id="rId4"/>
    <p:sldId id="279" r:id="rId5"/>
    <p:sldId id="304" r:id="rId6"/>
    <p:sldId id="261" r:id="rId7"/>
    <p:sldId id="262" r:id="rId8"/>
    <p:sldId id="259" r:id="rId9"/>
    <p:sldId id="266" r:id="rId10"/>
    <p:sldId id="308" r:id="rId11"/>
    <p:sldId id="309" r:id="rId12"/>
    <p:sldId id="310" r:id="rId13"/>
    <p:sldId id="311" r:id="rId14"/>
    <p:sldId id="312" r:id="rId15"/>
    <p:sldId id="313" r:id="rId16"/>
    <p:sldId id="283" r:id="rId17"/>
  </p:sldIdLst>
  <p:sldSz cx="9144000" cy="5143500" type="screen16x9"/>
  <p:notesSz cx="6858000" cy="9144000"/>
  <p:embeddedFontLst>
    <p:embeddedFont>
      <p:font typeface="Roboto" charset="0"/>
      <p:regular r:id="rId19"/>
      <p:bold r:id="rId20"/>
      <p:italic r:id="rId21"/>
      <p:boldItalic r:id="rId22"/>
    </p:embeddedFont>
    <p:embeddedFont>
      <p:font typeface="Inter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3E185D17-4BBC-4DE2-AED2-43E6F4C20F7F}">
  <a:tblStyle styleId="{3E185D17-4BBC-4DE2-AED2-43E6F4C20F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-816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004930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11bc263f502_0_1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11bc263f502_0_1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11bc263f502_0_2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11bc263f502_0_26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7" name="Google Shape;3547;g11bc263f502_0_2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8" name="Google Shape;3548;g11bc263f502_0_2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7" name="Google Shape;3547;g11bc263f502_0_2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8" name="Google Shape;3548;g11bc263f502_0_2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11bc263f502_0_2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11bc263f502_0_2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11bc263f502_0_2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11bc263f502_0_2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11bc263f502_0_1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11bc263f502_0_1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12937d05419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12937d05419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12937d05419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12937d05419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12937d05419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12937d05419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12937d05419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12937d05419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12937d05419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12937d05419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12937d05419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12937d05419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12937d05419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12937d05419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4" name="Google Shape;4054;g12937d05419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5" name="Google Shape;4055;g12937d05419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3500" y="539375"/>
            <a:ext cx="4247100" cy="24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3500" y="3233700"/>
            <a:ext cx="28698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086542" y="288026"/>
            <a:ext cx="768173" cy="588522"/>
            <a:chOff x="8650400" y="824125"/>
            <a:chExt cx="124750" cy="95575"/>
          </a:xfrm>
        </p:grpSpPr>
        <p:sp>
          <p:nvSpPr>
            <p:cNvPr id="12" name="Google Shape;12;p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650400" y="824125"/>
              <a:ext cx="124750" cy="40800"/>
            </a:xfrm>
            <a:custGeom>
              <a:avLst/>
              <a:gdLst/>
              <a:ahLst/>
              <a:cxnLst/>
              <a:rect l="l" t="t" r="r" b="b"/>
              <a:pathLst>
                <a:path w="4990" h="1632" extrusionOk="0">
                  <a:moveTo>
                    <a:pt x="405" y="0"/>
                  </a:moveTo>
                  <a:cubicBezTo>
                    <a:pt x="179" y="0"/>
                    <a:pt x="0" y="191"/>
                    <a:pt x="0" y="417"/>
                  </a:cubicBezTo>
                  <a:lnTo>
                    <a:pt x="0" y="1227"/>
                  </a:lnTo>
                  <a:cubicBezTo>
                    <a:pt x="0" y="1453"/>
                    <a:pt x="179" y="1631"/>
                    <a:pt x="405" y="1631"/>
                  </a:cubicBezTo>
                  <a:lnTo>
                    <a:pt x="4584" y="1631"/>
                  </a:lnTo>
                  <a:cubicBezTo>
                    <a:pt x="4811" y="1631"/>
                    <a:pt x="4989" y="1453"/>
                    <a:pt x="4989" y="1227"/>
                  </a:cubicBezTo>
                  <a:lnTo>
                    <a:pt x="4989" y="417"/>
                  </a:lnTo>
                  <a:cubicBezTo>
                    <a:pt x="4989" y="191"/>
                    <a:pt x="4811" y="0"/>
                    <a:pt x="45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7646768" y="4570307"/>
            <a:ext cx="430885" cy="203666"/>
            <a:chOff x="8703675" y="886625"/>
            <a:chExt cx="69975" cy="33075"/>
          </a:xfrm>
        </p:grpSpPr>
        <p:sp>
          <p:nvSpPr>
            <p:cNvPr id="20" name="Google Shape;20;p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449150" y="354975"/>
            <a:ext cx="4795800" cy="4419000"/>
          </a:xfrm>
          <a:prstGeom prst="roundRect">
            <a:avLst>
              <a:gd name="adj" fmla="val 392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800450" y="1803375"/>
            <a:ext cx="40932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 hasCustomPrompt="1"/>
          </p:nvPr>
        </p:nvSpPr>
        <p:spPr>
          <a:xfrm>
            <a:off x="3714375" y="652250"/>
            <a:ext cx="1248300" cy="6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34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"/>
          </p:nvPr>
        </p:nvSpPr>
        <p:spPr>
          <a:xfrm>
            <a:off x="800449" y="3465688"/>
            <a:ext cx="30471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8106393" y="421394"/>
            <a:ext cx="430885" cy="77125"/>
          </a:xfrm>
          <a:custGeom>
            <a:avLst/>
            <a:gdLst/>
            <a:ahLst/>
            <a:cxnLst/>
            <a:rect l="l" t="t" r="r" b="b"/>
            <a:pathLst>
              <a:path w="2799" h="501" extrusionOk="0">
                <a:moveTo>
                  <a:pt x="251" y="1"/>
                </a:moveTo>
                <a:cubicBezTo>
                  <a:pt x="108" y="1"/>
                  <a:pt x="1" y="108"/>
                  <a:pt x="1" y="251"/>
                </a:cubicBezTo>
                <a:cubicBezTo>
                  <a:pt x="1" y="393"/>
                  <a:pt x="108" y="501"/>
                  <a:pt x="251" y="501"/>
                </a:cubicBezTo>
                <a:lnTo>
                  <a:pt x="2549" y="501"/>
                </a:lnTo>
                <a:cubicBezTo>
                  <a:pt x="2691" y="501"/>
                  <a:pt x="2799" y="393"/>
                  <a:pt x="2799" y="251"/>
                </a:cubicBezTo>
                <a:cubicBezTo>
                  <a:pt x="2799" y="108"/>
                  <a:pt x="2691" y="1"/>
                  <a:pt x="254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" name="Google Shape;28;p3"/>
          <p:cNvGrpSpPr/>
          <p:nvPr/>
        </p:nvGrpSpPr>
        <p:grpSpPr>
          <a:xfrm>
            <a:off x="8212817" y="4397376"/>
            <a:ext cx="768173" cy="588522"/>
            <a:chOff x="8650400" y="824125"/>
            <a:chExt cx="124750" cy="95575"/>
          </a:xfrm>
        </p:grpSpPr>
        <p:sp>
          <p:nvSpPr>
            <p:cNvPr id="29" name="Google Shape;29;p3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650400" y="824125"/>
              <a:ext cx="124750" cy="40800"/>
            </a:xfrm>
            <a:custGeom>
              <a:avLst/>
              <a:gdLst/>
              <a:ahLst/>
              <a:cxnLst/>
              <a:rect l="l" t="t" r="r" b="b"/>
              <a:pathLst>
                <a:path w="4990" h="1632" extrusionOk="0">
                  <a:moveTo>
                    <a:pt x="405" y="0"/>
                  </a:moveTo>
                  <a:cubicBezTo>
                    <a:pt x="179" y="0"/>
                    <a:pt x="0" y="191"/>
                    <a:pt x="0" y="417"/>
                  </a:cubicBezTo>
                  <a:lnTo>
                    <a:pt x="0" y="1227"/>
                  </a:lnTo>
                  <a:cubicBezTo>
                    <a:pt x="0" y="1453"/>
                    <a:pt x="179" y="1631"/>
                    <a:pt x="405" y="1631"/>
                  </a:cubicBezTo>
                  <a:lnTo>
                    <a:pt x="4584" y="1631"/>
                  </a:lnTo>
                  <a:cubicBezTo>
                    <a:pt x="4811" y="1631"/>
                    <a:pt x="4989" y="1453"/>
                    <a:pt x="4989" y="1227"/>
                  </a:cubicBezTo>
                  <a:lnTo>
                    <a:pt x="4989" y="417"/>
                  </a:lnTo>
                  <a:cubicBezTo>
                    <a:pt x="4989" y="191"/>
                    <a:pt x="4811" y="0"/>
                    <a:pt x="45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1594500" y="928250"/>
            <a:ext cx="5955000" cy="3272400"/>
          </a:xfrm>
          <a:prstGeom prst="roundRect">
            <a:avLst>
              <a:gd name="adj" fmla="val 54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"/>
          <p:cNvSpPr txBox="1">
            <a:spLocks noGrp="1"/>
          </p:cNvSpPr>
          <p:nvPr>
            <p:ph type="title"/>
          </p:nvPr>
        </p:nvSpPr>
        <p:spPr>
          <a:xfrm>
            <a:off x="2324000" y="1555800"/>
            <a:ext cx="4496100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10" name="Google Shape;110;p8"/>
          <p:cNvGrpSpPr/>
          <p:nvPr/>
        </p:nvGrpSpPr>
        <p:grpSpPr>
          <a:xfrm>
            <a:off x="1421742" y="-126724"/>
            <a:ext cx="768173" cy="588522"/>
            <a:chOff x="8650400" y="824125"/>
            <a:chExt cx="124750" cy="95575"/>
          </a:xfrm>
        </p:grpSpPr>
        <p:sp>
          <p:nvSpPr>
            <p:cNvPr id="111" name="Google Shape;111;p8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8650400" y="824125"/>
              <a:ext cx="124750" cy="40800"/>
            </a:xfrm>
            <a:custGeom>
              <a:avLst/>
              <a:gdLst/>
              <a:ahLst/>
              <a:cxnLst/>
              <a:rect l="l" t="t" r="r" b="b"/>
              <a:pathLst>
                <a:path w="4990" h="1632" extrusionOk="0">
                  <a:moveTo>
                    <a:pt x="405" y="0"/>
                  </a:moveTo>
                  <a:cubicBezTo>
                    <a:pt x="179" y="0"/>
                    <a:pt x="0" y="191"/>
                    <a:pt x="0" y="417"/>
                  </a:cubicBezTo>
                  <a:lnTo>
                    <a:pt x="0" y="1227"/>
                  </a:lnTo>
                  <a:cubicBezTo>
                    <a:pt x="0" y="1453"/>
                    <a:pt x="179" y="1631"/>
                    <a:pt x="405" y="1631"/>
                  </a:cubicBezTo>
                  <a:lnTo>
                    <a:pt x="4584" y="1631"/>
                  </a:lnTo>
                  <a:cubicBezTo>
                    <a:pt x="4811" y="1631"/>
                    <a:pt x="4989" y="1453"/>
                    <a:pt x="4989" y="1227"/>
                  </a:cubicBezTo>
                  <a:lnTo>
                    <a:pt x="4989" y="417"/>
                  </a:lnTo>
                  <a:cubicBezTo>
                    <a:pt x="4989" y="191"/>
                    <a:pt x="4811" y="0"/>
                    <a:pt x="45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" name="Google Shape;118;p8"/>
          <p:cNvGrpSpPr/>
          <p:nvPr/>
        </p:nvGrpSpPr>
        <p:grpSpPr>
          <a:xfrm>
            <a:off x="540779" y="2271575"/>
            <a:ext cx="234762" cy="218290"/>
            <a:chOff x="8652775" y="883650"/>
            <a:chExt cx="38125" cy="35450"/>
          </a:xfrm>
        </p:grpSpPr>
        <p:sp>
          <p:nvSpPr>
            <p:cNvPr id="119" name="Google Shape;119;p8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8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8"/>
          <p:cNvGrpSpPr/>
          <p:nvPr/>
        </p:nvGrpSpPr>
        <p:grpSpPr>
          <a:xfrm>
            <a:off x="7146466" y="192438"/>
            <a:ext cx="234762" cy="218290"/>
            <a:chOff x="8652775" y="883650"/>
            <a:chExt cx="38125" cy="35450"/>
          </a:xfrm>
        </p:grpSpPr>
        <p:sp>
          <p:nvSpPr>
            <p:cNvPr id="124" name="Google Shape;124;p8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8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8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" name="Google Shape;127;p8"/>
          <p:cNvGrpSpPr/>
          <p:nvPr/>
        </p:nvGrpSpPr>
        <p:grpSpPr>
          <a:xfrm>
            <a:off x="8499454" y="3238200"/>
            <a:ext cx="234762" cy="218290"/>
            <a:chOff x="8652775" y="883650"/>
            <a:chExt cx="38125" cy="35450"/>
          </a:xfrm>
        </p:grpSpPr>
        <p:sp>
          <p:nvSpPr>
            <p:cNvPr id="128" name="Google Shape;128;p8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8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" name="Google Shape;132;p8"/>
          <p:cNvGrpSpPr/>
          <p:nvPr/>
        </p:nvGrpSpPr>
        <p:grpSpPr>
          <a:xfrm>
            <a:off x="5791168" y="4604107"/>
            <a:ext cx="430885" cy="203666"/>
            <a:chOff x="8703675" y="886625"/>
            <a:chExt cx="69975" cy="33075"/>
          </a:xfrm>
        </p:grpSpPr>
        <p:sp>
          <p:nvSpPr>
            <p:cNvPr id="133" name="Google Shape;133;p8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/>
          <p:nvPr/>
        </p:nvSpPr>
        <p:spPr>
          <a:xfrm>
            <a:off x="3936275" y="354975"/>
            <a:ext cx="4795800" cy="4419000"/>
          </a:xfrm>
          <a:prstGeom prst="roundRect">
            <a:avLst>
              <a:gd name="adj" fmla="val 392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"/>
          <p:cNvSpPr txBox="1">
            <a:spLocks noGrp="1"/>
          </p:cNvSpPr>
          <p:nvPr>
            <p:ph type="title"/>
          </p:nvPr>
        </p:nvSpPr>
        <p:spPr>
          <a:xfrm>
            <a:off x="4463675" y="1158788"/>
            <a:ext cx="37410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8" name="Google Shape;138;p9"/>
          <p:cNvSpPr txBox="1">
            <a:spLocks noGrp="1"/>
          </p:cNvSpPr>
          <p:nvPr>
            <p:ph type="subTitle" idx="1"/>
          </p:nvPr>
        </p:nvSpPr>
        <p:spPr>
          <a:xfrm>
            <a:off x="4463675" y="2137613"/>
            <a:ext cx="3741000" cy="18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39" name="Google Shape;139;p9"/>
          <p:cNvGrpSpPr/>
          <p:nvPr/>
        </p:nvGrpSpPr>
        <p:grpSpPr>
          <a:xfrm>
            <a:off x="-43509" y="3921213"/>
            <a:ext cx="744312" cy="221985"/>
            <a:chOff x="8652775" y="883650"/>
            <a:chExt cx="120875" cy="36050"/>
          </a:xfrm>
        </p:grpSpPr>
        <p:sp>
          <p:nvSpPr>
            <p:cNvPr id="140" name="Google Shape;140;p9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9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9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9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9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9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title" idx="2"/>
          </p:nvPr>
        </p:nvSpPr>
        <p:spPr>
          <a:xfrm>
            <a:off x="656800" y="1728213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1"/>
          </p:nvPr>
        </p:nvSpPr>
        <p:spPr>
          <a:xfrm>
            <a:off x="656800" y="2157752"/>
            <a:ext cx="2405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title" idx="3"/>
          </p:nvPr>
        </p:nvSpPr>
        <p:spPr>
          <a:xfrm>
            <a:off x="3369325" y="1728213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subTitle" idx="4"/>
          </p:nvPr>
        </p:nvSpPr>
        <p:spPr>
          <a:xfrm>
            <a:off x="3369325" y="2157752"/>
            <a:ext cx="2405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title" idx="5"/>
          </p:nvPr>
        </p:nvSpPr>
        <p:spPr>
          <a:xfrm>
            <a:off x="656800" y="3454049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6"/>
          </p:nvPr>
        </p:nvSpPr>
        <p:spPr>
          <a:xfrm>
            <a:off x="656800" y="3883588"/>
            <a:ext cx="2405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title" idx="7"/>
          </p:nvPr>
        </p:nvSpPr>
        <p:spPr>
          <a:xfrm>
            <a:off x="3369300" y="3454049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0" name="Google Shape;180;p13"/>
          <p:cNvSpPr txBox="1">
            <a:spLocks noGrp="1"/>
          </p:cNvSpPr>
          <p:nvPr>
            <p:ph type="subTitle" idx="8"/>
          </p:nvPr>
        </p:nvSpPr>
        <p:spPr>
          <a:xfrm>
            <a:off x="3369300" y="3883588"/>
            <a:ext cx="2405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3"/>
          <p:cNvSpPr txBox="1">
            <a:spLocks noGrp="1"/>
          </p:cNvSpPr>
          <p:nvPr>
            <p:ph type="title" idx="9" hasCustomPrompt="1"/>
          </p:nvPr>
        </p:nvSpPr>
        <p:spPr>
          <a:xfrm>
            <a:off x="2253625" y="1254025"/>
            <a:ext cx="7521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1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2" name="Google Shape;182;p13"/>
          <p:cNvSpPr txBox="1">
            <a:spLocks noGrp="1"/>
          </p:cNvSpPr>
          <p:nvPr>
            <p:ph type="title" idx="13" hasCustomPrompt="1"/>
          </p:nvPr>
        </p:nvSpPr>
        <p:spPr>
          <a:xfrm>
            <a:off x="2253625" y="2979838"/>
            <a:ext cx="7521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1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14" hasCustomPrompt="1"/>
          </p:nvPr>
        </p:nvSpPr>
        <p:spPr>
          <a:xfrm>
            <a:off x="4966150" y="1254025"/>
            <a:ext cx="7521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1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4" name="Google Shape;184;p13"/>
          <p:cNvSpPr txBox="1">
            <a:spLocks noGrp="1"/>
          </p:cNvSpPr>
          <p:nvPr>
            <p:ph type="title" idx="15" hasCustomPrompt="1"/>
          </p:nvPr>
        </p:nvSpPr>
        <p:spPr>
          <a:xfrm>
            <a:off x="4966150" y="2979838"/>
            <a:ext cx="7521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1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16"/>
          </p:nvPr>
        </p:nvSpPr>
        <p:spPr>
          <a:xfrm>
            <a:off x="6081850" y="1728213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7"/>
          </p:nvPr>
        </p:nvSpPr>
        <p:spPr>
          <a:xfrm>
            <a:off x="6081850" y="2157752"/>
            <a:ext cx="2405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idx="18"/>
          </p:nvPr>
        </p:nvSpPr>
        <p:spPr>
          <a:xfrm>
            <a:off x="6081850" y="3454049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19"/>
          </p:nvPr>
        </p:nvSpPr>
        <p:spPr>
          <a:xfrm>
            <a:off x="6081850" y="3883588"/>
            <a:ext cx="24054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title" idx="20" hasCustomPrompt="1"/>
          </p:nvPr>
        </p:nvSpPr>
        <p:spPr>
          <a:xfrm>
            <a:off x="7678675" y="1254025"/>
            <a:ext cx="7521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1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21" hasCustomPrompt="1"/>
          </p:nvPr>
        </p:nvSpPr>
        <p:spPr>
          <a:xfrm>
            <a:off x="7678675" y="2979838"/>
            <a:ext cx="7521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18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  <a:defRPr sz="48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91" name="Google Shape;191;p13"/>
          <p:cNvGrpSpPr/>
          <p:nvPr/>
        </p:nvGrpSpPr>
        <p:grpSpPr>
          <a:xfrm>
            <a:off x="8086542" y="288026"/>
            <a:ext cx="768173" cy="588522"/>
            <a:chOff x="8650400" y="824125"/>
            <a:chExt cx="124750" cy="95575"/>
          </a:xfrm>
        </p:grpSpPr>
        <p:sp>
          <p:nvSpPr>
            <p:cNvPr id="192" name="Google Shape;192;p13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8650400" y="824125"/>
              <a:ext cx="124750" cy="40800"/>
            </a:xfrm>
            <a:custGeom>
              <a:avLst/>
              <a:gdLst/>
              <a:ahLst/>
              <a:cxnLst/>
              <a:rect l="l" t="t" r="r" b="b"/>
              <a:pathLst>
                <a:path w="4990" h="1632" extrusionOk="0">
                  <a:moveTo>
                    <a:pt x="405" y="0"/>
                  </a:moveTo>
                  <a:cubicBezTo>
                    <a:pt x="179" y="0"/>
                    <a:pt x="0" y="191"/>
                    <a:pt x="0" y="417"/>
                  </a:cubicBezTo>
                  <a:lnTo>
                    <a:pt x="0" y="1227"/>
                  </a:lnTo>
                  <a:cubicBezTo>
                    <a:pt x="0" y="1453"/>
                    <a:pt x="179" y="1631"/>
                    <a:pt x="405" y="1631"/>
                  </a:cubicBezTo>
                  <a:lnTo>
                    <a:pt x="4584" y="1631"/>
                  </a:lnTo>
                  <a:cubicBezTo>
                    <a:pt x="4811" y="1631"/>
                    <a:pt x="4989" y="1453"/>
                    <a:pt x="4989" y="1227"/>
                  </a:cubicBezTo>
                  <a:lnTo>
                    <a:pt x="4989" y="417"/>
                  </a:lnTo>
                  <a:cubicBezTo>
                    <a:pt x="4989" y="191"/>
                    <a:pt x="4811" y="0"/>
                    <a:pt x="45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" name="Google Shape;199;p13"/>
          <p:cNvGrpSpPr/>
          <p:nvPr/>
        </p:nvGrpSpPr>
        <p:grpSpPr>
          <a:xfrm>
            <a:off x="317016" y="288013"/>
            <a:ext cx="234762" cy="218290"/>
            <a:chOff x="8652775" y="883650"/>
            <a:chExt cx="38125" cy="35450"/>
          </a:xfrm>
        </p:grpSpPr>
        <p:sp>
          <p:nvSpPr>
            <p:cNvPr id="200" name="Google Shape;200;p13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" name="Google Shape;203;p13"/>
          <p:cNvGrpSpPr/>
          <p:nvPr/>
        </p:nvGrpSpPr>
        <p:grpSpPr>
          <a:xfrm>
            <a:off x="4199841" y="4764663"/>
            <a:ext cx="744312" cy="221985"/>
            <a:chOff x="8652775" y="883650"/>
            <a:chExt cx="120875" cy="36050"/>
          </a:xfrm>
        </p:grpSpPr>
        <p:sp>
          <p:nvSpPr>
            <p:cNvPr id="204" name="Google Shape;204;p13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_1_1_1_1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"/>
          <p:cNvSpPr txBox="1">
            <a:spLocks noGrp="1"/>
          </p:cNvSpPr>
          <p:nvPr>
            <p:ph type="subTitle" idx="1"/>
          </p:nvPr>
        </p:nvSpPr>
        <p:spPr>
          <a:xfrm>
            <a:off x="5188777" y="2302850"/>
            <a:ext cx="2830500" cy="12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20"/>
          <p:cNvSpPr txBox="1">
            <a:spLocks noGrp="1"/>
          </p:cNvSpPr>
          <p:nvPr>
            <p:ph type="title"/>
          </p:nvPr>
        </p:nvSpPr>
        <p:spPr>
          <a:xfrm>
            <a:off x="5188777" y="1563950"/>
            <a:ext cx="2830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20"/>
          <p:cNvSpPr/>
          <p:nvPr/>
        </p:nvSpPr>
        <p:spPr>
          <a:xfrm>
            <a:off x="25" y="50"/>
            <a:ext cx="9144000" cy="814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1" name="Google Shape;321;p20"/>
          <p:cNvGrpSpPr/>
          <p:nvPr/>
        </p:nvGrpSpPr>
        <p:grpSpPr>
          <a:xfrm>
            <a:off x="6715279" y="4625182"/>
            <a:ext cx="744312" cy="221985"/>
            <a:chOff x="8652775" y="883650"/>
            <a:chExt cx="120875" cy="36050"/>
          </a:xfrm>
        </p:grpSpPr>
        <p:sp>
          <p:nvSpPr>
            <p:cNvPr id="322" name="Google Shape;322;p20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0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0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0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0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8" name="Google Shape;328;p20"/>
          <p:cNvGrpSpPr/>
          <p:nvPr/>
        </p:nvGrpSpPr>
        <p:grpSpPr>
          <a:xfrm>
            <a:off x="5348091" y="4627025"/>
            <a:ext cx="234762" cy="218290"/>
            <a:chOff x="8652775" y="883650"/>
            <a:chExt cx="38125" cy="35450"/>
          </a:xfrm>
        </p:grpSpPr>
        <p:sp>
          <p:nvSpPr>
            <p:cNvPr id="329" name="Google Shape;329;p20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0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0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2" name="Google Shape;332;p20"/>
          <p:cNvSpPr/>
          <p:nvPr/>
        </p:nvSpPr>
        <p:spPr>
          <a:xfrm>
            <a:off x="434267" y="281688"/>
            <a:ext cx="768173" cy="251234"/>
          </a:xfrm>
          <a:custGeom>
            <a:avLst/>
            <a:gdLst/>
            <a:ahLst/>
            <a:cxnLst/>
            <a:rect l="l" t="t" r="r" b="b"/>
            <a:pathLst>
              <a:path w="4990" h="1632" extrusionOk="0">
                <a:moveTo>
                  <a:pt x="405" y="0"/>
                </a:moveTo>
                <a:cubicBezTo>
                  <a:pt x="179" y="0"/>
                  <a:pt x="0" y="191"/>
                  <a:pt x="0" y="417"/>
                </a:cubicBezTo>
                <a:lnTo>
                  <a:pt x="0" y="1227"/>
                </a:lnTo>
                <a:cubicBezTo>
                  <a:pt x="0" y="1453"/>
                  <a:pt x="179" y="1631"/>
                  <a:pt x="405" y="1631"/>
                </a:cubicBezTo>
                <a:lnTo>
                  <a:pt x="4584" y="1631"/>
                </a:lnTo>
                <a:cubicBezTo>
                  <a:pt x="4811" y="1631"/>
                  <a:pt x="4989" y="1453"/>
                  <a:pt x="4989" y="1227"/>
                </a:cubicBezTo>
                <a:lnTo>
                  <a:pt x="4989" y="417"/>
                </a:lnTo>
                <a:cubicBezTo>
                  <a:pt x="4989" y="191"/>
                  <a:pt x="4811" y="0"/>
                  <a:pt x="458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3" name="Google Shape;333;p20"/>
          <p:cNvGrpSpPr/>
          <p:nvPr/>
        </p:nvGrpSpPr>
        <p:grpSpPr>
          <a:xfrm>
            <a:off x="1539766" y="296324"/>
            <a:ext cx="744312" cy="221985"/>
            <a:chOff x="8652775" y="883650"/>
            <a:chExt cx="120875" cy="36050"/>
          </a:xfrm>
        </p:grpSpPr>
        <p:sp>
          <p:nvSpPr>
            <p:cNvPr id="334" name="Google Shape;334;p20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0" name="Google Shape;340;p20"/>
          <p:cNvSpPr/>
          <p:nvPr/>
        </p:nvSpPr>
        <p:spPr>
          <a:xfrm>
            <a:off x="25" y="4328925"/>
            <a:ext cx="9144000" cy="814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1" name="Google Shape;341;p20"/>
          <p:cNvGrpSpPr/>
          <p:nvPr/>
        </p:nvGrpSpPr>
        <p:grpSpPr>
          <a:xfrm>
            <a:off x="8313341" y="3800082"/>
            <a:ext cx="234762" cy="218290"/>
            <a:chOff x="8652775" y="883650"/>
            <a:chExt cx="38125" cy="35450"/>
          </a:xfrm>
        </p:grpSpPr>
        <p:sp>
          <p:nvSpPr>
            <p:cNvPr id="342" name="Google Shape;342;p20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0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0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6" name="Google Shape;346;p20"/>
          <p:cNvGrpSpPr/>
          <p:nvPr/>
        </p:nvGrpSpPr>
        <p:grpSpPr>
          <a:xfrm>
            <a:off x="225018" y="1008006"/>
            <a:ext cx="430885" cy="203666"/>
            <a:chOff x="8703675" y="886625"/>
            <a:chExt cx="69975" cy="33075"/>
          </a:xfrm>
        </p:grpSpPr>
        <p:sp>
          <p:nvSpPr>
            <p:cNvPr id="347" name="Google Shape;347;p20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_1_1_1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2"/>
          <p:cNvSpPr/>
          <p:nvPr/>
        </p:nvSpPr>
        <p:spPr>
          <a:xfrm>
            <a:off x="-7050" y="2843400"/>
            <a:ext cx="9144000" cy="2300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2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22"/>
          <p:cNvSpPr txBox="1">
            <a:spLocks noGrp="1"/>
          </p:cNvSpPr>
          <p:nvPr>
            <p:ph type="title" idx="2"/>
          </p:nvPr>
        </p:nvSpPr>
        <p:spPr>
          <a:xfrm>
            <a:off x="713400" y="3059975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2" name="Google Shape;372;p22"/>
          <p:cNvSpPr txBox="1">
            <a:spLocks noGrp="1"/>
          </p:cNvSpPr>
          <p:nvPr>
            <p:ph type="subTitle" idx="1"/>
          </p:nvPr>
        </p:nvSpPr>
        <p:spPr>
          <a:xfrm>
            <a:off x="713400" y="3489524"/>
            <a:ext cx="2405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22"/>
          <p:cNvSpPr txBox="1">
            <a:spLocks noGrp="1"/>
          </p:cNvSpPr>
          <p:nvPr>
            <p:ph type="title" idx="3"/>
          </p:nvPr>
        </p:nvSpPr>
        <p:spPr>
          <a:xfrm>
            <a:off x="3369386" y="3059975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4" name="Google Shape;374;p22"/>
          <p:cNvSpPr txBox="1">
            <a:spLocks noGrp="1"/>
          </p:cNvSpPr>
          <p:nvPr>
            <p:ph type="subTitle" idx="4"/>
          </p:nvPr>
        </p:nvSpPr>
        <p:spPr>
          <a:xfrm>
            <a:off x="3369375" y="3489525"/>
            <a:ext cx="2405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22"/>
          <p:cNvSpPr txBox="1">
            <a:spLocks noGrp="1"/>
          </p:cNvSpPr>
          <p:nvPr>
            <p:ph type="title" idx="5"/>
          </p:nvPr>
        </p:nvSpPr>
        <p:spPr>
          <a:xfrm>
            <a:off x="6025372" y="3059975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6" name="Google Shape;376;p22"/>
          <p:cNvSpPr txBox="1">
            <a:spLocks noGrp="1"/>
          </p:cNvSpPr>
          <p:nvPr>
            <p:ph type="subTitle" idx="6"/>
          </p:nvPr>
        </p:nvSpPr>
        <p:spPr>
          <a:xfrm>
            <a:off x="6025368" y="3489525"/>
            <a:ext cx="2405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22"/>
          <p:cNvSpPr/>
          <p:nvPr/>
        </p:nvSpPr>
        <p:spPr>
          <a:xfrm>
            <a:off x="563005" y="1529594"/>
            <a:ext cx="430885" cy="77125"/>
          </a:xfrm>
          <a:custGeom>
            <a:avLst/>
            <a:gdLst/>
            <a:ahLst/>
            <a:cxnLst/>
            <a:rect l="l" t="t" r="r" b="b"/>
            <a:pathLst>
              <a:path w="2799" h="501" extrusionOk="0">
                <a:moveTo>
                  <a:pt x="251" y="1"/>
                </a:moveTo>
                <a:cubicBezTo>
                  <a:pt x="108" y="1"/>
                  <a:pt x="1" y="108"/>
                  <a:pt x="1" y="251"/>
                </a:cubicBezTo>
                <a:cubicBezTo>
                  <a:pt x="1" y="393"/>
                  <a:pt x="108" y="501"/>
                  <a:pt x="251" y="501"/>
                </a:cubicBezTo>
                <a:lnTo>
                  <a:pt x="2549" y="501"/>
                </a:lnTo>
                <a:cubicBezTo>
                  <a:pt x="2691" y="501"/>
                  <a:pt x="2799" y="393"/>
                  <a:pt x="2799" y="251"/>
                </a:cubicBezTo>
                <a:cubicBezTo>
                  <a:pt x="2799" y="108"/>
                  <a:pt x="2691" y="1"/>
                  <a:pt x="254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8" name="Google Shape;378;p22"/>
          <p:cNvGrpSpPr/>
          <p:nvPr/>
        </p:nvGrpSpPr>
        <p:grpSpPr>
          <a:xfrm>
            <a:off x="8112566" y="1529588"/>
            <a:ext cx="234762" cy="218290"/>
            <a:chOff x="8652775" y="883650"/>
            <a:chExt cx="38125" cy="35450"/>
          </a:xfrm>
        </p:grpSpPr>
        <p:sp>
          <p:nvSpPr>
            <p:cNvPr id="379" name="Google Shape;379;p2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5"/>
          <p:cNvSpPr/>
          <p:nvPr/>
        </p:nvSpPr>
        <p:spPr>
          <a:xfrm>
            <a:off x="25" y="3550525"/>
            <a:ext cx="9144000" cy="1601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25"/>
          <p:cNvSpPr txBox="1">
            <a:spLocks noGrp="1"/>
          </p:cNvSpPr>
          <p:nvPr>
            <p:ph type="title" idx="2"/>
          </p:nvPr>
        </p:nvSpPr>
        <p:spPr>
          <a:xfrm>
            <a:off x="855113" y="3108125"/>
            <a:ext cx="2002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28" name="Google Shape;428;p25"/>
          <p:cNvSpPr txBox="1">
            <a:spLocks noGrp="1"/>
          </p:cNvSpPr>
          <p:nvPr>
            <p:ph type="subTitle" idx="1"/>
          </p:nvPr>
        </p:nvSpPr>
        <p:spPr>
          <a:xfrm>
            <a:off x="855113" y="3516574"/>
            <a:ext cx="20025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25"/>
          <p:cNvSpPr txBox="1">
            <a:spLocks noGrp="1"/>
          </p:cNvSpPr>
          <p:nvPr>
            <p:ph type="title" idx="3"/>
          </p:nvPr>
        </p:nvSpPr>
        <p:spPr>
          <a:xfrm>
            <a:off x="3570782" y="3108125"/>
            <a:ext cx="2002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0" name="Google Shape;430;p25"/>
          <p:cNvSpPr txBox="1">
            <a:spLocks noGrp="1"/>
          </p:cNvSpPr>
          <p:nvPr>
            <p:ph type="subTitle" idx="4"/>
          </p:nvPr>
        </p:nvSpPr>
        <p:spPr>
          <a:xfrm>
            <a:off x="3570782" y="3516574"/>
            <a:ext cx="20025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25"/>
          <p:cNvSpPr txBox="1">
            <a:spLocks noGrp="1"/>
          </p:cNvSpPr>
          <p:nvPr>
            <p:ph type="title" idx="5"/>
          </p:nvPr>
        </p:nvSpPr>
        <p:spPr>
          <a:xfrm>
            <a:off x="6287926" y="3108125"/>
            <a:ext cx="2002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2" name="Google Shape;432;p25"/>
          <p:cNvSpPr txBox="1">
            <a:spLocks noGrp="1"/>
          </p:cNvSpPr>
          <p:nvPr>
            <p:ph type="subTitle" idx="6"/>
          </p:nvPr>
        </p:nvSpPr>
        <p:spPr>
          <a:xfrm>
            <a:off x="6287926" y="3516574"/>
            <a:ext cx="20025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25"/>
          <p:cNvSpPr txBox="1">
            <a:spLocks noGrp="1"/>
          </p:cNvSpPr>
          <p:nvPr>
            <p:ph type="title" idx="7"/>
          </p:nvPr>
        </p:nvSpPr>
        <p:spPr>
          <a:xfrm>
            <a:off x="855113" y="1723075"/>
            <a:ext cx="2002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4" name="Google Shape;434;p25"/>
          <p:cNvSpPr txBox="1">
            <a:spLocks noGrp="1"/>
          </p:cNvSpPr>
          <p:nvPr>
            <p:ph type="subTitle" idx="8"/>
          </p:nvPr>
        </p:nvSpPr>
        <p:spPr>
          <a:xfrm>
            <a:off x="855113" y="2131524"/>
            <a:ext cx="20025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25"/>
          <p:cNvSpPr txBox="1">
            <a:spLocks noGrp="1"/>
          </p:cNvSpPr>
          <p:nvPr>
            <p:ph type="title" idx="9"/>
          </p:nvPr>
        </p:nvSpPr>
        <p:spPr>
          <a:xfrm>
            <a:off x="3570782" y="1694325"/>
            <a:ext cx="2002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6" name="Google Shape;436;p25"/>
          <p:cNvSpPr txBox="1">
            <a:spLocks noGrp="1"/>
          </p:cNvSpPr>
          <p:nvPr>
            <p:ph type="subTitle" idx="13"/>
          </p:nvPr>
        </p:nvSpPr>
        <p:spPr>
          <a:xfrm>
            <a:off x="3570782" y="2102775"/>
            <a:ext cx="20025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25"/>
          <p:cNvSpPr txBox="1">
            <a:spLocks noGrp="1"/>
          </p:cNvSpPr>
          <p:nvPr>
            <p:ph type="title" idx="14"/>
          </p:nvPr>
        </p:nvSpPr>
        <p:spPr>
          <a:xfrm>
            <a:off x="6286426" y="1694325"/>
            <a:ext cx="2002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8" name="Google Shape;438;p25"/>
          <p:cNvSpPr txBox="1">
            <a:spLocks noGrp="1"/>
          </p:cNvSpPr>
          <p:nvPr>
            <p:ph type="subTitle" idx="15"/>
          </p:nvPr>
        </p:nvSpPr>
        <p:spPr>
          <a:xfrm>
            <a:off x="6284926" y="2102775"/>
            <a:ext cx="20055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6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39" name="Google Shape;439;p25"/>
          <p:cNvGrpSpPr/>
          <p:nvPr/>
        </p:nvGrpSpPr>
        <p:grpSpPr>
          <a:xfrm>
            <a:off x="4567291" y="4550320"/>
            <a:ext cx="744312" cy="221985"/>
            <a:chOff x="8652775" y="883650"/>
            <a:chExt cx="120875" cy="36050"/>
          </a:xfrm>
        </p:grpSpPr>
        <p:sp>
          <p:nvSpPr>
            <p:cNvPr id="440" name="Google Shape;440;p2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5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5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5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25"/>
          <p:cNvGrpSpPr/>
          <p:nvPr/>
        </p:nvGrpSpPr>
        <p:grpSpPr>
          <a:xfrm>
            <a:off x="173591" y="3781190"/>
            <a:ext cx="234762" cy="86362"/>
            <a:chOff x="8652775" y="905075"/>
            <a:chExt cx="38125" cy="14025"/>
          </a:xfrm>
        </p:grpSpPr>
        <p:sp>
          <p:nvSpPr>
            <p:cNvPr id="447" name="Google Shape;447;p2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9" name="Google Shape;449;p25"/>
          <p:cNvGrpSpPr/>
          <p:nvPr/>
        </p:nvGrpSpPr>
        <p:grpSpPr>
          <a:xfrm>
            <a:off x="8745691" y="1115124"/>
            <a:ext cx="234762" cy="218290"/>
            <a:chOff x="8652775" y="883650"/>
            <a:chExt cx="38125" cy="35450"/>
          </a:xfrm>
        </p:grpSpPr>
        <p:sp>
          <p:nvSpPr>
            <p:cNvPr id="450" name="Google Shape;450;p2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5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6"/>
          <p:cNvSpPr/>
          <p:nvPr/>
        </p:nvSpPr>
        <p:spPr>
          <a:xfrm>
            <a:off x="3868475" y="354975"/>
            <a:ext cx="4795800" cy="4419000"/>
          </a:xfrm>
          <a:prstGeom prst="roundRect">
            <a:avLst>
              <a:gd name="adj" fmla="val 392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6"/>
          <p:cNvSpPr txBox="1">
            <a:spLocks noGrp="1"/>
          </p:cNvSpPr>
          <p:nvPr>
            <p:ph type="title"/>
          </p:nvPr>
        </p:nvSpPr>
        <p:spPr>
          <a:xfrm>
            <a:off x="4386300" y="527700"/>
            <a:ext cx="3759000" cy="9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56" name="Google Shape;456;p26"/>
          <p:cNvSpPr txBox="1">
            <a:spLocks noGrp="1"/>
          </p:cNvSpPr>
          <p:nvPr>
            <p:ph type="title" idx="2"/>
          </p:nvPr>
        </p:nvSpPr>
        <p:spPr>
          <a:xfrm>
            <a:off x="4387449" y="1482000"/>
            <a:ext cx="3757800" cy="138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57" name="Google Shape;457;p26"/>
          <p:cNvSpPr txBox="1"/>
          <p:nvPr/>
        </p:nvSpPr>
        <p:spPr>
          <a:xfrm>
            <a:off x="4387450" y="3655800"/>
            <a:ext cx="3545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CREDITS: This presentation template was created by </a:t>
            </a:r>
            <a:r>
              <a:rPr lang="en" sz="1200" b="1">
                <a:solidFill>
                  <a:schemeClr val="accent6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, including icons by </a:t>
            </a:r>
            <a:r>
              <a:rPr lang="en" sz="1200" b="1">
                <a:solidFill>
                  <a:schemeClr val="accent6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, and infographics &amp; images by </a:t>
            </a:r>
            <a:r>
              <a:rPr lang="en" sz="1200" b="1">
                <a:solidFill>
                  <a:schemeClr val="accent6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 b="1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58" name="Google Shape;458;p26"/>
          <p:cNvGrpSpPr/>
          <p:nvPr/>
        </p:nvGrpSpPr>
        <p:grpSpPr>
          <a:xfrm>
            <a:off x="270291" y="1788138"/>
            <a:ext cx="234762" cy="218290"/>
            <a:chOff x="8652775" y="883650"/>
            <a:chExt cx="38125" cy="35450"/>
          </a:xfrm>
        </p:grpSpPr>
        <p:sp>
          <p:nvSpPr>
            <p:cNvPr id="459" name="Google Shape;459;p26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6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6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6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26"/>
          <p:cNvGrpSpPr/>
          <p:nvPr/>
        </p:nvGrpSpPr>
        <p:grpSpPr>
          <a:xfrm>
            <a:off x="2227993" y="4570307"/>
            <a:ext cx="430885" cy="203666"/>
            <a:chOff x="8703675" y="886625"/>
            <a:chExt cx="69975" cy="33075"/>
          </a:xfrm>
        </p:grpSpPr>
        <p:sp>
          <p:nvSpPr>
            <p:cNvPr id="464" name="Google Shape;464;p26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6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6" name="Google Shape;466;p26"/>
          <p:cNvSpPr/>
          <p:nvPr/>
        </p:nvSpPr>
        <p:spPr>
          <a:xfrm>
            <a:off x="2667767" y="288026"/>
            <a:ext cx="768173" cy="251234"/>
          </a:xfrm>
          <a:custGeom>
            <a:avLst/>
            <a:gdLst/>
            <a:ahLst/>
            <a:cxnLst/>
            <a:rect l="l" t="t" r="r" b="b"/>
            <a:pathLst>
              <a:path w="4990" h="1632" extrusionOk="0">
                <a:moveTo>
                  <a:pt x="405" y="0"/>
                </a:moveTo>
                <a:cubicBezTo>
                  <a:pt x="179" y="0"/>
                  <a:pt x="0" y="191"/>
                  <a:pt x="0" y="417"/>
                </a:cubicBezTo>
                <a:lnTo>
                  <a:pt x="0" y="1227"/>
                </a:lnTo>
                <a:cubicBezTo>
                  <a:pt x="0" y="1453"/>
                  <a:pt x="179" y="1631"/>
                  <a:pt x="405" y="1631"/>
                </a:cubicBezTo>
                <a:lnTo>
                  <a:pt x="4584" y="1631"/>
                </a:lnTo>
                <a:cubicBezTo>
                  <a:pt x="4811" y="1631"/>
                  <a:pt x="4989" y="1453"/>
                  <a:pt x="4989" y="1227"/>
                </a:cubicBezTo>
                <a:lnTo>
                  <a:pt x="4989" y="417"/>
                </a:lnTo>
                <a:cubicBezTo>
                  <a:pt x="4989" y="191"/>
                  <a:pt x="4811" y="0"/>
                  <a:pt x="458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27"/>
          <p:cNvGrpSpPr/>
          <p:nvPr/>
        </p:nvGrpSpPr>
        <p:grpSpPr>
          <a:xfrm>
            <a:off x="-202058" y="151213"/>
            <a:ext cx="768173" cy="588522"/>
            <a:chOff x="8650400" y="824125"/>
            <a:chExt cx="124750" cy="95575"/>
          </a:xfrm>
        </p:grpSpPr>
        <p:sp>
          <p:nvSpPr>
            <p:cNvPr id="469" name="Google Shape;469;p27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7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7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7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7"/>
            <p:cNvSpPr/>
            <p:nvPr/>
          </p:nvSpPr>
          <p:spPr>
            <a:xfrm>
              <a:off x="8650400" y="824125"/>
              <a:ext cx="124750" cy="40800"/>
            </a:xfrm>
            <a:custGeom>
              <a:avLst/>
              <a:gdLst/>
              <a:ahLst/>
              <a:cxnLst/>
              <a:rect l="l" t="t" r="r" b="b"/>
              <a:pathLst>
                <a:path w="4990" h="1632" extrusionOk="0">
                  <a:moveTo>
                    <a:pt x="405" y="0"/>
                  </a:moveTo>
                  <a:cubicBezTo>
                    <a:pt x="179" y="0"/>
                    <a:pt x="0" y="191"/>
                    <a:pt x="0" y="417"/>
                  </a:cubicBezTo>
                  <a:lnTo>
                    <a:pt x="0" y="1227"/>
                  </a:lnTo>
                  <a:cubicBezTo>
                    <a:pt x="0" y="1453"/>
                    <a:pt x="179" y="1631"/>
                    <a:pt x="405" y="1631"/>
                  </a:cubicBezTo>
                  <a:lnTo>
                    <a:pt x="4584" y="1631"/>
                  </a:lnTo>
                  <a:cubicBezTo>
                    <a:pt x="4811" y="1631"/>
                    <a:pt x="4989" y="1453"/>
                    <a:pt x="4989" y="1227"/>
                  </a:cubicBezTo>
                  <a:lnTo>
                    <a:pt x="4989" y="417"/>
                  </a:lnTo>
                  <a:cubicBezTo>
                    <a:pt x="4989" y="191"/>
                    <a:pt x="4811" y="0"/>
                    <a:pt x="45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7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7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6" name="Google Shape;476;p27"/>
          <p:cNvGrpSpPr/>
          <p:nvPr/>
        </p:nvGrpSpPr>
        <p:grpSpPr>
          <a:xfrm>
            <a:off x="8681129" y="818100"/>
            <a:ext cx="234762" cy="218290"/>
            <a:chOff x="8652775" y="883650"/>
            <a:chExt cx="38125" cy="35450"/>
          </a:xfrm>
        </p:grpSpPr>
        <p:sp>
          <p:nvSpPr>
            <p:cNvPr id="477" name="Google Shape;477;p27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7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7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7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1" name="Google Shape;481;p27"/>
          <p:cNvSpPr/>
          <p:nvPr/>
        </p:nvSpPr>
        <p:spPr>
          <a:xfrm>
            <a:off x="289118" y="4832382"/>
            <a:ext cx="430885" cy="77125"/>
          </a:xfrm>
          <a:custGeom>
            <a:avLst/>
            <a:gdLst/>
            <a:ahLst/>
            <a:cxnLst/>
            <a:rect l="l" t="t" r="r" b="b"/>
            <a:pathLst>
              <a:path w="2799" h="501" extrusionOk="0">
                <a:moveTo>
                  <a:pt x="251" y="1"/>
                </a:moveTo>
                <a:cubicBezTo>
                  <a:pt x="108" y="1"/>
                  <a:pt x="1" y="108"/>
                  <a:pt x="1" y="251"/>
                </a:cubicBezTo>
                <a:cubicBezTo>
                  <a:pt x="1" y="393"/>
                  <a:pt x="108" y="501"/>
                  <a:pt x="251" y="501"/>
                </a:cubicBezTo>
                <a:lnTo>
                  <a:pt x="2549" y="501"/>
                </a:lnTo>
                <a:cubicBezTo>
                  <a:pt x="2691" y="501"/>
                  <a:pt x="2799" y="393"/>
                  <a:pt x="2799" y="251"/>
                </a:cubicBezTo>
                <a:cubicBezTo>
                  <a:pt x="2799" y="108"/>
                  <a:pt x="2691" y="1"/>
                  <a:pt x="254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2" name="Google Shape;482;p27"/>
          <p:cNvGrpSpPr/>
          <p:nvPr/>
        </p:nvGrpSpPr>
        <p:grpSpPr>
          <a:xfrm>
            <a:off x="888366" y="4691213"/>
            <a:ext cx="234762" cy="218290"/>
            <a:chOff x="8652775" y="883650"/>
            <a:chExt cx="38125" cy="35450"/>
          </a:xfrm>
        </p:grpSpPr>
        <p:sp>
          <p:nvSpPr>
            <p:cNvPr id="483" name="Google Shape;483;p27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7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7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27"/>
          <p:cNvGrpSpPr/>
          <p:nvPr/>
        </p:nvGrpSpPr>
        <p:grpSpPr>
          <a:xfrm>
            <a:off x="8485018" y="238432"/>
            <a:ext cx="430885" cy="203666"/>
            <a:chOff x="8703675" y="886625"/>
            <a:chExt cx="69975" cy="33075"/>
          </a:xfrm>
        </p:grpSpPr>
        <p:sp>
          <p:nvSpPr>
            <p:cNvPr id="487" name="Google Shape;487;p27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7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" name="Google Shape;490;p28"/>
          <p:cNvGrpSpPr/>
          <p:nvPr/>
        </p:nvGrpSpPr>
        <p:grpSpPr>
          <a:xfrm>
            <a:off x="236504" y="2344000"/>
            <a:ext cx="234762" cy="218290"/>
            <a:chOff x="8652775" y="883650"/>
            <a:chExt cx="38125" cy="35450"/>
          </a:xfrm>
        </p:grpSpPr>
        <p:sp>
          <p:nvSpPr>
            <p:cNvPr id="491" name="Google Shape;491;p28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8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8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8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5" name="Google Shape;495;p28"/>
          <p:cNvGrpSpPr/>
          <p:nvPr/>
        </p:nvGrpSpPr>
        <p:grpSpPr>
          <a:xfrm>
            <a:off x="7146466" y="192438"/>
            <a:ext cx="234762" cy="218290"/>
            <a:chOff x="8652775" y="883650"/>
            <a:chExt cx="38125" cy="35450"/>
          </a:xfrm>
        </p:grpSpPr>
        <p:sp>
          <p:nvSpPr>
            <p:cNvPr id="496" name="Google Shape;496;p28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8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8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28"/>
          <p:cNvGrpSpPr/>
          <p:nvPr/>
        </p:nvGrpSpPr>
        <p:grpSpPr>
          <a:xfrm>
            <a:off x="5820143" y="4734507"/>
            <a:ext cx="430885" cy="203666"/>
            <a:chOff x="8703675" y="886625"/>
            <a:chExt cx="69975" cy="33075"/>
          </a:xfrm>
        </p:grpSpPr>
        <p:sp>
          <p:nvSpPr>
            <p:cNvPr id="500" name="Google Shape;500;p28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8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8" r:id="rId5"/>
    <p:sldLayoutId id="2147483659" r:id="rId6"/>
    <p:sldLayoutId id="2147483666" r:id="rId7"/>
    <p:sldLayoutId id="2147483668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2"/>
          <p:cNvSpPr/>
          <p:nvPr/>
        </p:nvSpPr>
        <p:spPr>
          <a:xfrm>
            <a:off x="449150" y="354975"/>
            <a:ext cx="4795800" cy="4419000"/>
          </a:xfrm>
          <a:prstGeom prst="roundRect">
            <a:avLst>
              <a:gd name="adj" fmla="val 392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32"/>
          <p:cNvSpPr txBox="1">
            <a:spLocks noGrp="1"/>
          </p:cNvSpPr>
          <p:nvPr>
            <p:ph type="ctrTitle"/>
          </p:nvPr>
        </p:nvSpPr>
        <p:spPr>
          <a:xfrm>
            <a:off x="723500" y="539375"/>
            <a:ext cx="4247100" cy="24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Fire fighting Arduino Robot</a:t>
            </a:r>
            <a:endParaRPr dirty="0"/>
          </a:p>
        </p:txBody>
      </p:sp>
      <p:grpSp>
        <p:nvGrpSpPr>
          <p:cNvPr id="515" name="Google Shape;515;p32"/>
          <p:cNvGrpSpPr/>
          <p:nvPr/>
        </p:nvGrpSpPr>
        <p:grpSpPr>
          <a:xfrm>
            <a:off x="5111273" y="97017"/>
            <a:ext cx="1088320" cy="1251963"/>
            <a:chOff x="2258600" y="1433188"/>
            <a:chExt cx="467050" cy="537300"/>
          </a:xfrm>
        </p:grpSpPr>
        <p:sp>
          <p:nvSpPr>
            <p:cNvPr id="516" name="Google Shape;516;p32"/>
            <p:cNvSpPr/>
            <p:nvPr/>
          </p:nvSpPr>
          <p:spPr>
            <a:xfrm>
              <a:off x="2258600" y="1433350"/>
              <a:ext cx="467050" cy="536975"/>
            </a:xfrm>
            <a:custGeom>
              <a:avLst/>
              <a:gdLst/>
              <a:ahLst/>
              <a:cxnLst/>
              <a:rect l="l" t="t" r="r" b="b"/>
              <a:pathLst>
                <a:path w="18682" h="21479" extrusionOk="0">
                  <a:moveTo>
                    <a:pt x="9347" y="607"/>
                  </a:moveTo>
                  <a:cubicBezTo>
                    <a:pt x="9740" y="607"/>
                    <a:pt x="10050" y="929"/>
                    <a:pt x="10050" y="1322"/>
                  </a:cubicBezTo>
                  <a:cubicBezTo>
                    <a:pt x="10050" y="1715"/>
                    <a:pt x="9740" y="2024"/>
                    <a:pt x="9347" y="2024"/>
                  </a:cubicBezTo>
                  <a:cubicBezTo>
                    <a:pt x="8954" y="2024"/>
                    <a:pt x="8633" y="1715"/>
                    <a:pt x="8633" y="1322"/>
                  </a:cubicBezTo>
                  <a:cubicBezTo>
                    <a:pt x="8633" y="929"/>
                    <a:pt x="8954" y="607"/>
                    <a:pt x="9347" y="607"/>
                  </a:cubicBezTo>
                  <a:close/>
                  <a:moveTo>
                    <a:pt x="9347" y="0"/>
                  </a:moveTo>
                  <a:cubicBezTo>
                    <a:pt x="8609" y="0"/>
                    <a:pt x="8025" y="583"/>
                    <a:pt x="8025" y="1322"/>
                  </a:cubicBezTo>
                  <a:cubicBezTo>
                    <a:pt x="8025" y="1905"/>
                    <a:pt x="8395" y="2393"/>
                    <a:pt x="8918" y="2572"/>
                  </a:cubicBezTo>
                  <a:lnTo>
                    <a:pt x="8918" y="3608"/>
                  </a:lnTo>
                  <a:cubicBezTo>
                    <a:pt x="6120" y="3739"/>
                    <a:pt x="3656" y="5155"/>
                    <a:pt x="2108" y="7287"/>
                  </a:cubicBezTo>
                  <a:cubicBezTo>
                    <a:pt x="1906" y="7560"/>
                    <a:pt x="1727" y="7858"/>
                    <a:pt x="1548" y="8156"/>
                  </a:cubicBezTo>
                  <a:lnTo>
                    <a:pt x="1167" y="8156"/>
                  </a:lnTo>
                  <a:cubicBezTo>
                    <a:pt x="417" y="9489"/>
                    <a:pt x="1" y="11037"/>
                    <a:pt x="1" y="12668"/>
                  </a:cubicBezTo>
                  <a:cubicBezTo>
                    <a:pt x="1" y="12847"/>
                    <a:pt x="1" y="13014"/>
                    <a:pt x="13" y="13180"/>
                  </a:cubicBezTo>
                  <a:lnTo>
                    <a:pt x="429" y="13180"/>
                  </a:lnTo>
                  <a:cubicBezTo>
                    <a:pt x="441" y="13442"/>
                    <a:pt x="477" y="13704"/>
                    <a:pt x="513" y="13954"/>
                  </a:cubicBezTo>
                  <a:cubicBezTo>
                    <a:pt x="1191" y="18217"/>
                    <a:pt x="4882" y="21479"/>
                    <a:pt x="9347" y="21479"/>
                  </a:cubicBezTo>
                  <a:cubicBezTo>
                    <a:pt x="13800" y="21479"/>
                    <a:pt x="17491" y="18217"/>
                    <a:pt x="18170" y="13954"/>
                  </a:cubicBezTo>
                  <a:cubicBezTo>
                    <a:pt x="18205" y="13704"/>
                    <a:pt x="18241" y="13442"/>
                    <a:pt x="18253" y="13180"/>
                  </a:cubicBezTo>
                  <a:lnTo>
                    <a:pt x="18670" y="13180"/>
                  </a:lnTo>
                  <a:cubicBezTo>
                    <a:pt x="18682" y="13014"/>
                    <a:pt x="18682" y="12847"/>
                    <a:pt x="18682" y="12668"/>
                  </a:cubicBezTo>
                  <a:cubicBezTo>
                    <a:pt x="18682" y="11025"/>
                    <a:pt x="18265" y="9489"/>
                    <a:pt x="17515" y="8156"/>
                  </a:cubicBezTo>
                  <a:lnTo>
                    <a:pt x="17134" y="8156"/>
                  </a:lnTo>
                  <a:cubicBezTo>
                    <a:pt x="16967" y="7858"/>
                    <a:pt x="16777" y="7572"/>
                    <a:pt x="16574" y="7287"/>
                  </a:cubicBezTo>
                  <a:cubicBezTo>
                    <a:pt x="15026" y="5155"/>
                    <a:pt x="12562" y="3739"/>
                    <a:pt x="9764" y="3608"/>
                  </a:cubicBezTo>
                  <a:lnTo>
                    <a:pt x="9764" y="2572"/>
                  </a:lnTo>
                  <a:cubicBezTo>
                    <a:pt x="10288" y="2393"/>
                    <a:pt x="10657" y="1905"/>
                    <a:pt x="10657" y="1322"/>
                  </a:cubicBezTo>
                  <a:cubicBezTo>
                    <a:pt x="10657" y="583"/>
                    <a:pt x="10073" y="0"/>
                    <a:pt x="934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7" name="Google Shape;517;p32"/>
            <p:cNvGrpSpPr/>
            <p:nvPr/>
          </p:nvGrpSpPr>
          <p:grpSpPr>
            <a:xfrm>
              <a:off x="2258600" y="1433188"/>
              <a:ext cx="467050" cy="537300"/>
              <a:chOff x="2258600" y="-256450"/>
              <a:chExt cx="467050" cy="537300"/>
            </a:xfrm>
          </p:grpSpPr>
          <p:sp>
            <p:nvSpPr>
              <p:cNvPr id="518" name="Google Shape;518;p32"/>
              <p:cNvSpPr/>
              <p:nvPr/>
            </p:nvSpPr>
            <p:spPr>
              <a:xfrm>
                <a:off x="2481850" y="-201675"/>
                <a:ext cx="20850" cy="940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3763" extrusionOk="0">
                    <a:moveTo>
                      <a:pt x="0" y="0"/>
                    </a:moveTo>
                    <a:lnTo>
                      <a:pt x="0" y="3763"/>
                    </a:lnTo>
                    <a:lnTo>
                      <a:pt x="834" y="3763"/>
                    </a:lnTo>
                    <a:lnTo>
                      <a:pt x="8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32"/>
              <p:cNvSpPr/>
              <p:nvPr/>
            </p:nvSpPr>
            <p:spPr>
              <a:xfrm>
                <a:off x="2269025" y="69475"/>
                <a:ext cx="446500" cy="23250"/>
              </a:xfrm>
              <a:custGeom>
                <a:avLst/>
                <a:gdLst/>
                <a:ahLst/>
                <a:cxnLst/>
                <a:rect l="l" t="t" r="r" b="b"/>
                <a:pathLst>
                  <a:path w="17860" h="930" extrusionOk="0">
                    <a:moveTo>
                      <a:pt x="0" y="1"/>
                    </a:moveTo>
                    <a:cubicBezTo>
                      <a:pt x="12" y="322"/>
                      <a:pt x="48" y="620"/>
                      <a:pt x="96" y="930"/>
                    </a:cubicBezTo>
                    <a:lnTo>
                      <a:pt x="17753" y="930"/>
                    </a:lnTo>
                    <a:cubicBezTo>
                      <a:pt x="17800" y="620"/>
                      <a:pt x="17836" y="310"/>
                      <a:pt x="1786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32"/>
              <p:cNvSpPr/>
              <p:nvPr/>
            </p:nvSpPr>
            <p:spPr>
              <a:xfrm>
                <a:off x="2271700" y="92700"/>
                <a:ext cx="441150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17646" h="7526" extrusionOk="0">
                    <a:moveTo>
                      <a:pt x="1" y="1"/>
                    </a:moveTo>
                    <a:cubicBezTo>
                      <a:pt x="679" y="4263"/>
                      <a:pt x="4370" y="7525"/>
                      <a:pt x="8823" y="7525"/>
                    </a:cubicBezTo>
                    <a:cubicBezTo>
                      <a:pt x="13276" y="7525"/>
                      <a:pt x="16967" y="4263"/>
                      <a:pt x="176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32"/>
              <p:cNvSpPr/>
              <p:nvPr/>
            </p:nvSpPr>
            <p:spPr>
              <a:xfrm>
                <a:off x="2311300" y="-166250"/>
                <a:ext cx="361675" cy="92300"/>
              </a:xfrm>
              <a:custGeom>
                <a:avLst/>
                <a:gdLst/>
                <a:ahLst/>
                <a:cxnLst/>
                <a:rect l="l" t="t" r="r" b="b"/>
                <a:pathLst>
                  <a:path w="14467" h="3692" extrusionOk="0">
                    <a:moveTo>
                      <a:pt x="7239" y="0"/>
                    </a:moveTo>
                    <a:cubicBezTo>
                      <a:pt x="4262" y="0"/>
                      <a:pt x="1631" y="1453"/>
                      <a:pt x="0" y="3691"/>
                    </a:cubicBezTo>
                    <a:lnTo>
                      <a:pt x="14466" y="3691"/>
                    </a:lnTo>
                    <a:cubicBezTo>
                      <a:pt x="12847" y="1453"/>
                      <a:pt x="10216" y="0"/>
                      <a:pt x="72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32"/>
              <p:cNvSpPr/>
              <p:nvPr/>
            </p:nvSpPr>
            <p:spPr>
              <a:xfrm>
                <a:off x="2296700" y="-73975"/>
                <a:ext cx="391150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5646" h="929" extrusionOk="0">
                    <a:moveTo>
                      <a:pt x="584" y="0"/>
                    </a:moveTo>
                    <a:cubicBezTo>
                      <a:pt x="370" y="298"/>
                      <a:pt x="179" y="607"/>
                      <a:pt x="1" y="929"/>
                    </a:cubicBezTo>
                    <a:lnTo>
                      <a:pt x="15645" y="929"/>
                    </a:lnTo>
                    <a:cubicBezTo>
                      <a:pt x="15467" y="607"/>
                      <a:pt x="15276" y="298"/>
                      <a:pt x="150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32"/>
              <p:cNvSpPr/>
              <p:nvPr/>
            </p:nvSpPr>
            <p:spPr>
              <a:xfrm>
                <a:off x="2258600" y="-52550"/>
                <a:ext cx="467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18682" h="5037" extrusionOk="0">
                    <a:moveTo>
                      <a:pt x="1167" y="0"/>
                    </a:moveTo>
                    <a:cubicBezTo>
                      <a:pt x="429" y="1346"/>
                      <a:pt x="1" y="2882"/>
                      <a:pt x="1" y="4525"/>
                    </a:cubicBezTo>
                    <a:cubicBezTo>
                      <a:pt x="1" y="4691"/>
                      <a:pt x="13" y="4870"/>
                      <a:pt x="24" y="5037"/>
                    </a:cubicBezTo>
                    <a:lnTo>
                      <a:pt x="18670" y="5037"/>
                    </a:lnTo>
                    <a:cubicBezTo>
                      <a:pt x="18682" y="4870"/>
                      <a:pt x="18682" y="4691"/>
                      <a:pt x="18682" y="4525"/>
                    </a:cubicBezTo>
                    <a:cubicBezTo>
                      <a:pt x="18682" y="2882"/>
                      <a:pt x="18265" y="1346"/>
                      <a:pt x="175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32"/>
              <p:cNvSpPr/>
              <p:nvPr/>
            </p:nvSpPr>
            <p:spPr>
              <a:xfrm>
                <a:off x="2459225" y="-256450"/>
                <a:ext cx="66100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2644" h="2644" extrusionOk="0">
                    <a:moveTo>
                      <a:pt x="1322" y="620"/>
                    </a:moveTo>
                    <a:cubicBezTo>
                      <a:pt x="1715" y="620"/>
                      <a:pt x="2036" y="929"/>
                      <a:pt x="2036" y="1322"/>
                    </a:cubicBezTo>
                    <a:cubicBezTo>
                      <a:pt x="2036" y="1715"/>
                      <a:pt x="1715" y="2036"/>
                      <a:pt x="1322" y="2036"/>
                    </a:cubicBezTo>
                    <a:cubicBezTo>
                      <a:pt x="929" y="2036"/>
                      <a:pt x="608" y="1715"/>
                      <a:pt x="608" y="1322"/>
                    </a:cubicBezTo>
                    <a:cubicBezTo>
                      <a:pt x="608" y="929"/>
                      <a:pt x="929" y="620"/>
                      <a:pt x="1322" y="620"/>
                    </a:cubicBezTo>
                    <a:close/>
                    <a:moveTo>
                      <a:pt x="1322" y="1"/>
                    </a:moveTo>
                    <a:cubicBezTo>
                      <a:pt x="596" y="1"/>
                      <a:pt x="0" y="596"/>
                      <a:pt x="0" y="1322"/>
                    </a:cubicBezTo>
                    <a:cubicBezTo>
                      <a:pt x="0" y="2048"/>
                      <a:pt x="596" y="2644"/>
                      <a:pt x="1322" y="2644"/>
                    </a:cubicBezTo>
                    <a:cubicBezTo>
                      <a:pt x="2048" y="2644"/>
                      <a:pt x="2644" y="2048"/>
                      <a:pt x="2644" y="1322"/>
                    </a:cubicBezTo>
                    <a:cubicBezTo>
                      <a:pt x="2644" y="596"/>
                      <a:pt x="2048" y="1"/>
                      <a:pt x="1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32"/>
              <p:cNvSpPr/>
              <p:nvPr/>
            </p:nvSpPr>
            <p:spPr>
              <a:xfrm>
                <a:off x="2578575" y="4900"/>
                <a:ext cx="44375" cy="68475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2739" extrusionOk="0">
                    <a:moveTo>
                      <a:pt x="1656" y="0"/>
                    </a:moveTo>
                    <a:lnTo>
                      <a:pt x="1" y="2739"/>
                    </a:lnTo>
                    <a:lnTo>
                      <a:pt x="1775" y="2739"/>
                    </a:lnTo>
                    <a:lnTo>
                      <a:pt x="1775" y="631"/>
                    </a:lnTo>
                    <a:cubicBezTo>
                      <a:pt x="1775" y="405"/>
                      <a:pt x="1739" y="191"/>
                      <a:pt x="16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32"/>
              <p:cNvSpPr/>
              <p:nvPr/>
            </p:nvSpPr>
            <p:spPr>
              <a:xfrm>
                <a:off x="2479175" y="-22500"/>
                <a:ext cx="99425" cy="95875"/>
              </a:xfrm>
              <a:custGeom>
                <a:avLst/>
                <a:gdLst/>
                <a:ahLst/>
                <a:cxnLst/>
                <a:rect l="l" t="t" r="r" b="b"/>
                <a:pathLst>
                  <a:path w="3977" h="3835" extrusionOk="0">
                    <a:moveTo>
                      <a:pt x="2322" y="1"/>
                    </a:moveTo>
                    <a:lnTo>
                      <a:pt x="0" y="3835"/>
                    </a:lnTo>
                    <a:lnTo>
                      <a:pt x="1655" y="3835"/>
                    </a:lnTo>
                    <a:lnTo>
                      <a:pt x="397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32"/>
              <p:cNvSpPr/>
              <p:nvPr/>
            </p:nvSpPr>
            <p:spPr>
              <a:xfrm>
                <a:off x="2361300" y="-22500"/>
                <a:ext cx="175925" cy="95875"/>
              </a:xfrm>
              <a:custGeom>
                <a:avLst/>
                <a:gdLst/>
                <a:ahLst/>
                <a:cxnLst/>
                <a:rect l="l" t="t" r="r" b="b"/>
                <a:pathLst>
                  <a:path w="7037" h="3835" extrusionOk="0">
                    <a:moveTo>
                      <a:pt x="1739" y="1"/>
                    </a:moveTo>
                    <a:cubicBezTo>
                      <a:pt x="786" y="1"/>
                      <a:pt x="0" y="775"/>
                      <a:pt x="0" y="1727"/>
                    </a:cubicBezTo>
                    <a:lnTo>
                      <a:pt x="0" y="3835"/>
                    </a:lnTo>
                    <a:lnTo>
                      <a:pt x="4715" y="3835"/>
                    </a:lnTo>
                    <a:lnTo>
                      <a:pt x="70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32"/>
              <p:cNvSpPr/>
              <p:nvPr/>
            </p:nvSpPr>
            <p:spPr>
              <a:xfrm>
                <a:off x="2561925" y="-8800"/>
                <a:ext cx="58050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2322" h="3287" extrusionOk="0">
                    <a:moveTo>
                      <a:pt x="1977" y="1"/>
                    </a:moveTo>
                    <a:lnTo>
                      <a:pt x="0" y="3287"/>
                    </a:lnTo>
                    <a:lnTo>
                      <a:pt x="667" y="3287"/>
                    </a:lnTo>
                    <a:lnTo>
                      <a:pt x="2322" y="548"/>
                    </a:lnTo>
                    <a:cubicBezTo>
                      <a:pt x="2238" y="346"/>
                      <a:pt x="2131" y="155"/>
                      <a:pt x="19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2"/>
              <p:cNvSpPr/>
              <p:nvPr/>
            </p:nvSpPr>
            <p:spPr>
              <a:xfrm>
                <a:off x="2520550" y="-22500"/>
                <a:ext cx="90800" cy="95875"/>
              </a:xfrm>
              <a:custGeom>
                <a:avLst/>
                <a:gdLst/>
                <a:ahLst/>
                <a:cxnLst/>
                <a:rect l="l" t="t" r="r" b="b"/>
                <a:pathLst>
                  <a:path w="3632" h="3835" extrusionOk="0">
                    <a:moveTo>
                      <a:pt x="2322" y="1"/>
                    </a:moveTo>
                    <a:lnTo>
                      <a:pt x="0" y="3835"/>
                    </a:lnTo>
                    <a:lnTo>
                      <a:pt x="1655" y="3835"/>
                    </a:lnTo>
                    <a:lnTo>
                      <a:pt x="3632" y="549"/>
                    </a:lnTo>
                    <a:cubicBezTo>
                      <a:pt x="3322" y="215"/>
                      <a:pt x="2870" y="1"/>
                      <a:pt x="23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32"/>
              <p:cNvSpPr/>
              <p:nvPr/>
            </p:nvSpPr>
            <p:spPr>
              <a:xfrm>
                <a:off x="2348500" y="128125"/>
                <a:ext cx="348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82" extrusionOk="0">
                    <a:moveTo>
                      <a:pt x="723" y="0"/>
                    </a:moveTo>
                    <a:cubicBezTo>
                      <a:pt x="716" y="0"/>
                      <a:pt x="710" y="0"/>
                      <a:pt x="703" y="0"/>
                    </a:cubicBezTo>
                    <a:cubicBezTo>
                      <a:pt x="310" y="0"/>
                      <a:pt x="0" y="310"/>
                      <a:pt x="0" y="691"/>
                    </a:cubicBezTo>
                    <a:cubicBezTo>
                      <a:pt x="0" y="1072"/>
                      <a:pt x="310" y="1381"/>
                      <a:pt x="703" y="1381"/>
                    </a:cubicBezTo>
                    <a:cubicBezTo>
                      <a:pt x="1084" y="1381"/>
                      <a:pt x="1393" y="1072"/>
                      <a:pt x="1393" y="691"/>
                    </a:cubicBezTo>
                    <a:cubicBezTo>
                      <a:pt x="1393" y="317"/>
                      <a:pt x="1095" y="0"/>
                      <a:pt x="72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32"/>
              <p:cNvSpPr/>
              <p:nvPr/>
            </p:nvSpPr>
            <p:spPr>
              <a:xfrm>
                <a:off x="23991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0"/>
                    </a:moveTo>
                    <a:cubicBezTo>
                      <a:pt x="310" y="0"/>
                      <a:pt x="0" y="310"/>
                      <a:pt x="0" y="691"/>
                    </a:cubicBezTo>
                    <a:cubicBezTo>
                      <a:pt x="0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0"/>
                      <a:pt x="1072" y="0"/>
                      <a:pt x="6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32"/>
              <p:cNvSpPr/>
              <p:nvPr/>
            </p:nvSpPr>
            <p:spPr>
              <a:xfrm>
                <a:off x="24497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0"/>
                    </a:moveTo>
                    <a:cubicBezTo>
                      <a:pt x="310" y="0"/>
                      <a:pt x="0" y="310"/>
                      <a:pt x="0" y="691"/>
                    </a:cubicBezTo>
                    <a:cubicBezTo>
                      <a:pt x="0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0"/>
                      <a:pt x="1072" y="0"/>
                      <a:pt x="69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2"/>
              <p:cNvSpPr/>
              <p:nvPr/>
            </p:nvSpPr>
            <p:spPr>
              <a:xfrm>
                <a:off x="25003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712" y="0"/>
                    </a:moveTo>
                    <a:cubicBezTo>
                      <a:pt x="705" y="0"/>
                      <a:pt x="698" y="0"/>
                      <a:pt x="691" y="0"/>
                    </a:cubicBezTo>
                    <a:cubicBezTo>
                      <a:pt x="310" y="0"/>
                      <a:pt x="1" y="310"/>
                      <a:pt x="1" y="691"/>
                    </a:cubicBezTo>
                    <a:cubicBezTo>
                      <a:pt x="1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7"/>
                      <a:pt x="1083" y="0"/>
                      <a:pt x="71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2"/>
              <p:cNvSpPr/>
              <p:nvPr/>
            </p:nvSpPr>
            <p:spPr>
              <a:xfrm>
                <a:off x="2550600" y="128125"/>
                <a:ext cx="348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82" extrusionOk="0">
                    <a:moveTo>
                      <a:pt x="712" y="0"/>
                    </a:moveTo>
                    <a:cubicBezTo>
                      <a:pt x="705" y="0"/>
                      <a:pt x="698" y="0"/>
                      <a:pt x="691" y="0"/>
                    </a:cubicBezTo>
                    <a:cubicBezTo>
                      <a:pt x="310" y="0"/>
                      <a:pt x="1" y="310"/>
                      <a:pt x="1" y="691"/>
                    </a:cubicBezTo>
                    <a:cubicBezTo>
                      <a:pt x="1" y="1072"/>
                      <a:pt x="310" y="1381"/>
                      <a:pt x="691" y="1381"/>
                    </a:cubicBezTo>
                    <a:cubicBezTo>
                      <a:pt x="1084" y="1381"/>
                      <a:pt x="1394" y="1072"/>
                      <a:pt x="1394" y="691"/>
                    </a:cubicBezTo>
                    <a:cubicBezTo>
                      <a:pt x="1394" y="317"/>
                      <a:pt x="1095" y="0"/>
                      <a:pt x="7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32"/>
              <p:cNvSpPr/>
              <p:nvPr/>
            </p:nvSpPr>
            <p:spPr>
              <a:xfrm>
                <a:off x="26012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0"/>
                    </a:moveTo>
                    <a:cubicBezTo>
                      <a:pt x="310" y="0"/>
                      <a:pt x="1" y="310"/>
                      <a:pt x="1" y="691"/>
                    </a:cubicBezTo>
                    <a:cubicBezTo>
                      <a:pt x="1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0"/>
                      <a:pt x="1072" y="0"/>
                      <a:pt x="6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32"/>
              <p:cNvSpPr/>
              <p:nvPr/>
            </p:nvSpPr>
            <p:spPr>
              <a:xfrm>
                <a:off x="2392850" y="187050"/>
                <a:ext cx="19885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7954" h="442" extrusionOk="0">
                    <a:moveTo>
                      <a:pt x="0" y="1"/>
                    </a:moveTo>
                    <a:lnTo>
                      <a:pt x="0" y="441"/>
                    </a:lnTo>
                    <a:lnTo>
                      <a:pt x="7954" y="441"/>
                    </a:lnTo>
                    <a:lnTo>
                      <a:pt x="79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2"/>
              <p:cNvSpPr/>
              <p:nvPr/>
            </p:nvSpPr>
            <p:spPr>
              <a:xfrm>
                <a:off x="2392850" y="213250"/>
                <a:ext cx="19885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7954" h="442" extrusionOk="0">
                    <a:moveTo>
                      <a:pt x="0" y="1"/>
                    </a:moveTo>
                    <a:lnTo>
                      <a:pt x="0" y="441"/>
                    </a:lnTo>
                    <a:lnTo>
                      <a:pt x="7954" y="441"/>
                    </a:lnTo>
                    <a:lnTo>
                      <a:pt x="79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38" name="Google Shape;538;p32"/>
          <p:cNvGrpSpPr/>
          <p:nvPr/>
        </p:nvGrpSpPr>
        <p:grpSpPr>
          <a:xfrm>
            <a:off x="6590796" y="3332394"/>
            <a:ext cx="1055985" cy="905499"/>
            <a:chOff x="4041575" y="1574875"/>
            <a:chExt cx="296475" cy="254225"/>
          </a:xfrm>
        </p:grpSpPr>
        <p:sp>
          <p:nvSpPr>
            <p:cNvPr id="539" name="Google Shape;539;p32"/>
            <p:cNvSpPr/>
            <p:nvPr/>
          </p:nvSpPr>
          <p:spPr>
            <a:xfrm>
              <a:off x="4041575" y="1574875"/>
              <a:ext cx="296475" cy="254225"/>
            </a:xfrm>
            <a:custGeom>
              <a:avLst/>
              <a:gdLst/>
              <a:ahLst/>
              <a:cxnLst/>
              <a:rect l="l" t="t" r="r" b="b"/>
              <a:pathLst>
                <a:path w="11859" h="10169" extrusionOk="0">
                  <a:moveTo>
                    <a:pt x="655" y="0"/>
                  </a:moveTo>
                  <a:cubicBezTo>
                    <a:pt x="286" y="0"/>
                    <a:pt x="0" y="298"/>
                    <a:pt x="0" y="655"/>
                  </a:cubicBezTo>
                  <a:cubicBezTo>
                    <a:pt x="0" y="941"/>
                    <a:pt x="179" y="1179"/>
                    <a:pt x="429" y="1274"/>
                  </a:cubicBezTo>
                  <a:lnTo>
                    <a:pt x="429" y="4561"/>
                  </a:lnTo>
                  <a:cubicBezTo>
                    <a:pt x="238" y="4739"/>
                    <a:pt x="119" y="5001"/>
                    <a:pt x="119" y="5275"/>
                  </a:cubicBezTo>
                  <a:cubicBezTo>
                    <a:pt x="119" y="5811"/>
                    <a:pt x="548" y="6251"/>
                    <a:pt x="1084" y="6251"/>
                  </a:cubicBezTo>
                  <a:cubicBezTo>
                    <a:pt x="1095" y="6251"/>
                    <a:pt x="1119" y="6239"/>
                    <a:pt x="1131" y="6239"/>
                  </a:cubicBezTo>
                  <a:cubicBezTo>
                    <a:pt x="1584" y="8478"/>
                    <a:pt x="3560" y="10168"/>
                    <a:pt x="5929" y="10168"/>
                  </a:cubicBezTo>
                  <a:cubicBezTo>
                    <a:pt x="8299" y="10168"/>
                    <a:pt x="10275" y="8478"/>
                    <a:pt x="10716" y="6239"/>
                  </a:cubicBezTo>
                  <a:cubicBezTo>
                    <a:pt x="10728" y="6239"/>
                    <a:pt x="10751" y="6251"/>
                    <a:pt x="10763" y="6251"/>
                  </a:cubicBezTo>
                  <a:cubicBezTo>
                    <a:pt x="11299" y="6251"/>
                    <a:pt x="11728" y="5811"/>
                    <a:pt x="11728" y="5275"/>
                  </a:cubicBezTo>
                  <a:cubicBezTo>
                    <a:pt x="11728" y="5001"/>
                    <a:pt x="11609" y="4739"/>
                    <a:pt x="11418" y="4561"/>
                  </a:cubicBezTo>
                  <a:lnTo>
                    <a:pt x="11418" y="1274"/>
                  </a:lnTo>
                  <a:cubicBezTo>
                    <a:pt x="11668" y="1179"/>
                    <a:pt x="11859" y="941"/>
                    <a:pt x="11859" y="655"/>
                  </a:cubicBezTo>
                  <a:cubicBezTo>
                    <a:pt x="11859" y="298"/>
                    <a:pt x="11561" y="0"/>
                    <a:pt x="11192" y="0"/>
                  </a:cubicBezTo>
                  <a:cubicBezTo>
                    <a:pt x="10835" y="0"/>
                    <a:pt x="10537" y="298"/>
                    <a:pt x="10537" y="655"/>
                  </a:cubicBezTo>
                  <a:cubicBezTo>
                    <a:pt x="10537" y="941"/>
                    <a:pt x="10728" y="1179"/>
                    <a:pt x="10978" y="1274"/>
                  </a:cubicBezTo>
                  <a:lnTo>
                    <a:pt x="10978" y="4334"/>
                  </a:lnTo>
                  <a:cubicBezTo>
                    <a:pt x="10906" y="4311"/>
                    <a:pt x="10835" y="4311"/>
                    <a:pt x="10763" y="4311"/>
                  </a:cubicBezTo>
                  <a:lnTo>
                    <a:pt x="10716" y="4311"/>
                  </a:lnTo>
                  <a:cubicBezTo>
                    <a:pt x="10275" y="2072"/>
                    <a:pt x="8299" y="381"/>
                    <a:pt x="5929" y="381"/>
                  </a:cubicBezTo>
                  <a:cubicBezTo>
                    <a:pt x="3560" y="381"/>
                    <a:pt x="1584" y="2072"/>
                    <a:pt x="1131" y="4311"/>
                  </a:cubicBezTo>
                  <a:lnTo>
                    <a:pt x="1084" y="4311"/>
                  </a:lnTo>
                  <a:cubicBezTo>
                    <a:pt x="1012" y="4311"/>
                    <a:pt x="941" y="4311"/>
                    <a:pt x="881" y="4334"/>
                  </a:cubicBezTo>
                  <a:lnTo>
                    <a:pt x="881" y="1274"/>
                  </a:lnTo>
                  <a:cubicBezTo>
                    <a:pt x="1131" y="1179"/>
                    <a:pt x="1310" y="941"/>
                    <a:pt x="1310" y="655"/>
                  </a:cubicBezTo>
                  <a:cubicBezTo>
                    <a:pt x="1310" y="298"/>
                    <a:pt x="1012" y="0"/>
                    <a:pt x="655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0" name="Google Shape;540;p32"/>
            <p:cNvGrpSpPr/>
            <p:nvPr/>
          </p:nvGrpSpPr>
          <p:grpSpPr>
            <a:xfrm>
              <a:off x="4041575" y="1575025"/>
              <a:ext cx="296475" cy="253925"/>
              <a:chOff x="4041575" y="-114775"/>
              <a:chExt cx="296475" cy="253925"/>
            </a:xfrm>
          </p:grpSpPr>
          <p:sp>
            <p:nvSpPr>
              <p:cNvPr id="541" name="Google Shape;541;p32"/>
              <p:cNvSpPr/>
              <p:nvPr/>
            </p:nvSpPr>
            <p:spPr>
              <a:xfrm>
                <a:off x="4052275" y="-104050"/>
                <a:ext cx="11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37" extrusionOk="0">
                    <a:moveTo>
                      <a:pt x="227" y="1"/>
                    </a:moveTo>
                    <a:cubicBezTo>
                      <a:pt x="96" y="1"/>
                      <a:pt x="1" y="96"/>
                      <a:pt x="1" y="227"/>
                    </a:cubicBezTo>
                    <a:lnTo>
                      <a:pt x="1" y="4823"/>
                    </a:lnTo>
                    <a:cubicBezTo>
                      <a:pt x="1" y="4942"/>
                      <a:pt x="96" y="5037"/>
                      <a:pt x="227" y="5037"/>
                    </a:cubicBezTo>
                    <a:cubicBezTo>
                      <a:pt x="346" y="5037"/>
                      <a:pt x="441" y="4942"/>
                      <a:pt x="441" y="4823"/>
                    </a:cubicBezTo>
                    <a:lnTo>
                      <a:pt x="441" y="227"/>
                    </a:lnTo>
                    <a:cubicBezTo>
                      <a:pt x="441" y="96"/>
                      <a:pt x="346" y="1"/>
                      <a:pt x="2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32"/>
              <p:cNvSpPr/>
              <p:nvPr/>
            </p:nvSpPr>
            <p:spPr>
              <a:xfrm>
                <a:off x="4041575" y="-114775"/>
                <a:ext cx="327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311" extrusionOk="0">
                    <a:moveTo>
                      <a:pt x="655" y="1"/>
                    </a:moveTo>
                    <a:cubicBezTo>
                      <a:pt x="286" y="1"/>
                      <a:pt x="0" y="287"/>
                      <a:pt x="0" y="656"/>
                    </a:cubicBezTo>
                    <a:cubicBezTo>
                      <a:pt x="0" y="1013"/>
                      <a:pt x="286" y="1311"/>
                      <a:pt x="655" y="1311"/>
                    </a:cubicBezTo>
                    <a:cubicBezTo>
                      <a:pt x="1012" y="1311"/>
                      <a:pt x="1310" y="1013"/>
                      <a:pt x="1310" y="656"/>
                    </a:cubicBezTo>
                    <a:cubicBezTo>
                      <a:pt x="1310" y="287"/>
                      <a:pt x="1012" y="1"/>
                      <a:pt x="65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2"/>
              <p:cNvSpPr/>
              <p:nvPr/>
            </p:nvSpPr>
            <p:spPr>
              <a:xfrm>
                <a:off x="4316000" y="-104050"/>
                <a:ext cx="11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37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27"/>
                    </a:cubicBezTo>
                    <a:lnTo>
                      <a:pt x="1" y="4823"/>
                    </a:lnTo>
                    <a:cubicBezTo>
                      <a:pt x="1" y="4942"/>
                      <a:pt x="96" y="5037"/>
                      <a:pt x="215" y="5037"/>
                    </a:cubicBezTo>
                    <a:cubicBezTo>
                      <a:pt x="346" y="5037"/>
                      <a:pt x="441" y="4942"/>
                      <a:pt x="441" y="4823"/>
                    </a:cubicBezTo>
                    <a:lnTo>
                      <a:pt x="441" y="227"/>
                    </a:lnTo>
                    <a:cubicBezTo>
                      <a:pt x="441" y="96"/>
                      <a:pt x="346" y="1"/>
                      <a:pt x="2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2"/>
              <p:cNvSpPr/>
              <p:nvPr/>
            </p:nvSpPr>
            <p:spPr>
              <a:xfrm>
                <a:off x="4305000" y="-114775"/>
                <a:ext cx="330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11" extrusionOk="0">
                    <a:moveTo>
                      <a:pt x="655" y="1"/>
                    </a:moveTo>
                    <a:cubicBezTo>
                      <a:pt x="298" y="1"/>
                      <a:pt x="0" y="287"/>
                      <a:pt x="0" y="656"/>
                    </a:cubicBezTo>
                    <a:cubicBezTo>
                      <a:pt x="0" y="1013"/>
                      <a:pt x="298" y="1311"/>
                      <a:pt x="655" y="1311"/>
                    </a:cubicBezTo>
                    <a:cubicBezTo>
                      <a:pt x="1024" y="1311"/>
                      <a:pt x="1322" y="1013"/>
                      <a:pt x="1322" y="656"/>
                    </a:cubicBezTo>
                    <a:cubicBezTo>
                      <a:pt x="1322" y="287"/>
                      <a:pt x="1024" y="1"/>
                      <a:pt x="65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2"/>
              <p:cNvSpPr/>
              <p:nvPr/>
            </p:nvSpPr>
            <p:spPr>
              <a:xfrm>
                <a:off x="4286525" y="-7300"/>
                <a:ext cx="48250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941" extrusionOk="0">
                    <a:moveTo>
                      <a:pt x="965" y="0"/>
                    </a:moveTo>
                    <a:cubicBezTo>
                      <a:pt x="430" y="0"/>
                      <a:pt x="1" y="441"/>
                      <a:pt x="1" y="976"/>
                    </a:cubicBezTo>
                    <a:cubicBezTo>
                      <a:pt x="1" y="1512"/>
                      <a:pt x="430" y="1941"/>
                      <a:pt x="965" y="1941"/>
                    </a:cubicBezTo>
                    <a:cubicBezTo>
                      <a:pt x="1501" y="1941"/>
                      <a:pt x="1930" y="1512"/>
                      <a:pt x="1930" y="976"/>
                    </a:cubicBezTo>
                    <a:cubicBezTo>
                      <a:pt x="1930" y="441"/>
                      <a:pt x="1501" y="0"/>
                      <a:pt x="9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32"/>
              <p:cNvSpPr/>
              <p:nvPr/>
            </p:nvSpPr>
            <p:spPr>
              <a:xfrm>
                <a:off x="4044550" y="-7300"/>
                <a:ext cx="48525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941" extrusionOk="0">
                    <a:moveTo>
                      <a:pt x="965" y="0"/>
                    </a:moveTo>
                    <a:cubicBezTo>
                      <a:pt x="429" y="0"/>
                      <a:pt x="0" y="441"/>
                      <a:pt x="0" y="976"/>
                    </a:cubicBezTo>
                    <a:cubicBezTo>
                      <a:pt x="0" y="1512"/>
                      <a:pt x="429" y="1941"/>
                      <a:pt x="965" y="1941"/>
                    </a:cubicBezTo>
                    <a:cubicBezTo>
                      <a:pt x="1500" y="1941"/>
                      <a:pt x="1941" y="1512"/>
                      <a:pt x="1941" y="976"/>
                    </a:cubicBezTo>
                    <a:cubicBezTo>
                      <a:pt x="1941" y="441"/>
                      <a:pt x="1500" y="0"/>
                      <a:pt x="9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2"/>
              <p:cNvSpPr/>
              <p:nvPr/>
            </p:nvSpPr>
            <p:spPr>
              <a:xfrm>
                <a:off x="4067450" y="-105250"/>
                <a:ext cx="244400" cy="244400"/>
              </a:xfrm>
              <a:custGeom>
                <a:avLst/>
                <a:gdLst/>
                <a:ahLst/>
                <a:cxnLst/>
                <a:rect l="l" t="t" r="r" b="b"/>
                <a:pathLst>
                  <a:path w="9776" h="9776" extrusionOk="0">
                    <a:moveTo>
                      <a:pt x="4894" y="1"/>
                    </a:moveTo>
                    <a:cubicBezTo>
                      <a:pt x="2192" y="1"/>
                      <a:pt x="1" y="2192"/>
                      <a:pt x="1" y="4894"/>
                    </a:cubicBezTo>
                    <a:cubicBezTo>
                      <a:pt x="1" y="7597"/>
                      <a:pt x="2192" y="9776"/>
                      <a:pt x="4894" y="9776"/>
                    </a:cubicBezTo>
                    <a:cubicBezTo>
                      <a:pt x="7585" y="9776"/>
                      <a:pt x="9776" y="7597"/>
                      <a:pt x="9776" y="4894"/>
                    </a:cubicBezTo>
                    <a:cubicBezTo>
                      <a:pt x="9776" y="2192"/>
                      <a:pt x="7585" y="1"/>
                      <a:pt x="489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2"/>
              <p:cNvSpPr/>
              <p:nvPr/>
            </p:nvSpPr>
            <p:spPr>
              <a:xfrm>
                <a:off x="4090375" y="-18625"/>
                <a:ext cx="1985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7943" h="2799" extrusionOk="0">
                    <a:moveTo>
                      <a:pt x="679" y="1"/>
                    </a:moveTo>
                    <a:cubicBezTo>
                      <a:pt x="298" y="1"/>
                      <a:pt x="1" y="310"/>
                      <a:pt x="1" y="679"/>
                    </a:cubicBezTo>
                    <a:lnTo>
                      <a:pt x="1" y="2120"/>
                    </a:lnTo>
                    <a:cubicBezTo>
                      <a:pt x="1" y="2501"/>
                      <a:pt x="298" y="2799"/>
                      <a:pt x="679" y="2799"/>
                    </a:cubicBezTo>
                    <a:lnTo>
                      <a:pt x="7275" y="2799"/>
                    </a:lnTo>
                    <a:cubicBezTo>
                      <a:pt x="7645" y="2799"/>
                      <a:pt x="7942" y="2501"/>
                      <a:pt x="7942" y="2120"/>
                    </a:cubicBezTo>
                    <a:lnTo>
                      <a:pt x="7942" y="679"/>
                    </a:lnTo>
                    <a:cubicBezTo>
                      <a:pt x="7942" y="310"/>
                      <a:pt x="7645" y="1"/>
                      <a:pt x="72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2"/>
              <p:cNvSpPr/>
              <p:nvPr/>
            </p:nvSpPr>
            <p:spPr>
              <a:xfrm>
                <a:off x="4119550" y="4600"/>
                <a:ext cx="247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89" extrusionOk="0">
                    <a:moveTo>
                      <a:pt x="489" y="0"/>
                    </a:moveTo>
                    <a:cubicBezTo>
                      <a:pt x="215" y="0"/>
                      <a:pt x="1" y="227"/>
                      <a:pt x="1" y="500"/>
                    </a:cubicBezTo>
                    <a:cubicBezTo>
                      <a:pt x="1" y="774"/>
                      <a:pt x="215" y="989"/>
                      <a:pt x="489" y="989"/>
                    </a:cubicBezTo>
                    <a:cubicBezTo>
                      <a:pt x="763" y="989"/>
                      <a:pt x="989" y="774"/>
                      <a:pt x="989" y="500"/>
                    </a:cubicBezTo>
                    <a:cubicBezTo>
                      <a:pt x="989" y="227"/>
                      <a:pt x="763" y="0"/>
                      <a:pt x="48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2"/>
              <p:cNvSpPr/>
              <p:nvPr/>
            </p:nvSpPr>
            <p:spPr>
              <a:xfrm>
                <a:off x="4235050" y="4600"/>
                <a:ext cx="250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989" extrusionOk="0">
                    <a:moveTo>
                      <a:pt x="500" y="0"/>
                    </a:moveTo>
                    <a:cubicBezTo>
                      <a:pt x="226" y="0"/>
                      <a:pt x="0" y="227"/>
                      <a:pt x="0" y="500"/>
                    </a:cubicBezTo>
                    <a:cubicBezTo>
                      <a:pt x="0" y="774"/>
                      <a:pt x="226" y="989"/>
                      <a:pt x="500" y="989"/>
                    </a:cubicBezTo>
                    <a:cubicBezTo>
                      <a:pt x="774" y="989"/>
                      <a:pt x="1000" y="774"/>
                      <a:pt x="1000" y="500"/>
                    </a:cubicBezTo>
                    <a:cubicBezTo>
                      <a:pt x="1000" y="227"/>
                      <a:pt x="774" y="0"/>
                      <a:pt x="5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1" name="Google Shape;551;p32"/>
          <p:cNvGrpSpPr/>
          <p:nvPr/>
        </p:nvGrpSpPr>
        <p:grpSpPr>
          <a:xfrm>
            <a:off x="4669443" y="2445605"/>
            <a:ext cx="1827087" cy="2315090"/>
            <a:chOff x="4700075" y="3262363"/>
            <a:chExt cx="560525" cy="710238"/>
          </a:xfrm>
        </p:grpSpPr>
        <p:sp>
          <p:nvSpPr>
            <p:cNvPr id="552" name="Google Shape;552;p32"/>
            <p:cNvSpPr/>
            <p:nvPr/>
          </p:nvSpPr>
          <p:spPr>
            <a:xfrm>
              <a:off x="4700075" y="3262375"/>
              <a:ext cx="560525" cy="710225"/>
            </a:xfrm>
            <a:custGeom>
              <a:avLst/>
              <a:gdLst/>
              <a:ahLst/>
              <a:cxnLst/>
              <a:rect l="l" t="t" r="r" b="b"/>
              <a:pathLst>
                <a:path w="22421" h="28409" extrusionOk="0">
                  <a:moveTo>
                    <a:pt x="6728" y="0"/>
                  </a:moveTo>
                  <a:cubicBezTo>
                    <a:pt x="6121" y="0"/>
                    <a:pt x="5632" y="488"/>
                    <a:pt x="5632" y="1084"/>
                  </a:cubicBezTo>
                  <a:lnTo>
                    <a:pt x="5632" y="3000"/>
                  </a:lnTo>
                  <a:cubicBezTo>
                    <a:pt x="5394" y="3012"/>
                    <a:pt x="5204" y="3215"/>
                    <a:pt x="5204" y="3465"/>
                  </a:cubicBezTo>
                  <a:lnTo>
                    <a:pt x="5204" y="3953"/>
                  </a:lnTo>
                  <a:lnTo>
                    <a:pt x="4716" y="3953"/>
                  </a:lnTo>
                  <a:lnTo>
                    <a:pt x="4716" y="4286"/>
                  </a:lnTo>
                  <a:lnTo>
                    <a:pt x="3263" y="4286"/>
                  </a:lnTo>
                  <a:cubicBezTo>
                    <a:pt x="3120" y="3834"/>
                    <a:pt x="2692" y="3501"/>
                    <a:pt x="2192" y="3501"/>
                  </a:cubicBezTo>
                  <a:cubicBezTo>
                    <a:pt x="1584" y="3501"/>
                    <a:pt x="1084" y="4001"/>
                    <a:pt x="1084" y="4608"/>
                  </a:cubicBezTo>
                  <a:cubicBezTo>
                    <a:pt x="1084" y="5227"/>
                    <a:pt x="1572" y="5727"/>
                    <a:pt x="2192" y="5727"/>
                  </a:cubicBezTo>
                  <a:cubicBezTo>
                    <a:pt x="2692" y="5727"/>
                    <a:pt x="3108" y="5406"/>
                    <a:pt x="3251" y="4953"/>
                  </a:cubicBezTo>
                  <a:lnTo>
                    <a:pt x="4716" y="4953"/>
                  </a:lnTo>
                  <a:lnTo>
                    <a:pt x="4716" y="5298"/>
                  </a:lnTo>
                  <a:lnTo>
                    <a:pt x="5192" y="5298"/>
                  </a:lnTo>
                  <a:lnTo>
                    <a:pt x="5192" y="5727"/>
                  </a:lnTo>
                  <a:cubicBezTo>
                    <a:pt x="5192" y="5977"/>
                    <a:pt x="5394" y="6179"/>
                    <a:pt x="5632" y="6191"/>
                  </a:cubicBezTo>
                  <a:lnTo>
                    <a:pt x="5632" y="8394"/>
                  </a:lnTo>
                  <a:cubicBezTo>
                    <a:pt x="5632" y="8989"/>
                    <a:pt x="6121" y="9477"/>
                    <a:pt x="6728" y="9477"/>
                  </a:cubicBezTo>
                  <a:lnTo>
                    <a:pt x="9300" y="9477"/>
                  </a:lnTo>
                  <a:lnTo>
                    <a:pt x="9300" y="10323"/>
                  </a:lnTo>
                  <a:lnTo>
                    <a:pt x="4442" y="10323"/>
                  </a:lnTo>
                  <a:lnTo>
                    <a:pt x="4442" y="11216"/>
                  </a:lnTo>
                  <a:lnTo>
                    <a:pt x="4442" y="11966"/>
                  </a:lnTo>
                  <a:lnTo>
                    <a:pt x="4442" y="12013"/>
                  </a:lnTo>
                  <a:lnTo>
                    <a:pt x="5609" y="12013"/>
                  </a:lnTo>
                  <a:cubicBezTo>
                    <a:pt x="5251" y="12204"/>
                    <a:pt x="4906" y="12430"/>
                    <a:pt x="4585" y="12692"/>
                  </a:cubicBezTo>
                  <a:cubicBezTo>
                    <a:pt x="4358" y="12871"/>
                    <a:pt x="4132" y="13061"/>
                    <a:pt x="3930" y="13264"/>
                  </a:cubicBezTo>
                  <a:cubicBezTo>
                    <a:pt x="3739" y="13454"/>
                    <a:pt x="3573" y="13645"/>
                    <a:pt x="3418" y="13847"/>
                  </a:cubicBezTo>
                  <a:cubicBezTo>
                    <a:pt x="3037" y="14323"/>
                    <a:pt x="2739" y="14823"/>
                    <a:pt x="2513" y="15359"/>
                  </a:cubicBezTo>
                  <a:cubicBezTo>
                    <a:pt x="2275" y="15895"/>
                    <a:pt x="2108" y="16466"/>
                    <a:pt x="1977" y="17050"/>
                  </a:cubicBezTo>
                  <a:cubicBezTo>
                    <a:pt x="1846" y="17681"/>
                    <a:pt x="1775" y="18324"/>
                    <a:pt x="1727" y="18979"/>
                  </a:cubicBezTo>
                  <a:cubicBezTo>
                    <a:pt x="1680" y="19610"/>
                    <a:pt x="1668" y="20241"/>
                    <a:pt x="1668" y="20872"/>
                  </a:cubicBezTo>
                  <a:cubicBezTo>
                    <a:pt x="1668" y="20979"/>
                    <a:pt x="1668" y="21098"/>
                    <a:pt x="1668" y="21205"/>
                  </a:cubicBezTo>
                  <a:cubicBezTo>
                    <a:pt x="715" y="21443"/>
                    <a:pt x="1" y="22300"/>
                    <a:pt x="1" y="23336"/>
                  </a:cubicBezTo>
                  <a:lnTo>
                    <a:pt x="1" y="24848"/>
                  </a:lnTo>
                  <a:lnTo>
                    <a:pt x="1168" y="24848"/>
                  </a:lnTo>
                  <a:lnTo>
                    <a:pt x="1168" y="23324"/>
                  </a:lnTo>
                  <a:cubicBezTo>
                    <a:pt x="1168" y="22765"/>
                    <a:pt x="1632" y="22300"/>
                    <a:pt x="2192" y="22300"/>
                  </a:cubicBezTo>
                  <a:cubicBezTo>
                    <a:pt x="2763" y="22300"/>
                    <a:pt x="3227" y="22765"/>
                    <a:pt x="3227" y="23324"/>
                  </a:cubicBezTo>
                  <a:lnTo>
                    <a:pt x="3227" y="24836"/>
                  </a:lnTo>
                  <a:lnTo>
                    <a:pt x="4394" y="24836"/>
                  </a:lnTo>
                  <a:lnTo>
                    <a:pt x="4394" y="23324"/>
                  </a:lnTo>
                  <a:cubicBezTo>
                    <a:pt x="4394" y="22336"/>
                    <a:pt x="3739" y="21503"/>
                    <a:pt x="2834" y="21229"/>
                  </a:cubicBezTo>
                  <a:lnTo>
                    <a:pt x="2834" y="20860"/>
                  </a:lnTo>
                  <a:cubicBezTo>
                    <a:pt x="2834" y="20276"/>
                    <a:pt x="2846" y="19681"/>
                    <a:pt x="2882" y="19098"/>
                  </a:cubicBezTo>
                  <a:cubicBezTo>
                    <a:pt x="2918" y="18526"/>
                    <a:pt x="2989" y="17967"/>
                    <a:pt x="3096" y="17419"/>
                  </a:cubicBezTo>
                  <a:cubicBezTo>
                    <a:pt x="3215" y="16859"/>
                    <a:pt x="3382" y="16300"/>
                    <a:pt x="3620" y="15776"/>
                  </a:cubicBezTo>
                  <a:cubicBezTo>
                    <a:pt x="3811" y="15347"/>
                    <a:pt x="4061" y="14942"/>
                    <a:pt x="4358" y="14549"/>
                  </a:cubicBezTo>
                  <a:cubicBezTo>
                    <a:pt x="4478" y="14395"/>
                    <a:pt x="4609" y="14240"/>
                    <a:pt x="4751" y="14085"/>
                  </a:cubicBezTo>
                  <a:cubicBezTo>
                    <a:pt x="4906" y="13930"/>
                    <a:pt x="5061" y="13787"/>
                    <a:pt x="5228" y="13657"/>
                  </a:cubicBezTo>
                  <a:cubicBezTo>
                    <a:pt x="5430" y="13478"/>
                    <a:pt x="5656" y="13323"/>
                    <a:pt x="5882" y="13180"/>
                  </a:cubicBezTo>
                  <a:lnTo>
                    <a:pt x="5882" y="20872"/>
                  </a:lnTo>
                  <a:lnTo>
                    <a:pt x="7406" y="20872"/>
                  </a:lnTo>
                  <a:cubicBezTo>
                    <a:pt x="7335" y="21015"/>
                    <a:pt x="7276" y="21169"/>
                    <a:pt x="7216" y="21324"/>
                  </a:cubicBezTo>
                  <a:cubicBezTo>
                    <a:pt x="7014" y="21872"/>
                    <a:pt x="6883" y="22455"/>
                    <a:pt x="6811" y="23062"/>
                  </a:cubicBezTo>
                  <a:cubicBezTo>
                    <a:pt x="6740" y="23562"/>
                    <a:pt x="6704" y="24074"/>
                    <a:pt x="6704" y="24575"/>
                  </a:cubicBezTo>
                  <a:cubicBezTo>
                    <a:pt x="6692" y="25086"/>
                    <a:pt x="6716" y="25587"/>
                    <a:pt x="6752" y="26051"/>
                  </a:cubicBezTo>
                  <a:cubicBezTo>
                    <a:pt x="6573" y="26229"/>
                    <a:pt x="6454" y="26480"/>
                    <a:pt x="6454" y="26753"/>
                  </a:cubicBezTo>
                  <a:lnTo>
                    <a:pt x="6454" y="26968"/>
                  </a:lnTo>
                  <a:lnTo>
                    <a:pt x="4132" y="26968"/>
                  </a:lnTo>
                  <a:lnTo>
                    <a:pt x="4132" y="27682"/>
                  </a:lnTo>
                  <a:lnTo>
                    <a:pt x="4132" y="28396"/>
                  </a:lnTo>
                  <a:lnTo>
                    <a:pt x="4132" y="28408"/>
                  </a:lnTo>
                  <a:lnTo>
                    <a:pt x="8776" y="28408"/>
                  </a:lnTo>
                  <a:lnTo>
                    <a:pt x="8776" y="28396"/>
                  </a:lnTo>
                  <a:lnTo>
                    <a:pt x="8776" y="27682"/>
                  </a:lnTo>
                  <a:lnTo>
                    <a:pt x="8776" y="26968"/>
                  </a:lnTo>
                  <a:lnTo>
                    <a:pt x="8395" y="26968"/>
                  </a:lnTo>
                  <a:lnTo>
                    <a:pt x="8395" y="26753"/>
                  </a:lnTo>
                  <a:cubicBezTo>
                    <a:pt x="8395" y="26432"/>
                    <a:pt x="8240" y="26146"/>
                    <a:pt x="8002" y="25968"/>
                  </a:cubicBezTo>
                  <a:cubicBezTo>
                    <a:pt x="8002" y="25944"/>
                    <a:pt x="7990" y="25920"/>
                    <a:pt x="7990" y="25896"/>
                  </a:cubicBezTo>
                  <a:cubicBezTo>
                    <a:pt x="7954" y="25456"/>
                    <a:pt x="7942" y="25015"/>
                    <a:pt x="7954" y="24586"/>
                  </a:cubicBezTo>
                  <a:cubicBezTo>
                    <a:pt x="7966" y="24051"/>
                    <a:pt x="8014" y="23515"/>
                    <a:pt x="8109" y="22991"/>
                  </a:cubicBezTo>
                  <a:cubicBezTo>
                    <a:pt x="8121" y="22908"/>
                    <a:pt x="8133" y="22824"/>
                    <a:pt x="8157" y="22741"/>
                  </a:cubicBezTo>
                  <a:cubicBezTo>
                    <a:pt x="8228" y="22360"/>
                    <a:pt x="8335" y="21979"/>
                    <a:pt x="8478" y="21610"/>
                  </a:cubicBezTo>
                  <a:cubicBezTo>
                    <a:pt x="8585" y="21348"/>
                    <a:pt x="8704" y="21098"/>
                    <a:pt x="8859" y="20872"/>
                  </a:cubicBezTo>
                  <a:lnTo>
                    <a:pt x="13443" y="20872"/>
                  </a:lnTo>
                  <a:cubicBezTo>
                    <a:pt x="13633" y="21098"/>
                    <a:pt x="13788" y="21348"/>
                    <a:pt x="13919" y="21610"/>
                  </a:cubicBezTo>
                  <a:cubicBezTo>
                    <a:pt x="13979" y="21717"/>
                    <a:pt x="14038" y="21836"/>
                    <a:pt x="14086" y="21955"/>
                  </a:cubicBezTo>
                  <a:cubicBezTo>
                    <a:pt x="14205" y="22289"/>
                    <a:pt x="14312" y="22646"/>
                    <a:pt x="14384" y="22991"/>
                  </a:cubicBezTo>
                  <a:cubicBezTo>
                    <a:pt x="14491" y="23515"/>
                    <a:pt x="14550" y="24051"/>
                    <a:pt x="14550" y="24586"/>
                  </a:cubicBezTo>
                  <a:cubicBezTo>
                    <a:pt x="14562" y="25027"/>
                    <a:pt x="14526" y="25479"/>
                    <a:pt x="14467" y="25908"/>
                  </a:cubicBezTo>
                  <a:cubicBezTo>
                    <a:pt x="14467" y="25920"/>
                    <a:pt x="14455" y="25932"/>
                    <a:pt x="14455" y="25944"/>
                  </a:cubicBezTo>
                  <a:cubicBezTo>
                    <a:pt x="14205" y="26122"/>
                    <a:pt x="14026" y="26420"/>
                    <a:pt x="14026" y="26753"/>
                  </a:cubicBezTo>
                  <a:lnTo>
                    <a:pt x="14026" y="26980"/>
                  </a:lnTo>
                  <a:lnTo>
                    <a:pt x="13693" y="26980"/>
                  </a:lnTo>
                  <a:lnTo>
                    <a:pt x="13693" y="27694"/>
                  </a:lnTo>
                  <a:lnTo>
                    <a:pt x="13693" y="28408"/>
                  </a:lnTo>
                  <a:lnTo>
                    <a:pt x="18336" y="28408"/>
                  </a:lnTo>
                  <a:lnTo>
                    <a:pt x="18336" y="27694"/>
                  </a:lnTo>
                  <a:lnTo>
                    <a:pt x="18336" y="26980"/>
                  </a:lnTo>
                  <a:lnTo>
                    <a:pt x="15967" y="26980"/>
                  </a:lnTo>
                  <a:lnTo>
                    <a:pt x="15967" y="26753"/>
                  </a:lnTo>
                  <a:cubicBezTo>
                    <a:pt x="15967" y="26491"/>
                    <a:pt x="15860" y="26253"/>
                    <a:pt x="15693" y="26075"/>
                  </a:cubicBezTo>
                  <a:cubicBezTo>
                    <a:pt x="15753" y="25598"/>
                    <a:pt x="15777" y="25098"/>
                    <a:pt x="15765" y="24586"/>
                  </a:cubicBezTo>
                  <a:cubicBezTo>
                    <a:pt x="15753" y="24074"/>
                    <a:pt x="15705" y="23562"/>
                    <a:pt x="15622" y="23062"/>
                  </a:cubicBezTo>
                  <a:cubicBezTo>
                    <a:pt x="15515" y="22467"/>
                    <a:pt x="15360" y="21884"/>
                    <a:pt x="15134" y="21336"/>
                  </a:cubicBezTo>
                  <a:cubicBezTo>
                    <a:pt x="15062" y="21181"/>
                    <a:pt x="14991" y="21026"/>
                    <a:pt x="14907" y="20872"/>
                  </a:cubicBezTo>
                  <a:lnTo>
                    <a:pt x="16586" y="20872"/>
                  </a:lnTo>
                  <a:lnTo>
                    <a:pt x="16586" y="13204"/>
                  </a:lnTo>
                  <a:cubicBezTo>
                    <a:pt x="16812" y="13347"/>
                    <a:pt x="17027" y="13502"/>
                    <a:pt x="17241" y="13668"/>
                  </a:cubicBezTo>
                  <a:cubicBezTo>
                    <a:pt x="17408" y="13799"/>
                    <a:pt x="17563" y="13942"/>
                    <a:pt x="17717" y="14097"/>
                  </a:cubicBezTo>
                  <a:cubicBezTo>
                    <a:pt x="17860" y="14240"/>
                    <a:pt x="17991" y="14395"/>
                    <a:pt x="18122" y="14549"/>
                  </a:cubicBezTo>
                  <a:cubicBezTo>
                    <a:pt x="18432" y="14930"/>
                    <a:pt x="18682" y="15347"/>
                    <a:pt x="18872" y="15776"/>
                  </a:cubicBezTo>
                  <a:cubicBezTo>
                    <a:pt x="19110" y="16300"/>
                    <a:pt x="19277" y="16847"/>
                    <a:pt x="19384" y="17419"/>
                  </a:cubicBezTo>
                  <a:cubicBezTo>
                    <a:pt x="19491" y="17967"/>
                    <a:pt x="19551" y="18538"/>
                    <a:pt x="19587" y="19098"/>
                  </a:cubicBezTo>
                  <a:cubicBezTo>
                    <a:pt x="19622" y="19693"/>
                    <a:pt x="19634" y="20288"/>
                    <a:pt x="19634" y="20872"/>
                  </a:cubicBezTo>
                  <a:lnTo>
                    <a:pt x="19634" y="21217"/>
                  </a:lnTo>
                  <a:cubicBezTo>
                    <a:pt x="18706" y="21479"/>
                    <a:pt x="18027" y="22324"/>
                    <a:pt x="18027" y="23336"/>
                  </a:cubicBezTo>
                  <a:lnTo>
                    <a:pt x="18027" y="24848"/>
                  </a:lnTo>
                  <a:lnTo>
                    <a:pt x="19194" y="24848"/>
                  </a:lnTo>
                  <a:lnTo>
                    <a:pt x="19194" y="23324"/>
                  </a:lnTo>
                  <a:cubicBezTo>
                    <a:pt x="19194" y="22765"/>
                    <a:pt x="19658" y="22300"/>
                    <a:pt x="20218" y="22300"/>
                  </a:cubicBezTo>
                  <a:cubicBezTo>
                    <a:pt x="20789" y="22300"/>
                    <a:pt x="21242" y="22765"/>
                    <a:pt x="21242" y="23324"/>
                  </a:cubicBezTo>
                  <a:lnTo>
                    <a:pt x="21242" y="24836"/>
                  </a:lnTo>
                  <a:lnTo>
                    <a:pt x="22420" y="24836"/>
                  </a:lnTo>
                  <a:lnTo>
                    <a:pt x="22420" y="23324"/>
                  </a:lnTo>
                  <a:cubicBezTo>
                    <a:pt x="22408" y="22324"/>
                    <a:pt x="21730" y="21467"/>
                    <a:pt x="20801" y="21217"/>
                  </a:cubicBezTo>
                  <a:cubicBezTo>
                    <a:pt x="20801" y="21098"/>
                    <a:pt x="20801" y="20979"/>
                    <a:pt x="20801" y="20860"/>
                  </a:cubicBezTo>
                  <a:cubicBezTo>
                    <a:pt x="20801" y="20229"/>
                    <a:pt x="20777" y="19598"/>
                    <a:pt x="20730" y="18979"/>
                  </a:cubicBezTo>
                  <a:cubicBezTo>
                    <a:pt x="20682" y="18324"/>
                    <a:pt x="20611" y="17681"/>
                    <a:pt x="20468" y="17050"/>
                  </a:cubicBezTo>
                  <a:cubicBezTo>
                    <a:pt x="20349" y="16478"/>
                    <a:pt x="20170" y="15907"/>
                    <a:pt x="19932" y="15359"/>
                  </a:cubicBezTo>
                  <a:cubicBezTo>
                    <a:pt x="19706" y="14835"/>
                    <a:pt x="19408" y="14335"/>
                    <a:pt x="19039" y="13847"/>
                  </a:cubicBezTo>
                  <a:cubicBezTo>
                    <a:pt x="18884" y="13657"/>
                    <a:pt x="18717" y="13454"/>
                    <a:pt x="18539" y="13264"/>
                  </a:cubicBezTo>
                  <a:cubicBezTo>
                    <a:pt x="18336" y="13049"/>
                    <a:pt x="18122" y="12859"/>
                    <a:pt x="17896" y="12668"/>
                  </a:cubicBezTo>
                  <a:cubicBezTo>
                    <a:pt x="17574" y="12418"/>
                    <a:pt x="17241" y="12204"/>
                    <a:pt x="16896" y="12013"/>
                  </a:cubicBezTo>
                  <a:lnTo>
                    <a:pt x="18027" y="12013"/>
                  </a:lnTo>
                  <a:lnTo>
                    <a:pt x="18027" y="11966"/>
                  </a:lnTo>
                  <a:lnTo>
                    <a:pt x="18027" y="11216"/>
                  </a:lnTo>
                  <a:lnTo>
                    <a:pt x="18027" y="10323"/>
                  </a:lnTo>
                  <a:lnTo>
                    <a:pt x="13169" y="10323"/>
                  </a:lnTo>
                  <a:lnTo>
                    <a:pt x="13169" y="9477"/>
                  </a:lnTo>
                  <a:lnTo>
                    <a:pt x="15741" y="9477"/>
                  </a:lnTo>
                  <a:cubicBezTo>
                    <a:pt x="16336" y="9477"/>
                    <a:pt x="16824" y="8989"/>
                    <a:pt x="16824" y="8394"/>
                  </a:cubicBezTo>
                  <a:lnTo>
                    <a:pt x="16824" y="6191"/>
                  </a:lnTo>
                  <a:cubicBezTo>
                    <a:pt x="17086" y="6191"/>
                    <a:pt x="17289" y="5989"/>
                    <a:pt x="17289" y="5727"/>
                  </a:cubicBezTo>
                  <a:lnTo>
                    <a:pt x="17289" y="5227"/>
                  </a:lnTo>
                  <a:lnTo>
                    <a:pt x="17765" y="5227"/>
                  </a:lnTo>
                  <a:lnTo>
                    <a:pt x="17765" y="4894"/>
                  </a:lnTo>
                  <a:lnTo>
                    <a:pt x="19229" y="4894"/>
                  </a:lnTo>
                  <a:cubicBezTo>
                    <a:pt x="19360" y="5358"/>
                    <a:pt x="19789" y="5691"/>
                    <a:pt x="20289" y="5691"/>
                  </a:cubicBezTo>
                  <a:cubicBezTo>
                    <a:pt x="20908" y="5691"/>
                    <a:pt x="21408" y="5191"/>
                    <a:pt x="21408" y="4572"/>
                  </a:cubicBezTo>
                  <a:cubicBezTo>
                    <a:pt x="21408" y="3965"/>
                    <a:pt x="20908" y="3465"/>
                    <a:pt x="20289" y="3465"/>
                  </a:cubicBezTo>
                  <a:cubicBezTo>
                    <a:pt x="19801" y="3465"/>
                    <a:pt x="19372" y="3786"/>
                    <a:pt x="19229" y="4239"/>
                  </a:cubicBezTo>
                  <a:lnTo>
                    <a:pt x="17765" y="4239"/>
                  </a:lnTo>
                  <a:lnTo>
                    <a:pt x="17765" y="3893"/>
                  </a:lnTo>
                  <a:lnTo>
                    <a:pt x="17289" y="3893"/>
                  </a:lnTo>
                  <a:lnTo>
                    <a:pt x="17289" y="3465"/>
                  </a:lnTo>
                  <a:cubicBezTo>
                    <a:pt x="17289" y="3203"/>
                    <a:pt x="17086" y="3000"/>
                    <a:pt x="16824" y="3000"/>
                  </a:cubicBezTo>
                  <a:lnTo>
                    <a:pt x="16824" y="1084"/>
                  </a:lnTo>
                  <a:cubicBezTo>
                    <a:pt x="16824" y="488"/>
                    <a:pt x="16336" y="0"/>
                    <a:pt x="15741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3" name="Google Shape;553;p32"/>
            <p:cNvGrpSpPr/>
            <p:nvPr/>
          </p:nvGrpSpPr>
          <p:grpSpPr>
            <a:xfrm>
              <a:off x="4700075" y="3262363"/>
              <a:ext cx="560225" cy="709950"/>
              <a:chOff x="556300" y="1021375"/>
              <a:chExt cx="560225" cy="709950"/>
            </a:xfrm>
          </p:grpSpPr>
          <p:sp>
            <p:nvSpPr>
              <p:cNvPr id="554" name="Google Shape;554;p32"/>
              <p:cNvSpPr/>
              <p:nvPr/>
            </p:nvSpPr>
            <p:spPr>
              <a:xfrm>
                <a:off x="837000" y="1292525"/>
                <a:ext cx="166700" cy="70600"/>
              </a:xfrm>
              <a:custGeom>
                <a:avLst/>
                <a:gdLst/>
                <a:ahLst/>
                <a:cxnLst/>
                <a:rect l="l" t="t" r="r" b="b"/>
                <a:pathLst>
                  <a:path w="6668" h="2824" extrusionOk="0">
                    <a:moveTo>
                      <a:pt x="207" y="0"/>
                    </a:moveTo>
                    <a:cubicBezTo>
                      <a:pt x="138" y="0"/>
                      <a:pt x="69" y="1"/>
                      <a:pt x="0" y="2"/>
                    </a:cubicBezTo>
                    <a:lnTo>
                      <a:pt x="412" y="2"/>
                    </a:lnTo>
                    <a:cubicBezTo>
                      <a:pt x="343" y="1"/>
                      <a:pt x="275" y="0"/>
                      <a:pt x="207" y="0"/>
                    </a:cubicBezTo>
                    <a:close/>
                    <a:moveTo>
                      <a:pt x="412" y="2"/>
                    </a:moveTo>
                    <a:cubicBezTo>
                      <a:pt x="425" y="2"/>
                      <a:pt x="439" y="2"/>
                      <a:pt x="452" y="2"/>
                    </a:cubicBezTo>
                    <a:lnTo>
                      <a:pt x="452" y="2"/>
                    </a:lnTo>
                    <a:cubicBezTo>
                      <a:pt x="449" y="2"/>
                      <a:pt x="445" y="2"/>
                      <a:pt x="441" y="2"/>
                    </a:cubicBezTo>
                    <a:close/>
                    <a:moveTo>
                      <a:pt x="452" y="2"/>
                    </a:moveTo>
                    <a:cubicBezTo>
                      <a:pt x="1156" y="37"/>
                      <a:pt x="1188" y="1085"/>
                      <a:pt x="548" y="1168"/>
                    </a:cubicBezTo>
                    <a:cubicBezTo>
                      <a:pt x="2513" y="1204"/>
                      <a:pt x="4477" y="1573"/>
                      <a:pt x="6013" y="2823"/>
                    </a:cubicBezTo>
                    <a:lnTo>
                      <a:pt x="6668" y="1823"/>
                    </a:lnTo>
                    <a:cubicBezTo>
                      <a:pt x="4941" y="442"/>
                      <a:pt x="2651" y="30"/>
                      <a:pt x="452" y="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2"/>
              <p:cNvSpPr/>
              <p:nvPr/>
            </p:nvSpPr>
            <p:spPr>
              <a:xfrm>
                <a:off x="987325" y="1338100"/>
                <a:ext cx="449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1870" extrusionOk="0">
                    <a:moveTo>
                      <a:pt x="655" y="0"/>
                    </a:moveTo>
                    <a:lnTo>
                      <a:pt x="0" y="988"/>
                    </a:lnTo>
                    <a:cubicBezTo>
                      <a:pt x="167" y="1119"/>
                      <a:pt x="322" y="1262"/>
                      <a:pt x="476" y="1417"/>
                    </a:cubicBezTo>
                    <a:cubicBezTo>
                      <a:pt x="619" y="1560"/>
                      <a:pt x="750" y="1715"/>
                      <a:pt x="881" y="1869"/>
                    </a:cubicBezTo>
                    <a:lnTo>
                      <a:pt x="1798" y="1179"/>
                    </a:lnTo>
                    <a:cubicBezTo>
                      <a:pt x="1643" y="988"/>
                      <a:pt x="1476" y="786"/>
                      <a:pt x="1298" y="595"/>
                    </a:cubicBezTo>
                    <a:cubicBezTo>
                      <a:pt x="1095" y="381"/>
                      <a:pt x="881" y="179"/>
                      <a:pt x="6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2"/>
              <p:cNvSpPr/>
              <p:nvPr/>
            </p:nvSpPr>
            <p:spPr>
              <a:xfrm>
                <a:off x="1009350" y="1367550"/>
                <a:ext cx="45250" cy="47950"/>
              </a:xfrm>
              <a:custGeom>
                <a:avLst/>
                <a:gdLst/>
                <a:ahLst/>
                <a:cxnLst/>
                <a:rect l="l" t="t" r="r" b="b"/>
                <a:pathLst>
                  <a:path w="1810" h="1918" extrusionOk="0">
                    <a:moveTo>
                      <a:pt x="917" y="1"/>
                    </a:moveTo>
                    <a:lnTo>
                      <a:pt x="0" y="691"/>
                    </a:lnTo>
                    <a:cubicBezTo>
                      <a:pt x="310" y="1084"/>
                      <a:pt x="548" y="1489"/>
                      <a:pt x="750" y="1918"/>
                    </a:cubicBezTo>
                    <a:lnTo>
                      <a:pt x="1810" y="1513"/>
                    </a:lnTo>
                    <a:cubicBezTo>
                      <a:pt x="1584" y="989"/>
                      <a:pt x="1286" y="489"/>
                      <a:pt x="9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2"/>
              <p:cNvSpPr/>
              <p:nvPr/>
            </p:nvSpPr>
            <p:spPr>
              <a:xfrm>
                <a:off x="823600" y="1321725"/>
                <a:ext cx="137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49" h="13" extrusionOk="0">
                    <a:moveTo>
                      <a:pt x="1" y="0"/>
                    </a:moveTo>
                    <a:cubicBezTo>
                      <a:pt x="36" y="0"/>
                      <a:pt x="72" y="12"/>
                      <a:pt x="108" y="12"/>
                    </a:cubicBezTo>
                    <a:cubicBezTo>
                      <a:pt x="251" y="0"/>
                      <a:pt x="405" y="0"/>
                      <a:pt x="548" y="0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2"/>
              <p:cNvSpPr/>
              <p:nvPr/>
            </p:nvSpPr>
            <p:spPr>
              <a:xfrm>
                <a:off x="1028100" y="1405350"/>
                <a:ext cx="39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2061" extrusionOk="0">
                    <a:moveTo>
                      <a:pt x="1060" y="1"/>
                    </a:moveTo>
                    <a:lnTo>
                      <a:pt x="0" y="406"/>
                    </a:lnTo>
                    <a:cubicBezTo>
                      <a:pt x="238" y="942"/>
                      <a:pt x="405" y="1489"/>
                      <a:pt x="512" y="2061"/>
                    </a:cubicBezTo>
                    <a:lnTo>
                      <a:pt x="1596" y="1692"/>
                    </a:lnTo>
                    <a:cubicBezTo>
                      <a:pt x="1477" y="1108"/>
                      <a:pt x="1298" y="549"/>
                      <a:pt x="10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2"/>
              <p:cNvSpPr/>
              <p:nvPr/>
            </p:nvSpPr>
            <p:spPr>
              <a:xfrm>
                <a:off x="1047150" y="1542875"/>
                <a:ext cx="29175" cy="31875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1275" extrusionOk="0">
                    <a:moveTo>
                      <a:pt x="0" y="1"/>
                    </a:moveTo>
                    <a:lnTo>
                      <a:pt x="0" y="703"/>
                    </a:lnTo>
                    <a:cubicBezTo>
                      <a:pt x="0" y="1084"/>
                      <a:pt x="292" y="1275"/>
                      <a:pt x="584" y="1275"/>
                    </a:cubicBezTo>
                    <a:cubicBezTo>
                      <a:pt x="875" y="1275"/>
                      <a:pt x="1167" y="1084"/>
                      <a:pt x="1167" y="703"/>
                    </a:cubicBezTo>
                    <a:cubicBezTo>
                      <a:pt x="1167" y="477"/>
                      <a:pt x="1167" y="239"/>
                      <a:pt x="11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2"/>
              <p:cNvSpPr/>
              <p:nvPr/>
            </p:nvSpPr>
            <p:spPr>
              <a:xfrm>
                <a:off x="1045950" y="1495850"/>
                <a:ext cx="303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1882" extrusionOk="0">
                    <a:moveTo>
                      <a:pt x="1155" y="0"/>
                    </a:moveTo>
                    <a:lnTo>
                      <a:pt x="1" y="120"/>
                    </a:lnTo>
                    <a:cubicBezTo>
                      <a:pt x="36" y="703"/>
                      <a:pt x="48" y="1298"/>
                      <a:pt x="48" y="1882"/>
                    </a:cubicBezTo>
                    <a:lnTo>
                      <a:pt x="1215" y="1882"/>
                    </a:lnTo>
                    <a:cubicBezTo>
                      <a:pt x="1215" y="1251"/>
                      <a:pt x="1191" y="620"/>
                      <a:pt x="11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2"/>
              <p:cNvSpPr/>
              <p:nvPr/>
            </p:nvSpPr>
            <p:spPr>
              <a:xfrm>
                <a:off x="1040900" y="1447625"/>
                <a:ext cx="336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2049" extrusionOk="0">
                    <a:moveTo>
                      <a:pt x="1084" y="1"/>
                    </a:moveTo>
                    <a:lnTo>
                      <a:pt x="0" y="370"/>
                    </a:lnTo>
                    <a:cubicBezTo>
                      <a:pt x="107" y="917"/>
                      <a:pt x="167" y="1477"/>
                      <a:pt x="203" y="2049"/>
                    </a:cubicBezTo>
                    <a:lnTo>
                      <a:pt x="1346" y="1929"/>
                    </a:lnTo>
                    <a:cubicBezTo>
                      <a:pt x="1310" y="1275"/>
                      <a:pt x="1227" y="632"/>
                      <a:pt x="10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2"/>
              <p:cNvSpPr/>
              <p:nvPr/>
            </p:nvSpPr>
            <p:spPr>
              <a:xfrm>
                <a:off x="599475" y="1447625"/>
                <a:ext cx="342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1370" h="2049" extrusionOk="0">
                    <a:moveTo>
                      <a:pt x="250" y="1"/>
                    </a:moveTo>
                    <a:cubicBezTo>
                      <a:pt x="119" y="632"/>
                      <a:pt x="48" y="1275"/>
                      <a:pt x="0" y="1929"/>
                    </a:cubicBezTo>
                    <a:lnTo>
                      <a:pt x="1155" y="2049"/>
                    </a:lnTo>
                    <a:cubicBezTo>
                      <a:pt x="1191" y="1477"/>
                      <a:pt x="1262" y="917"/>
                      <a:pt x="1369" y="370"/>
                    </a:cubicBezTo>
                    <a:lnTo>
                      <a:pt x="2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2"/>
              <p:cNvSpPr/>
              <p:nvPr/>
            </p:nvSpPr>
            <p:spPr>
              <a:xfrm>
                <a:off x="597975" y="1495850"/>
                <a:ext cx="30400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882" extrusionOk="0">
                    <a:moveTo>
                      <a:pt x="60" y="0"/>
                    </a:moveTo>
                    <a:cubicBezTo>
                      <a:pt x="13" y="632"/>
                      <a:pt x="1" y="1263"/>
                      <a:pt x="1" y="1882"/>
                    </a:cubicBezTo>
                    <a:lnTo>
                      <a:pt x="1167" y="1882"/>
                    </a:lnTo>
                    <a:cubicBezTo>
                      <a:pt x="1167" y="1298"/>
                      <a:pt x="1179" y="703"/>
                      <a:pt x="1215" y="120"/>
                    </a:cubicBez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2"/>
              <p:cNvSpPr/>
              <p:nvPr/>
            </p:nvSpPr>
            <p:spPr>
              <a:xfrm>
                <a:off x="605725" y="1405350"/>
                <a:ext cx="411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2061" extrusionOk="0">
                    <a:moveTo>
                      <a:pt x="536" y="1"/>
                    </a:moveTo>
                    <a:cubicBezTo>
                      <a:pt x="298" y="537"/>
                      <a:pt x="131" y="1108"/>
                      <a:pt x="0" y="1692"/>
                    </a:cubicBezTo>
                    <a:lnTo>
                      <a:pt x="1119" y="2061"/>
                    </a:lnTo>
                    <a:cubicBezTo>
                      <a:pt x="1238" y="1501"/>
                      <a:pt x="1405" y="942"/>
                      <a:pt x="1643" y="418"/>
                    </a:cubicBezTo>
                    <a:lnTo>
                      <a:pt x="53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32"/>
              <p:cNvSpPr/>
              <p:nvPr/>
            </p:nvSpPr>
            <p:spPr>
              <a:xfrm>
                <a:off x="597975" y="1542875"/>
                <a:ext cx="29200" cy="31875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1275" extrusionOk="0">
                    <a:moveTo>
                      <a:pt x="1" y="1"/>
                    </a:moveTo>
                    <a:cubicBezTo>
                      <a:pt x="1" y="239"/>
                      <a:pt x="1" y="477"/>
                      <a:pt x="1" y="703"/>
                    </a:cubicBezTo>
                    <a:cubicBezTo>
                      <a:pt x="1" y="1084"/>
                      <a:pt x="292" y="1275"/>
                      <a:pt x="584" y="1275"/>
                    </a:cubicBezTo>
                    <a:cubicBezTo>
                      <a:pt x="876" y="1275"/>
                      <a:pt x="1167" y="1084"/>
                      <a:pt x="1167" y="703"/>
                    </a:cubicBezTo>
                    <a:lnTo>
                      <a:pt x="116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2"/>
              <p:cNvSpPr/>
              <p:nvPr/>
            </p:nvSpPr>
            <p:spPr>
              <a:xfrm>
                <a:off x="641725" y="1338400"/>
                <a:ext cx="452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1870" extrusionOk="0">
                    <a:moveTo>
                      <a:pt x="1168" y="0"/>
                    </a:moveTo>
                    <a:cubicBezTo>
                      <a:pt x="941" y="179"/>
                      <a:pt x="715" y="369"/>
                      <a:pt x="513" y="583"/>
                    </a:cubicBezTo>
                    <a:cubicBezTo>
                      <a:pt x="322" y="774"/>
                      <a:pt x="156" y="964"/>
                      <a:pt x="1" y="1167"/>
                    </a:cubicBezTo>
                    <a:lnTo>
                      <a:pt x="941" y="1869"/>
                    </a:lnTo>
                    <a:cubicBezTo>
                      <a:pt x="1061" y="1715"/>
                      <a:pt x="1192" y="1560"/>
                      <a:pt x="1334" y="1405"/>
                    </a:cubicBezTo>
                    <a:cubicBezTo>
                      <a:pt x="1489" y="1250"/>
                      <a:pt x="1644" y="1107"/>
                      <a:pt x="1811" y="976"/>
                    </a:cubicBez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2"/>
              <p:cNvSpPr/>
              <p:nvPr/>
            </p:nvSpPr>
            <p:spPr>
              <a:xfrm>
                <a:off x="837300" y="1321725"/>
                <a:ext cx="134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3" extrusionOk="0">
                    <a:moveTo>
                      <a:pt x="0" y="0"/>
                    </a:moveTo>
                    <a:cubicBezTo>
                      <a:pt x="143" y="0"/>
                      <a:pt x="286" y="0"/>
                      <a:pt x="429" y="12"/>
                    </a:cubicBezTo>
                    <a:cubicBezTo>
                      <a:pt x="465" y="12"/>
                      <a:pt x="500" y="0"/>
                      <a:pt x="536" y="0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32"/>
              <p:cNvSpPr/>
              <p:nvPr/>
            </p:nvSpPr>
            <p:spPr>
              <a:xfrm>
                <a:off x="619125" y="1367550"/>
                <a:ext cx="4615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930" extrusionOk="0">
                    <a:moveTo>
                      <a:pt x="905" y="1"/>
                    </a:moveTo>
                    <a:cubicBezTo>
                      <a:pt x="524" y="465"/>
                      <a:pt x="226" y="977"/>
                      <a:pt x="0" y="1513"/>
                    </a:cubicBezTo>
                    <a:lnTo>
                      <a:pt x="1107" y="1930"/>
                    </a:lnTo>
                    <a:cubicBezTo>
                      <a:pt x="1298" y="1501"/>
                      <a:pt x="1548" y="1096"/>
                      <a:pt x="1845" y="703"/>
                    </a:cubicBezTo>
                    <a:lnTo>
                      <a:pt x="9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2"/>
              <p:cNvSpPr/>
              <p:nvPr/>
            </p:nvSpPr>
            <p:spPr>
              <a:xfrm>
                <a:off x="670900" y="1292525"/>
                <a:ext cx="166125" cy="70300"/>
              </a:xfrm>
              <a:custGeom>
                <a:avLst/>
                <a:gdLst/>
                <a:ahLst/>
                <a:cxnLst/>
                <a:rect l="l" t="t" r="r" b="b"/>
                <a:pathLst>
                  <a:path w="6645" h="2812" extrusionOk="0">
                    <a:moveTo>
                      <a:pt x="6446" y="1"/>
                    </a:moveTo>
                    <a:cubicBezTo>
                      <a:pt x="6380" y="1"/>
                      <a:pt x="6315" y="1"/>
                      <a:pt x="6249" y="2"/>
                    </a:cubicBezTo>
                    <a:lnTo>
                      <a:pt x="6644" y="2"/>
                    </a:lnTo>
                    <a:cubicBezTo>
                      <a:pt x="6578" y="1"/>
                      <a:pt x="6512" y="1"/>
                      <a:pt x="6446" y="1"/>
                    </a:cubicBezTo>
                    <a:close/>
                    <a:moveTo>
                      <a:pt x="6216" y="2"/>
                    </a:moveTo>
                    <a:cubicBezTo>
                      <a:pt x="6211" y="2"/>
                      <a:pt x="6207" y="2"/>
                      <a:pt x="6203" y="2"/>
                    </a:cubicBezTo>
                    <a:lnTo>
                      <a:pt x="6203" y="2"/>
                    </a:lnTo>
                    <a:cubicBezTo>
                      <a:pt x="6218" y="2"/>
                      <a:pt x="6234" y="2"/>
                      <a:pt x="6249" y="2"/>
                    </a:cubicBezTo>
                    <a:close/>
                    <a:moveTo>
                      <a:pt x="6203" y="2"/>
                    </a:moveTo>
                    <a:lnTo>
                      <a:pt x="6203" y="2"/>
                    </a:lnTo>
                    <a:cubicBezTo>
                      <a:pt x="3979" y="31"/>
                      <a:pt x="1754" y="462"/>
                      <a:pt x="1" y="1835"/>
                    </a:cubicBezTo>
                    <a:lnTo>
                      <a:pt x="644" y="2811"/>
                    </a:lnTo>
                    <a:cubicBezTo>
                      <a:pt x="2144" y="1549"/>
                      <a:pt x="4156" y="1204"/>
                      <a:pt x="6109" y="1168"/>
                    </a:cubicBezTo>
                    <a:cubicBezTo>
                      <a:pt x="5470" y="1074"/>
                      <a:pt x="5501" y="38"/>
                      <a:pt x="6203" y="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32"/>
              <p:cNvSpPr/>
              <p:nvPr/>
            </p:nvSpPr>
            <p:spPr>
              <a:xfrm>
                <a:off x="807525" y="1292550"/>
                <a:ext cx="59250" cy="29200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168" extrusionOk="0">
                    <a:moveTo>
                      <a:pt x="751" y="1"/>
                    </a:moveTo>
                    <a:cubicBezTo>
                      <a:pt x="36" y="24"/>
                      <a:pt x="1" y="1072"/>
                      <a:pt x="644" y="1167"/>
                    </a:cubicBezTo>
                    <a:lnTo>
                      <a:pt x="1191" y="1167"/>
                    </a:lnTo>
                    <a:cubicBezTo>
                      <a:pt x="1281" y="1161"/>
                      <a:pt x="1370" y="1158"/>
                      <a:pt x="1459" y="1158"/>
                    </a:cubicBezTo>
                    <a:cubicBezTo>
                      <a:pt x="1548" y="1158"/>
                      <a:pt x="1638" y="1161"/>
                      <a:pt x="1727" y="1167"/>
                    </a:cubicBezTo>
                    <a:cubicBezTo>
                      <a:pt x="2370" y="1084"/>
                      <a:pt x="2334" y="24"/>
                      <a:pt x="1620" y="1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32"/>
              <p:cNvSpPr/>
              <p:nvPr/>
            </p:nvSpPr>
            <p:spPr>
              <a:xfrm>
                <a:off x="917950" y="1635750"/>
                <a:ext cx="32775" cy="40500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1620" extrusionOk="0">
                    <a:moveTo>
                      <a:pt x="84" y="0"/>
                    </a:moveTo>
                    <a:cubicBezTo>
                      <a:pt x="96" y="453"/>
                      <a:pt x="60" y="893"/>
                      <a:pt x="1" y="1334"/>
                    </a:cubicBezTo>
                    <a:lnTo>
                      <a:pt x="1215" y="1620"/>
                    </a:lnTo>
                    <a:cubicBezTo>
                      <a:pt x="1287" y="1108"/>
                      <a:pt x="1311" y="560"/>
                      <a:pt x="12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2"/>
              <p:cNvSpPr/>
              <p:nvPr/>
            </p:nvSpPr>
            <p:spPr>
              <a:xfrm>
                <a:off x="723600" y="1635750"/>
                <a:ext cx="32450" cy="40200"/>
              </a:xfrm>
              <a:custGeom>
                <a:avLst/>
                <a:gdLst/>
                <a:ahLst/>
                <a:cxnLst/>
                <a:rect l="l" t="t" r="r" b="b"/>
                <a:pathLst>
                  <a:path w="1298" h="1608" extrusionOk="0">
                    <a:moveTo>
                      <a:pt x="12" y="0"/>
                    </a:moveTo>
                    <a:cubicBezTo>
                      <a:pt x="0" y="560"/>
                      <a:pt x="36" y="1108"/>
                      <a:pt x="83" y="1608"/>
                    </a:cubicBezTo>
                    <a:lnTo>
                      <a:pt x="1298" y="1322"/>
                    </a:lnTo>
                    <a:cubicBezTo>
                      <a:pt x="1262" y="881"/>
                      <a:pt x="1250" y="441"/>
                      <a:pt x="1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2"/>
              <p:cNvSpPr/>
              <p:nvPr/>
            </p:nvSpPr>
            <p:spPr>
              <a:xfrm>
                <a:off x="904275" y="1554775"/>
                <a:ext cx="42575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728" extrusionOk="0">
                    <a:moveTo>
                      <a:pt x="1215" y="1"/>
                    </a:moveTo>
                    <a:lnTo>
                      <a:pt x="0" y="263"/>
                    </a:lnTo>
                    <a:cubicBezTo>
                      <a:pt x="60" y="382"/>
                      <a:pt x="119" y="501"/>
                      <a:pt x="167" y="620"/>
                    </a:cubicBezTo>
                    <a:cubicBezTo>
                      <a:pt x="298" y="953"/>
                      <a:pt x="393" y="1299"/>
                      <a:pt x="465" y="1656"/>
                    </a:cubicBezTo>
                    <a:lnTo>
                      <a:pt x="1703" y="1727"/>
                    </a:lnTo>
                    <a:cubicBezTo>
                      <a:pt x="1596" y="1120"/>
                      <a:pt x="1441" y="537"/>
                      <a:pt x="1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2"/>
              <p:cNvSpPr/>
              <p:nvPr/>
            </p:nvSpPr>
            <p:spPr>
              <a:xfrm>
                <a:off x="726575" y="1554500"/>
                <a:ext cx="417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727" extrusionOk="0">
                    <a:moveTo>
                      <a:pt x="405" y="0"/>
                    </a:moveTo>
                    <a:cubicBezTo>
                      <a:pt x="214" y="548"/>
                      <a:pt x="84" y="1131"/>
                      <a:pt x="0" y="1726"/>
                    </a:cubicBezTo>
                    <a:lnTo>
                      <a:pt x="1298" y="1667"/>
                    </a:lnTo>
                    <a:cubicBezTo>
                      <a:pt x="1310" y="1584"/>
                      <a:pt x="1322" y="1488"/>
                      <a:pt x="1346" y="1405"/>
                    </a:cubicBezTo>
                    <a:cubicBezTo>
                      <a:pt x="1417" y="1036"/>
                      <a:pt x="1524" y="655"/>
                      <a:pt x="1667" y="274"/>
                    </a:cubicBezTo>
                    <a:lnTo>
                      <a:pt x="4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2"/>
              <p:cNvSpPr/>
              <p:nvPr/>
            </p:nvSpPr>
            <p:spPr>
              <a:xfrm>
                <a:off x="725675" y="1668775"/>
                <a:ext cx="34075" cy="37100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1484" extrusionOk="0">
                    <a:moveTo>
                      <a:pt x="1215" y="1"/>
                    </a:moveTo>
                    <a:lnTo>
                      <a:pt x="0" y="287"/>
                    </a:lnTo>
                    <a:cubicBezTo>
                      <a:pt x="24" y="561"/>
                      <a:pt x="48" y="823"/>
                      <a:pt x="84" y="1061"/>
                    </a:cubicBezTo>
                    <a:cubicBezTo>
                      <a:pt x="127" y="1355"/>
                      <a:pt x="346" y="1483"/>
                      <a:pt x="587" y="1483"/>
                    </a:cubicBezTo>
                    <a:cubicBezTo>
                      <a:pt x="950" y="1483"/>
                      <a:pt x="1363" y="1194"/>
                      <a:pt x="1298" y="751"/>
                    </a:cubicBezTo>
                    <a:cubicBezTo>
                      <a:pt x="1263" y="501"/>
                      <a:pt x="1239" y="251"/>
                      <a:pt x="1215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2"/>
              <p:cNvSpPr/>
              <p:nvPr/>
            </p:nvSpPr>
            <p:spPr>
              <a:xfrm>
                <a:off x="912350" y="1669075"/>
                <a:ext cx="36000" cy="368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472" extrusionOk="0">
                    <a:moveTo>
                      <a:pt x="225" y="1"/>
                    </a:moveTo>
                    <a:cubicBezTo>
                      <a:pt x="189" y="251"/>
                      <a:pt x="142" y="501"/>
                      <a:pt x="94" y="739"/>
                    </a:cubicBezTo>
                    <a:cubicBezTo>
                      <a:pt x="1" y="1182"/>
                      <a:pt x="398" y="1471"/>
                      <a:pt x="765" y="1471"/>
                    </a:cubicBezTo>
                    <a:cubicBezTo>
                      <a:pt x="1010" y="1471"/>
                      <a:pt x="1242" y="1343"/>
                      <a:pt x="1308" y="1049"/>
                    </a:cubicBezTo>
                    <a:cubicBezTo>
                      <a:pt x="1356" y="811"/>
                      <a:pt x="1404" y="549"/>
                      <a:pt x="1439" y="287"/>
                    </a:cubicBezTo>
                    <a:lnTo>
                      <a:pt x="225" y="1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2"/>
              <p:cNvSpPr/>
              <p:nvPr/>
            </p:nvSpPr>
            <p:spPr>
              <a:xfrm>
                <a:off x="915875" y="1596150"/>
                <a:ext cx="34550" cy="39625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585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08" y="525"/>
                      <a:pt x="167" y="1061"/>
                      <a:pt x="167" y="1584"/>
                    </a:cubicBezTo>
                    <a:lnTo>
                      <a:pt x="1382" y="1584"/>
                    </a:lnTo>
                    <a:cubicBezTo>
                      <a:pt x="1370" y="1084"/>
                      <a:pt x="1322" y="572"/>
                      <a:pt x="1239" y="72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32"/>
              <p:cNvSpPr/>
              <p:nvPr/>
            </p:nvSpPr>
            <p:spPr>
              <a:xfrm>
                <a:off x="723900" y="1596150"/>
                <a:ext cx="35125" cy="39625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1585" extrusionOk="0">
                    <a:moveTo>
                      <a:pt x="1405" y="1"/>
                    </a:moveTo>
                    <a:lnTo>
                      <a:pt x="107" y="72"/>
                    </a:lnTo>
                    <a:cubicBezTo>
                      <a:pt x="36" y="572"/>
                      <a:pt x="0" y="1084"/>
                      <a:pt x="0" y="1584"/>
                    </a:cubicBezTo>
                    <a:lnTo>
                      <a:pt x="1250" y="1584"/>
                    </a:lnTo>
                    <a:cubicBezTo>
                      <a:pt x="1262" y="1049"/>
                      <a:pt x="1322" y="525"/>
                      <a:pt x="140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2"/>
              <p:cNvSpPr/>
              <p:nvPr/>
            </p:nvSpPr>
            <p:spPr>
              <a:xfrm>
                <a:off x="736675" y="1484225"/>
                <a:ext cx="197975" cy="77425"/>
              </a:xfrm>
              <a:custGeom>
                <a:avLst/>
                <a:gdLst/>
                <a:ahLst/>
                <a:cxnLst/>
                <a:rect l="l" t="t" r="r" b="b"/>
                <a:pathLst>
                  <a:path w="7919" h="3097" extrusionOk="0">
                    <a:moveTo>
                      <a:pt x="3934" y="0"/>
                    </a:moveTo>
                    <a:cubicBezTo>
                      <a:pt x="3730" y="0"/>
                      <a:pt x="3519" y="12"/>
                      <a:pt x="3299" y="37"/>
                    </a:cubicBezTo>
                    <a:cubicBezTo>
                      <a:pt x="1525" y="227"/>
                      <a:pt x="525" y="1370"/>
                      <a:pt x="1" y="2811"/>
                    </a:cubicBezTo>
                    <a:lnTo>
                      <a:pt x="1263" y="3097"/>
                    </a:lnTo>
                    <a:cubicBezTo>
                      <a:pt x="1608" y="2228"/>
                      <a:pt x="2180" y="1466"/>
                      <a:pt x="3204" y="1227"/>
                    </a:cubicBezTo>
                    <a:cubicBezTo>
                      <a:pt x="3434" y="1174"/>
                      <a:pt x="3658" y="1149"/>
                      <a:pt x="3875" y="1149"/>
                    </a:cubicBezTo>
                    <a:cubicBezTo>
                      <a:pt x="5157" y="1149"/>
                      <a:pt x="6175" y="2026"/>
                      <a:pt x="6704" y="3085"/>
                    </a:cubicBezTo>
                    <a:lnTo>
                      <a:pt x="7919" y="2823"/>
                    </a:lnTo>
                    <a:cubicBezTo>
                      <a:pt x="7247" y="1219"/>
                      <a:pt x="5993" y="0"/>
                      <a:pt x="39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2"/>
              <p:cNvSpPr/>
              <p:nvPr/>
            </p:nvSpPr>
            <p:spPr>
              <a:xfrm>
                <a:off x="703350" y="1279450"/>
                <a:ext cx="267625" cy="263450"/>
              </a:xfrm>
              <a:custGeom>
                <a:avLst/>
                <a:gdLst/>
                <a:ahLst/>
                <a:cxnLst/>
                <a:rect l="l" t="t" r="r" b="b"/>
                <a:pathLst>
                  <a:path w="10705" h="10538" extrusionOk="0">
                    <a:moveTo>
                      <a:pt x="0" y="1"/>
                    </a:moveTo>
                    <a:lnTo>
                      <a:pt x="0" y="10538"/>
                    </a:lnTo>
                    <a:lnTo>
                      <a:pt x="10704" y="10538"/>
                    </a:lnTo>
                    <a:lnTo>
                      <a:pt x="107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2"/>
              <p:cNvSpPr/>
              <p:nvPr/>
            </p:nvSpPr>
            <p:spPr>
              <a:xfrm>
                <a:off x="788775" y="1237775"/>
                <a:ext cx="96775" cy="640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2561" extrusionOk="0">
                    <a:moveTo>
                      <a:pt x="1" y="1"/>
                    </a:moveTo>
                    <a:lnTo>
                      <a:pt x="1" y="2561"/>
                    </a:lnTo>
                    <a:lnTo>
                      <a:pt x="3870" y="2561"/>
                    </a:lnTo>
                    <a:lnTo>
                      <a:pt x="38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2"/>
              <p:cNvSpPr/>
              <p:nvPr/>
            </p:nvSpPr>
            <p:spPr>
              <a:xfrm>
                <a:off x="988500" y="1127350"/>
                <a:ext cx="75325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3013" h="644" extrusionOk="0">
                    <a:moveTo>
                      <a:pt x="1" y="1"/>
                    </a:moveTo>
                    <a:lnTo>
                      <a:pt x="1" y="644"/>
                    </a:lnTo>
                    <a:lnTo>
                      <a:pt x="3013" y="644"/>
                    </a:lnTo>
                    <a:lnTo>
                      <a:pt x="30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2"/>
              <p:cNvSpPr/>
              <p:nvPr/>
            </p:nvSpPr>
            <p:spPr>
              <a:xfrm>
                <a:off x="976900" y="1118725"/>
                <a:ext cx="23825" cy="33350"/>
              </a:xfrm>
              <a:custGeom>
                <a:avLst/>
                <a:gdLst/>
                <a:ahLst/>
                <a:cxnLst/>
                <a:rect l="l" t="t" r="r" b="b"/>
                <a:pathLst>
                  <a:path w="953" h="1334" extrusionOk="0">
                    <a:moveTo>
                      <a:pt x="0" y="0"/>
                    </a:moveTo>
                    <a:lnTo>
                      <a:pt x="0" y="1334"/>
                    </a:lnTo>
                    <a:lnTo>
                      <a:pt x="953" y="1334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2"/>
              <p:cNvSpPr/>
              <p:nvPr/>
            </p:nvSpPr>
            <p:spPr>
              <a:xfrm>
                <a:off x="965275" y="1096400"/>
                <a:ext cx="232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3192" extrusionOk="0">
                    <a:moveTo>
                      <a:pt x="465" y="0"/>
                    </a:moveTo>
                    <a:cubicBezTo>
                      <a:pt x="215" y="0"/>
                      <a:pt x="1" y="203"/>
                      <a:pt x="1" y="465"/>
                    </a:cubicBezTo>
                    <a:lnTo>
                      <a:pt x="1" y="2727"/>
                    </a:lnTo>
                    <a:cubicBezTo>
                      <a:pt x="1" y="2977"/>
                      <a:pt x="215" y="3191"/>
                      <a:pt x="465" y="3191"/>
                    </a:cubicBezTo>
                    <a:cubicBezTo>
                      <a:pt x="727" y="3191"/>
                      <a:pt x="930" y="2977"/>
                      <a:pt x="930" y="2727"/>
                    </a:cubicBezTo>
                    <a:lnTo>
                      <a:pt x="930" y="465"/>
                    </a:lnTo>
                    <a:cubicBezTo>
                      <a:pt x="930" y="203"/>
                      <a:pt x="727" y="0"/>
                      <a:pt x="4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2"/>
              <p:cNvSpPr/>
              <p:nvPr/>
            </p:nvSpPr>
            <p:spPr>
              <a:xfrm>
                <a:off x="1035825" y="1108000"/>
                <a:ext cx="55700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2228" extrusionOk="0">
                    <a:moveTo>
                      <a:pt x="1120" y="1"/>
                    </a:moveTo>
                    <a:cubicBezTo>
                      <a:pt x="501" y="1"/>
                      <a:pt x="1" y="501"/>
                      <a:pt x="1" y="1108"/>
                    </a:cubicBezTo>
                    <a:cubicBezTo>
                      <a:pt x="1" y="1727"/>
                      <a:pt x="501" y="2227"/>
                      <a:pt x="1120" y="2227"/>
                    </a:cubicBezTo>
                    <a:cubicBezTo>
                      <a:pt x="1727" y="2227"/>
                      <a:pt x="2227" y="1727"/>
                      <a:pt x="2227" y="1108"/>
                    </a:cubicBezTo>
                    <a:cubicBezTo>
                      <a:pt x="2227" y="501"/>
                      <a:pt x="1727" y="1"/>
                      <a:pt x="112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2"/>
              <p:cNvSpPr/>
              <p:nvPr/>
            </p:nvSpPr>
            <p:spPr>
              <a:xfrm>
                <a:off x="1063800" y="1108000"/>
                <a:ext cx="27725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1109" h="2228" extrusionOk="0">
                    <a:moveTo>
                      <a:pt x="1" y="1"/>
                    </a:moveTo>
                    <a:lnTo>
                      <a:pt x="1" y="2227"/>
                    </a:lnTo>
                    <a:cubicBezTo>
                      <a:pt x="608" y="2227"/>
                      <a:pt x="1108" y="1727"/>
                      <a:pt x="1108" y="1108"/>
                    </a:cubicBezTo>
                    <a:cubicBezTo>
                      <a:pt x="1108" y="489"/>
                      <a:pt x="608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2"/>
              <p:cNvSpPr/>
              <p:nvPr/>
            </p:nvSpPr>
            <p:spPr>
              <a:xfrm>
                <a:off x="611075" y="1128850"/>
                <a:ext cx="75325" cy="16375"/>
              </a:xfrm>
              <a:custGeom>
                <a:avLst/>
                <a:gdLst/>
                <a:ahLst/>
                <a:cxnLst/>
                <a:rect l="l" t="t" r="r" b="b"/>
                <a:pathLst>
                  <a:path w="3013" h="655" extrusionOk="0">
                    <a:moveTo>
                      <a:pt x="1" y="0"/>
                    </a:moveTo>
                    <a:lnTo>
                      <a:pt x="1" y="655"/>
                    </a:lnTo>
                    <a:lnTo>
                      <a:pt x="3013" y="655"/>
                    </a:lnTo>
                    <a:lnTo>
                      <a:pt x="301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2"/>
              <p:cNvSpPr/>
              <p:nvPr/>
            </p:nvSpPr>
            <p:spPr>
              <a:xfrm>
                <a:off x="674175" y="1120200"/>
                <a:ext cx="2385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954" h="1347" extrusionOk="0">
                    <a:moveTo>
                      <a:pt x="1" y="1"/>
                    </a:moveTo>
                    <a:lnTo>
                      <a:pt x="1" y="1346"/>
                    </a:lnTo>
                    <a:lnTo>
                      <a:pt x="953" y="1346"/>
                    </a:lnTo>
                    <a:lnTo>
                      <a:pt x="95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2"/>
              <p:cNvSpPr/>
              <p:nvPr/>
            </p:nvSpPr>
            <p:spPr>
              <a:xfrm>
                <a:off x="686375" y="1096400"/>
                <a:ext cx="232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3192" extrusionOk="0">
                    <a:moveTo>
                      <a:pt x="465" y="0"/>
                    </a:moveTo>
                    <a:cubicBezTo>
                      <a:pt x="203" y="0"/>
                      <a:pt x="1" y="203"/>
                      <a:pt x="1" y="465"/>
                    </a:cubicBezTo>
                    <a:lnTo>
                      <a:pt x="1" y="2727"/>
                    </a:lnTo>
                    <a:cubicBezTo>
                      <a:pt x="1" y="2977"/>
                      <a:pt x="203" y="3191"/>
                      <a:pt x="465" y="3191"/>
                    </a:cubicBezTo>
                    <a:cubicBezTo>
                      <a:pt x="715" y="3191"/>
                      <a:pt x="930" y="2977"/>
                      <a:pt x="930" y="2727"/>
                    </a:cubicBezTo>
                    <a:lnTo>
                      <a:pt x="930" y="465"/>
                    </a:lnTo>
                    <a:cubicBezTo>
                      <a:pt x="930" y="203"/>
                      <a:pt x="715" y="0"/>
                      <a:pt x="4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2"/>
              <p:cNvSpPr/>
              <p:nvPr/>
            </p:nvSpPr>
            <p:spPr>
              <a:xfrm>
                <a:off x="583400" y="1108900"/>
                <a:ext cx="55675" cy="55675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227" extrusionOk="0">
                    <a:moveTo>
                      <a:pt x="1119" y="0"/>
                    </a:moveTo>
                    <a:cubicBezTo>
                      <a:pt x="500" y="0"/>
                      <a:pt x="0" y="500"/>
                      <a:pt x="0" y="1108"/>
                    </a:cubicBezTo>
                    <a:cubicBezTo>
                      <a:pt x="0" y="1727"/>
                      <a:pt x="500" y="2227"/>
                      <a:pt x="1119" y="2227"/>
                    </a:cubicBezTo>
                    <a:cubicBezTo>
                      <a:pt x="1727" y="2227"/>
                      <a:pt x="2227" y="1727"/>
                      <a:pt x="2227" y="1108"/>
                    </a:cubicBezTo>
                    <a:cubicBezTo>
                      <a:pt x="2227" y="500"/>
                      <a:pt x="1727" y="0"/>
                      <a:pt x="11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2"/>
              <p:cNvSpPr/>
              <p:nvPr/>
            </p:nvSpPr>
            <p:spPr>
              <a:xfrm>
                <a:off x="583400" y="1108900"/>
                <a:ext cx="28000" cy="5567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227" extrusionOk="0">
                    <a:moveTo>
                      <a:pt x="1119" y="0"/>
                    </a:moveTo>
                    <a:cubicBezTo>
                      <a:pt x="500" y="0"/>
                      <a:pt x="0" y="500"/>
                      <a:pt x="0" y="1108"/>
                    </a:cubicBezTo>
                    <a:cubicBezTo>
                      <a:pt x="0" y="1727"/>
                      <a:pt x="500" y="2227"/>
                      <a:pt x="1119" y="2227"/>
                    </a:cubicBez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2"/>
              <p:cNvSpPr/>
              <p:nvPr/>
            </p:nvSpPr>
            <p:spPr>
              <a:xfrm>
                <a:off x="697400" y="1021375"/>
                <a:ext cx="279525" cy="236975"/>
              </a:xfrm>
              <a:custGeom>
                <a:avLst/>
                <a:gdLst/>
                <a:ahLst/>
                <a:cxnLst/>
                <a:rect l="l" t="t" r="r" b="b"/>
                <a:pathLst>
                  <a:path w="11181" h="9479" extrusionOk="0">
                    <a:moveTo>
                      <a:pt x="1084" y="1"/>
                    </a:moveTo>
                    <a:cubicBezTo>
                      <a:pt x="489" y="1"/>
                      <a:pt x="0" y="477"/>
                      <a:pt x="0" y="1084"/>
                    </a:cubicBezTo>
                    <a:lnTo>
                      <a:pt x="0" y="8395"/>
                    </a:lnTo>
                    <a:cubicBezTo>
                      <a:pt x="0" y="8990"/>
                      <a:pt x="489" y="9478"/>
                      <a:pt x="1084" y="9478"/>
                    </a:cubicBezTo>
                    <a:lnTo>
                      <a:pt x="10097" y="9478"/>
                    </a:lnTo>
                    <a:cubicBezTo>
                      <a:pt x="10692" y="9478"/>
                      <a:pt x="11180" y="8990"/>
                      <a:pt x="11180" y="8395"/>
                    </a:cubicBezTo>
                    <a:lnTo>
                      <a:pt x="11180" y="1084"/>
                    </a:lnTo>
                    <a:cubicBezTo>
                      <a:pt x="11180" y="477"/>
                      <a:pt x="10692" y="1"/>
                      <a:pt x="100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2"/>
              <p:cNvSpPr/>
              <p:nvPr/>
            </p:nvSpPr>
            <p:spPr>
              <a:xfrm>
                <a:off x="723000" y="1160975"/>
                <a:ext cx="228325" cy="72075"/>
              </a:xfrm>
              <a:custGeom>
                <a:avLst/>
                <a:gdLst/>
                <a:ahLst/>
                <a:cxnLst/>
                <a:rect l="l" t="t" r="r" b="b"/>
                <a:pathLst>
                  <a:path w="9133" h="2883" extrusionOk="0">
                    <a:moveTo>
                      <a:pt x="1381" y="1"/>
                    </a:moveTo>
                    <a:cubicBezTo>
                      <a:pt x="619" y="1"/>
                      <a:pt x="0" y="644"/>
                      <a:pt x="0" y="1442"/>
                    </a:cubicBezTo>
                    <a:cubicBezTo>
                      <a:pt x="0" y="2227"/>
                      <a:pt x="619" y="2882"/>
                      <a:pt x="1381" y="2882"/>
                    </a:cubicBezTo>
                    <a:lnTo>
                      <a:pt x="7739" y="2882"/>
                    </a:lnTo>
                    <a:cubicBezTo>
                      <a:pt x="8513" y="2882"/>
                      <a:pt x="9132" y="2227"/>
                      <a:pt x="9132" y="1442"/>
                    </a:cubicBezTo>
                    <a:cubicBezTo>
                      <a:pt x="9132" y="644"/>
                      <a:pt x="8513" y="1"/>
                      <a:pt x="77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2"/>
              <p:cNvSpPr/>
              <p:nvPr/>
            </p:nvSpPr>
            <p:spPr>
              <a:xfrm>
                <a:off x="750650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489" y="1"/>
                    </a:moveTo>
                    <a:cubicBezTo>
                      <a:pt x="230" y="1"/>
                      <a:pt x="1" y="339"/>
                      <a:pt x="240" y="577"/>
                    </a:cubicBezTo>
                    <a:cubicBezTo>
                      <a:pt x="787" y="1125"/>
                      <a:pt x="1335" y="1697"/>
                      <a:pt x="1895" y="2232"/>
                    </a:cubicBezTo>
                    <a:cubicBezTo>
                      <a:pt x="1966" y="2299"/>
                      <a:pt x="2046" y="2327"/>
                      <a:pt x="2122" y="2327"/>
                    </a:cubicBezTo>
                    <a:cubicBezTo>
                      <a:pt x="2389" y="2327"/>
                      <a:pt x="2621" y="1987"/>
                      <a:pt x="2371" y="1756"/>
                    </a:cubicBezTo>
                    <a:cubicBezTo>
                      <a:pt x="1811" y="1220"/>
                      <a:pt x="1264" y="649"/>
                      <a:pt x="716" y="101"/>
                    </a:cubicBezTo>
                    <a:cubicBezTo>
                      <a:pt x="645" y="30"/>
                      <a:pt x="566" y="1"/>
                      <a:pt x="4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2"/>
              <p:cNvSpPr/>
              <p:nvPr/>
            </p:nvSpPr>
            <p:spPr>
              <a:xfrm>
                <a:off x="750375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2133" y="1"/>
                    </a:moveTo>
                    <a:cubicBezTo>
                      <a:pt x="2056" y="1"/>
                      <a:pt x="1976" y="30"/>
                      <a:pt x="1906" y="101"/>
                    </a:cubicBezTo>
                    <a:cubicBezTo>
                      <a:pt x="1358" y="649"/>
                      <a:pt x="810" y="1220"/>
                      <a:pt x="251" y="1756"/>
                    </a:cubicBezTo>
                    <a:cubicBezTo>
                      <a:pt x="1" y="1987"/>
                      <a:pt x="240" y="2327"/>
                      <a:pt x="504" y="2327"/>
                    </a:cubicBezTo>
                    <a:cubicBezTo>
                      <a:pt x="580" y="2327"/>
                      <a:pt x="658" y="2299"/>
                      <a:pt x="727" y="2232"/>
                    </a:cubicBezTo>
                    <a:cubicBezTo>
                      <a:pt x="1287" y="1697"/>
                      <a:pt x="1834" y="1125"/>
                      <a:pt x="2382" y="577"/>
                    </a:cubicBezTo>
                    <a:cubicBezTo>
                      <a:pt x="2621" y="339"/>
                      <a:pt x="2392" y="1"/>
                      <a:pt x="21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2"/>
              <p:cNvSpPr/>
              <p:nvPr/>
            </p:nvSpPr>
            <p:spPr>
              <a:xfrm>
                <a:off x="854550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488" y="1"/>
                    </a:moveTo>
                    <a:cubicBezTo>
                      <a:pt x="229" y="1"/>
                      <a:pt x="0" y="339"/>
                      <a:pt x="239" y="577"/>
                    </a:cubicBezTo>
                    <a:cubicBezTo>
                      <a:pt x="787" y="1125"/>
                      <a:pt x="1334" y="1697"/>
                      <a:pt x="1894" y="2232"/>
                    </a:cubicBezTo>
                    <a:cubicBezTo>
                      <a:pt x="1963" y="2299"/>
                      <a:pt x="2041" y="2327"/>
                      <a:pt x="2117" y="2327"/>
                    </a:cubicBezTo>
                    <a:cubicBezTo>
                      <a:pt x="2381" y="2327"/>
                      <a:pt x="2620" y="1987"/>
                      <a:pt x="2370" y="1756"/>
                    </a:cubicBezTo>
                    <a:cubicBezTo>
                      <a:pt x="1811" y="1220"/>
                      <a:pt x="1263" y="649"/>
                      <a:pt x="715" y="101"/>
                    </a:cubicBezTo>
                    <a:cubicBezTo>
                      <a:pt x="644" y="30"/>
                      <a:pt x="565" y="1"/>
                      <a:pt x="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2"/>
              <p:cNvSpPr/>
              <p:nvPr/>
            </p:nvSpPr>
            <p:spPr>
              <a:xfrm>
                <a:off x="854275" y="1078700"/>
                <a:ext cx="65500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0" h="2327" extrusionOk="0">
                    <a:moveTo>
                      <a:pt x="2132" y="1"/>
                    </a:moveTo>
                    <a:cubicBezTo>
                      <a:pt x="2055" y="1"/>
                      <a:pt x="1976" y="30"/>
                      <a:pt x="1905" y="101"/>
                    </a:cubicBezTo>
                    <a:cubicBezTo>
                      <a:pt x="1357" y="649"/>
                      <a:pt x="810" y="1220"/>
                      <a:pt x="250" y="1756"/>
                    </a:cubicBezTo>
                    <a:cubicBezTo>
                      <a:pt x="0" y="1987"/>
                      <a:pt x="239" y="2327"/>
                      <a:pt x="504" y="2327"/>
                    </a:cubicBezTo>
                    <a:cubicBezTo>
                      <a:pt x="579" y="2327"/>
                      <a:pt x="657" y="2299"/>
                      <a:pt x="726" y="2232"/>
                    </a:cubicBezTo>
                    <a:cubicBezTo>
                      <a:pt x="1286" y="1697"/>
                      <a:pt x="1834" y="1125"/>
                      <a:pt x="2381" y="577"/>
                    </a:cubicBezTo>
                    <a:cubicBezTo>
                      <a:pt x="2620" y="339"/>
                      <a:pt x="2391" y="1"/>
                      <a:pt x="2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32"/>
              <p:cNvSpPr/>
              <p:nvPr/>
            </p:nvSpPr>
            <p:spPr>
              <a:xfrm>
                <a:off x="734900" y="1170500"/>
                <a:ext cx="28000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121" extrusionOk="0">
                    <a:moveTo>
                      <a:pt x="1060" y="1"/>
                    </a:moveTo>
                    <a:cubicBezTo>
                      <a:pt x="477" y="1"/>
                      <a:pt x="1" y="477"/>
                      <a:pt x="1" y="1061"/>
                    </a:cubicBezTo>
                    <a:cubicBezTo>
                      <a:pt x="1" y="1644"/>
                      <a:pt x="477" y="2120"/>
                      <a:pt x="1060" y="2120"/>
                    </a:cubicBezTo>
                    <a:lnTo>
                      <a:pt x="1120" y="2120"/>
                    </a:lnTo>
                    <a:lnTo>
                      <a:pt x="112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2"/>
              <p:cNvSpPr/>
              <p:nvPr/>
            </p:nvSpPr>
            <p:spPr>
              <a:xfrm>
                <a:off x="762875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1489" y="2120"/>
                    </a:lnTo>
                    <a:lnTo>
                      <a:pt x="148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2"/>
              <p:cNvSpPr/>
              <p:nvPr/>
            </p:nvSpPr>
            <p:spPr>
              <a:xfrm>
                <a:off x="800100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0" y="1"/>
                    </a:moveTo>
                    <a:lnTo>
                      <a:pt x="0" y="2120"/>
                    </a:lnTo>
                    <a:lnTo>
                      <a:pt x="1488" y="2120"/>
                    </a:lnTo>
                    <a:lnTo>
                      <a:pt x="148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2"/>
              <p:cNvSpPr/>
              <p:nvPr/>
            </p:nvSpPr>
            <p:spPr>
              <a:xfrm>
                <a:off x="874200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1489" y="2120"/>
                    </a:lnTo>
                    <a:lnTo>
                      <a:pt x="148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32"/>
              <p:cNvSpPr/>
              <p:nvPr/>
            </p:nvSpPr>
            <p:spPr>
              <a:xfrm>
                <a:off x="911400" y="1170500"/>
                <a:ext cx="280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60" y="2120"/>
                    </a:lnTo>
                    <a:cubicBezTo>
                      <a:pt x="644" y="2120"/>
                      <a:pt x="1120" y="1644"/>
                      <a:pt x="1120" y="1061"/>
                    </a:cubicBezTo>
                    <a:cubicBezTo>
                      <a:pt x="1120" y="465"/>
                      <a:pt x="644" y="1"/>
                      <a:pt x="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2"/>
              <p:cNvSpPr/>
              <p:nvPr/>
            </p:nvSpPr>
            <p:spPr>
              <a:xfrm>
                <a:off x="837300" y="1170500"/>
                <a:ext cx="369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2121" extrusionOk="0">
                    <a:moveTo>
                      <a:pt x="0" y="1"/>
                    </a:moveTo>
                    <a:lnTo>
                      <a:pt x="0" y="2120"/>
                    </a:lnTo>
                    <a:lnTo>
                      <a:pt x="1477" y="2120"/>
                    </a:lnTo>
                    <a:lnTo>
                      <a:pt x="14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32"/>
              <p:cNvSpPr/>
              <p:nvPr/>
            </p:nvSpPr>
            <p:spPr>
              <a:xfrm>
                <a:off x="667025" y="1279450"/>
                <a:ext cx="339950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3598" h="1692" extrusionOk="0">
                    <a:moveTo>
                      <a:pt x="1" y="1"/>
                    </a:moveTo>
                    <a:lnTo>
                      <a:pt x="1" y="1691"/>
                    </a:lnTo>
                    <a:lnTo>
                      <a:pt x="13598" y="1691"/>
                    </a:lnTo>
                    <a:lnTo>
                      <a:pt x="135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32"/>
              <p:cNvSpPr/>
              <p:nvPr/>
            </p:nvSpPr>
            <p:spPr>
              <a:xfrm>
                <a:off x="667025" y="1301775"/>
                <a:ext cx="339950" cy="18775"/>
              </a:xfrm>
              <a:custGeom>
                <a:avLst/>
                <a:gdLst/>
                <a:ahLst/>
                <a:cxnLst/>
                <a:rect l="l" t="t" r="r" b="b"/>
                <a:pathLst>
                  <a:path w="13598" h="751" extrusionOk="0">
                    <a:moveTo>
                      <a:pt x="1" y="1"/>
                    </a:moveTo>
                    <a:lnTo>
                      <a:pt x="1" y="751"/>
                    </a:lnTo>
                    <a:lnTo>
                      <a:pt x="13598" y="751"/>
                    </a:lnTo>
                    <a:lnTo>
                      <a:pt x="1359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2"/>
              <p:cNvSpPr/>
              <p:nvPr/>
            </p:nvSpPr>
            <p:spPr>
              <a:xfrm>
                <a:off x="738175" y="1405350"/>
                <a:ext cx="197975" cy="112850"/>
              </a:xfrm>
              <a:custGeom>
                <a:avLst/>
                <a:gdLst/>
                <a:ahLst/>
                <a:cxnLst/>
                <a:rect l="l" t="t" r="r" b="b"/>
                <a:pathLst>
                  <a:path w="7919" h="4514" extrusionOk="0">
                    <a:moveTo>
                      <a:pt x="1477" y="1"/>
                    </a:moveTo>
                    <a:cubicBezTo>
                      <a:pt x="667" y="1"/>
                      <a:pt x="1" y="668"/>
                      <a:pt x="1" y="1477"/>
                    </a:cubicBezTo>
                    <a:lnTo>
                      <a:pt x="1" y="3037"/>
                    </a:lnTo>
                    <a:cubicBezTo>
                      <a:pt x="1" y="3847"/>
                      <a:pt x="667" y="4513"/>
                      <a:pt x="1477" y="4513"/>
                    </a:cubicBezTo>
                    <a:lnTo>
                      <a:pt x="6442" y="4513"/>
                    </a:lnTo>
                    <a:cubicBezTo>
                      <a:pt x="7251" y="4513"/>
                      <a:pt x="7918" y="3847"/>
                      <a:pt x="7918" y="3037"/>
                    </a:cubicBezTo>
                    <a:lnTo>
                      <a:pt x="7918" y="1477"/>
                    </a:lnTo>
                    <a:cubicBezTo>
                      <a:pt x="7918" y="668"/>
                      <a:pt x="7251" y="1"/>
                      <a:pt x="64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32"/>
              <p:cNvSpPr/>
              <p:nvPr/>
            </p:nvSpPr>
            <p:spPr>
              <a:xfrm>
                <a:off x="738175" y="1348200"/>
                <a:ext cx="37225" cy="3695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478" extrusionOk="0">
                    <a:moveTo>
                      <a:pt x="739" y="1"/>
                    </a:moveTo>
                    <a:cubicBezTo>
                      <a:pt x="334" y="1"/>
                      <a:pt x="1" y="334"/>
                      <a:pt x="1" y="739"/>
                    </a:cubicBezTo>
                    <a:cubicBezTo>
                      <a:pt x="1" y="1144"/>
                      <a:pt x="334" y="1477"/>
                      <a:pt x="739" y="1477"/>
                    </a:cubicBezTo>
                    <a:cubicBezTo>
                      <a:pt x="1155" y="1477"/>
                      <a:pt x="1489" y="1144"/>
                      <a:pt x="1489" y="739"/>
                    </a:cubicBezTo>
                    <a:cubicBezTo>
                      <a:pt x="1489" y="334"/>
                      <a:pt x="1155" y="1"/>
                      <a:pt x="73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2"/>
              <p:cNvSpPr/>
              <p:nvPr/>
            </p:nvSpPr>
            <p:spPr>
              <a:xfrm>
                <a:off x="808425" y="1348200"/>
                <a:ext cx="127725" cy="36950"/>
              </a:xfrm>
              <a:custGeom>
                <a:avLst/>
                <a:gdLst/>
                <a:ahLst/>
                <a:cxnLst/>
                <a:rect l="l" t="t" r="r" b="b"/>
                <a:pathLst>
                  <a:path w="5109" h="1478" extrusionOk="0">
                    <a:moveTo>
                      <a:pt x="0" y="1"/>
                    </a:moveTo>
                    <a:lnTo>
                      <a:pt x="0" y="1477"/>
                    </a:lnTo>
                    <a:lnTo>
                      <a:pt x="5108" y="1477"/>
                    </a:lnTo>
                    <a:lnTo>
                      <a:pt x="510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2"/>
              <p:cNvSpPr/>
              <p:nvPr/>
            </p:nvSpPr>
            <p:spPr>
              <a:xfrm>
                <a:off x="907250" y="1665800"/>
                <a:ext cx="48250" cy="5510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2204" extrusionOk="0">
                    <a:moveTo>
                      <a:pt x="965" y="1"/>
                    </a:moveTo>
                    <a:cubicBezTo>
                      <a:pt x="429" y="1"/>
                      <a:pt x="0" y="441"/>
                      <a:pt x="0" y="977"/>
                    </a:cubicBezTo>
                    <a:lnTo>
                      <a:pt x="0" y="1239"/>
                    </a:lnTo>
                    <a:cubicBezTo>
                      <a:pt x="0" y="1775"/>
                      <a:pt x="429" y="2204"/>
                      <a:pt x="965" y="2204"/>
                    </a:cubicBezTo>
                    <a:cubicBezTo>
                      <a:pt x="1500" y="2204"/>
                      <a:pt x="1929" y="1775"/>
                      <a:pt x="1929" y="1239"/>
                    </a:cubicBezTo>
                    <a:lnTo>
                      <a:pt x="1929" y="977"/>
                    </a:lnTo>
                    <a:cubicBezTo>
                      <a:pt x="1929" y="441"/>
                      <a:pt x="1500" y="1"/>
                      <a:pt x="9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2"/>
              <p:cNvSpPr/>
              <p:nvPr/>
            </p:nvSpPr>
            <p:spPr>
              <a:xfrm>
                <a:off x="717625" y="1665800"/>
                <a:ext cx="48550" cy="55100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2204" extrusionOk="0">
                    <a:moveTo>
                      <a:pt x="977" y="1"/>
                    </a:moveTo>
                    <a:cubicBezTo>
                      <a:pt x="442" y="1"/>
                      <a:pt x="1" y="441"/>
                      <a:pt x="1" y="977"/>
                    </a:cubicBezTo>
                    <a:lnTo>
                      <a:pt x="1" y="1239"/>
                    </a:lnTo>
                    <a:cubicBezTo>
                      <a:pt x="1" y="1775"/>
                      <a:pt x="442" y="2204"/>
                      <a:pt x="977" y="2204"/>
                    </a:cubicBezTo>
                    <a:cubicBezTo>
                      <a:pt x="1513" y="2204"/>
                      <a:pt x="1942" y="1775"/>
                      <a:pt x="1942" y="1239"/>
                    </a:cubicBezTo>
                    <a:lnTo>
                      <a:pt x="1942" y="977"/>
                    </a:lnTo>
                    <a:cubicBezTo>
                      <a:pt x="1942" y="441"/>
                      <a:pt x="1513" y="1"/>
                      <a:pt x="9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2"/>
              <p:cNvSpPr/>
              <p:nvPr/>
            </p:nvSpPr>
            <p:spPr>
              <a:xfrm>
                <a:off x="659600" y="1695575"/>
                <a:ext cx="11610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4644" h="1430" extrusionOk="0">
                    <a:moveTo>
                      <a:pt x="0" y="1"/>
                    </a:moveTo>
                    <a:lnTo>
                      <a:pt x="0" y="1429"/>
                    </a:lnTo>
                    <a:lnTo>
                      <a:pt x="4644" y="1429"/>
                    </a:lnTo>
                    <a:lnTo>
                      <a:pt x="464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2"/>
              <p:cNvSpPr/>
              <p:nvPr/>
            </p:nvSpPr>
            <p:spPr>
              <a:xfrm>
                <a:off x="898600" y="1695575"/>
                <a:ext cx="1161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4645" h="1430" extrusionOk="0">
                    <a:moveTo>
                      <a:pt x="1" y="1"/>
                    </a:moveTo>
                    <a:lnTo>
                      <a:pt x="1" y="1429"/>
                    </a:lnTo>
                    <a:lnTo>
                      <a:pt x="4644" y="1429"/>
                    </a:lnTo>
                    <a:lnTo>
                      <a:pt x="464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32"/>
              <p:cNvSpPr/>
              <p:nvPr/>
            </p:nvSpPr>
            <p:spPr>
              <a:xfrm>
                <a:off x="556300" y="1549725"/>
                <a:ext cx="109875" cy="929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3716" extrusionOk="0">
                    <a:moveTo>
                      <a:pt x="2192" y="1"/>
                    </a:moveTo>
                    <a:cubicBezTo>
                      <a:pt x="989" y="1"/>
                      <a:pt x="1" y="989"/>
                      <a:pt x="1" y="2191"/>
                    </a:cubicBezTo>
                    <a:lnTo>
                      <a:pt x="1" y="3703"/>
                    </a:lnTo>
                    <a:lnTo>
                      <a:pt x="1168" y="3703"/>
                    </a:lnTo>
                    <a:lnTo>
                      <a:pt x="1168" y="2191"/>
                    </a:lnTo>
                    <a:cubicBezTo>
                      <a:pt x="1168" y="1632"/>
                      <a:pt x="1632" y="1167"/>
                      <a:pt x="2192" y="1167"/>
                    </a:cubicBezTo>
                    <a:cubicBezTo>
                      <a:pt x="2763" y="1167"/>
                      <a:pt x="3227" y="1632"/>
                      <a:pt x="3227" y="2191"/>
                    </a:cubicBezTo>
                    <a:lnTo>
                      <a:pt x="3227" y="3715"/>
                    </a:lnTo>
                    <a:lnTo>
                      <a:pt x="4394" y="3715"/>
                    </a:lnTo>
                    <a:lnTo>
                      <a:pt x="4394" y="2191"/>
                    </a:lnTo>
                    <a:cubicBezTo>
                      <a:pt x="4394" y="989"/>
                      <a:pt x="3406" y="1"/>
                      <a:pt x="21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2"/>
              <p:cNvSpPr/>
              <p:nvPr/>
            </p:nvSpPr>
            <p:spPr>
              <a:xfrm>
                <a:off x="1006950" y="1549725"/>
                <a:ext cx="109575" cy="92900"/>
              </a:xfrm>
              <a:custGeom>
                <a:avLst/>
                <a:gdLst/>
                <a:ahLst/>
                <a:cxnLst/>
                <a:rect l="l" t="t" r="r" b="b"/>
                <a:pathLst>
                  <a:path w="4383" h="3716" extrusionOk="0">
                    <a:moveTo>
                      <a:pt x="2192" y="1"/>
                    </a:moveTo>
                    <a:cubicBezTo>
                      <a:pt x="977" y="1"/>
                      <a:pt x="1" y="989"/>
                      <a:pt x="1" y="2191"/>
                    </a:cubicBezTo>
                    <a:lnTo>
                      <a:pt x="1" y="3703"/>
                    </a:lnTo>
                    <a:lnTo>
                      <a:pt x="1168" y="3703"/>
                    </a:lnTo>
                    <a:lnTo>
                      <a:pt x="1168" y="2191"/>
                    </a:lnTo>
                    <a:cubicBezTo>
                      <a:pt x="1168" y="1632"/>
                      <a:pt x="1632" y="1167"/>
                      <a:pt x="2192" y="1167"/>
                    </a:cubicBezTo>
                    <a:cubicBezTo>
                      <a:pt x="2763" y="1167"/>
                      <a:pt x="3216" y="1632"/>
                      <a:pt x="3216" y="2191"/>
                    </a:cubicBezTo>
                    <a:lnTo>
                      <a:pt x="3216" y="3715"/>
                    </a:lnTo>
                    <a:lnTo>
                      <a:pt x="4382" y="3715"/>
                    </a:lnTo>
                    <a:lnTo>
                      <a:pt x="4382" y="2191"/>
                    </a:lnTo>
                    <a:cubicBezTo>
                      <a:pt x="4382" y="989"/>
                      <a:pt x="3406" y="1"/>
                      <a:pt x="21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5" name="Google Shape;615;p32"/>
          <p:cNvGrpSpPr/>
          <p:nvPr/>
        </p:nvGrpSpPr>
        <p:grpSpPr>
          <a:xfrm>
            <a:off x="7873781" y="1479386"/>
            <a:ext cx="1827052" cy="2304120"/>
            <a:chOff x="8922625" y="3320713"/>
            <a:chExt cx="512900" cy="646825"/>
          </a:xfrm>
        </p:grpSpPr>
        <p:sp>
          <p:nvSpPr>
            <p:cNvPr id="616" name="Google Shape;616;p32"/>
            <p:cNvSpPr/>
            <p:nvPr/>
          </p:nvSpPr>
          <p:spPr>
            <a:xfrm>
              <a:off x="8922625" y="3320713"/>
              <a:ext cx="512900" cy="646825"/>
            </a:xfrm>
            <a:custGeom>
              <a:avLst/>
              <a:gdLst/>
              <a:ahLst/>
              <a:cxnLst/>
              <a:rect l="l" t="t" r="r" b="b"/>
              <a:pathLst>
                <a:path w="20516" h="25873" extrusionOk="0">
                  <a:moveTo>
                    <a:pt x="10264" y="1"/>
                  </a:moveTo>
                  <a:cubicBezTo>
                    <a:pt x="7811" y="1"/>
                    <a:pt x="5823" y="1989"/>
                    <a:pt x="5823" y="4442"/>
                  </a:cubicBezTo>
                  <a:lnTo>
                    <a:pt x="5823" y="4942"/>
                  </a:lnTo>
                  <a:cubicBezTo>
                    <a:pt x="5097" y="4942"/>
                    <a:pt x="4513" y="5525"/>
                    <a:pt x="4513" y="6240"/>
                  </a:cubicBezTo>
                  <a:cubicBezTo>
                    <a:pt x="4513" y="6966"/>
                    <a:pt x="5097" y="7549"/>
                    <a:pt x="5823" y="7549"/>
                  </a:cubicBezTo>
                  <a:lnTo>
                    <a:pt x="5823" y="9133"/>
                  </a:lnTo>
                  <a:lnTo>
                    <a:pt x="5073" y="9133"/>
                  </a:lnTo>
                  <a:cubicBezTo>
                    <a:pt x="4704" y="9133"/>
                    <a:pt x="4406" y="9430"/>
                    <a:pt x="4406" y="9800"/>
                  </a:cubicBezTo>
                  <a:cubicBezTo>
                    <a:pt x="4406" y="10169"/>
                    <a:pt x="4704" y="10478"/>
                    <a:pt x="5073" y="10478"/>
                  </a:cubicBezTo>
                  <a:lnTo>
                    <a:pt x="6406" y="10478"/>
                  </a:lnTo>
                  <a:lnTo>
                    <a:pt x="6311" y="11121"/>
                  </a:lnTo>
                  <a:cubicBezTo>
                    <a:pt x="6240" y="11109"/>
                    <a:pt x="6156" y="11109"/>
                    <a:pt x="6085" y="11109"/>
                  </a:cubicBezTo>
                  <a:cubicBezTo>
                    <a:pt x="5418" y="11109"/>
                    <a:pt x="4859" y="11490"/>
                    <a:pt x="4609" y="12050"/>
                  </a:cubicBezTo>
                  <a:lnTo>
                    <a:pt x="3537" y="12050"/>
                  </a:lnTo>
                  <a:lnTo>
                    <a:pt x="1311" y="14479"/>
                  </a:lnTo>
                  <a:lnTo>
                    <a:pt x="1311" y="17455"/>
                  </a:lnTo>
                  <a:lnTo>
                    <a:pt x="1156" y="17455"/>
                  </a:lnTo>
                  <a:cubicBezTo>
                    <a:pt x="941" y="17455"/>
                    <a:pt x="775" y="17622"/>
                    <a:pt x="775" y="17836"/>
                  </a:cubicBezTo>
                  <a:cubicBezTo>
                    <a:pt x="775" y="18039"/>
                    <a:pt x="953" y="18217"/>
                    <a:pt x="1156" y="18217"/>
                  </a:cubicBezTo>
                  <a:lnTo>
                    <a:pt x="1346" y="18217"/>
                  </a:lnTo>
                  <a:cubicBezTo>
                    <a:pt x="1382" y="18420"/>
                    <a:pt x="1501" y="18598"/>
                    <a:pt x="1680" y="18705"/>
                  </a:cubicBezTo>
                  <a:cubicBezTo>
                    <a:pt x="727" y="18884"/>
                    <a:pt x="1" y="19717"/>
                    <a:pt x="1" y="20718"/>
                  </a:cubicBezTo>
                  <a:lnTo>
                    <a:pt x="1144" y="20718"/>
                  </a:lnTo>
                  <a:cubicBezTo>
                    <a:pt x="1144" y="20217"/>
                    <a:pt x="1549" y="19813"/>
                    <a:pt x="2049" y="19813"/>
                  </a:cubicBezTo>
                  <a:cubicBezTo>
                    <a:pt x="2549" y="19813"/>
                    <a:pt x="2966" y="20217"/>
                    <a:pt x="2966" y="20718"/>
                  </a:cubicBezTo>
                  <a:lnTo>
                    <a:pt x="4097" y="20718"/>
                  </a:lnTo>
                  <a:cubicBezTo>
                    <a:pt x="4097" y="19717"/>
                    <a:pt x="3370" y="18884"/>
                    <a:pt x="2418" y="18705"/>
                  </a:cubicBezTo>
                  <a:cubicBezTo>
                    <a:pt x="2596" y="18598"/>
                    <a:pt x="2727" y="18420"/>
                    <a:pt x="2751" y="18217"/>
                  </a:cubicBezTo>
                  <a:lnTo>
                    <a:pt x="2942" y="18217"/>
                  </a:lnTo>
                  <a:cubicBezTo>
                    <a:pt x="3156" y="18217"/>
                    <a:pt x="3323" y="18039"/>
                    <a:pt x="3323" y="17836"/>
                  </a:cubicBezTo>
                  <a:cubicBezTo>
                    <a:pt x="3323" y="17622"/>
                    <a:pt x="3156" y="17455"/>
                    <a:pt x="2942" y="17455"/>
                  </a:cubicBezTo>
                  <a:lnTo>
                    <a:pt x="2727" y="17455"/>
                  </a:lnTo>
                  <a:lnTo>
                    <a:pt x="2727" y="15026"/>
                  </a:lnTo>
                  <a:lnTo>
                    <a:pt x="4156" y="13467"/>
                  </a:lnTo>
                  <a:lnTo>
                    <a:pt x="4632" y="13467"/>
                  </a:lnTo>
                  <a:cubicBezTo>
                    <a:pt x="4871" y="13919"/>
                    <a:pt x="5299" y="14252"/>
                    <a:pt x="5823" y="14336"/>
                  </a:cubicBezTo>
                  <a:lnTo>
                    <a:pt x="5061" y="19313"/>
                  </a:lnTo>
                  <a:lnTo>
                    <a:pt x="6442" y="19313"/>
                  </a:lnTo>
                  <a:lnTo>
                    <a:pt x="6442" y="20908"/>
                  </a:lnTo>
                  <a:cubicBezTo>
                    <a:pt x="6252" y="21063"/>
                    <a:pt x="6121" y="21301"/>
                    <a:pt x="6121" y="21563"/>
                  </a:cubicBezTo>
                  <a:lnTo>
                    <a:pt x="6121" y="21622"/>
                  </a:lnTo>
                  <a:lnTo>
                    <a:pt x="5359" y="21622"/>
                  </a:lnTo>
                  <a:lnTo>
                    <a:pt x="4359" y="23277"/>
                  </a:lnTo>
                  <a:lnTo>
                    <a:pt x="4359" y="25111"/>
                  </a:lnTo>
                  <a:lnTo>
                    <a:pt x="4359" y="25873"/>
                  </a:lnTo>
                  <a:lnTo>
                    <a:pt x="9562" y="25873"/>
                  </a:lnTo>
                  <a:lnTo>
                    <a:pt x="9562" y="25111"/>
                  </a:lnTo>
                  <a:lnTo>
                    <a:pt x="9562" y="23277"/>
                  </a:lnTo>
                  <a:lnTo>
                    <a:pt x="8573" y="21622"/>
                  </a:lnTo>
                  <a:lnTo>
                    <a:pt x="7799" y="21622"/>
                  </a:lnTo>
                  <a:lnTo>
                    <a:pt x="7799" y="21563"/>
                  </a:lnTo>
                  <a:cubicBezTo>
                    <a:pt x="7799" y="21301"/>
                    <a:pt x="7680" y="21063"/>
                    <a:pt x="7478" y="20908"/>
                  </a:cubicBezTo>
                  <a:lnTo>
                    <a:pt x="7478" y="19313"/>
                  </a:lnTo>
                  <a:lnTo>
                    <a:pt x="13026" y="19313"/>
                  </a:lnTo>
                  <a:lnTo>
                    <a:pt x="13026" y="20908"/>
                  </a:lnTo>
                  <a:cubicBezTo>
                    <a:pt x="12836" y="21063"/>
                    <a:pt x="12705" y="21301"/>
                    <a:pt x="12705" y="21563"/>
                  </a:cubicBezTo>
                  <a:lnTo>
                    <a:pt x="12705" y="21622"/>
                  </a:lnTo>
                  <a:lnTo>
                    <a:pt x="11943" y="21622"/>
                  </a:lnTo>
                  <a:lnTo>
                    <a:pt x="10955" y="23277"/>
                  </a:lnTo>
                  <a:lnTo>
                    <a:pt x="10955" y="25111"/>
                  </a:lnTo>
                  <a:lnTo>
                    <a:pt x="10955" y="25873"/>
                  </a:lnTo>
                  <a:lnTo>
                    <a:pt x="16158" y="25873"/>
                  </a:lnTo>
                  <a:lnTo>
                    <a:pt x="16158" y="25111"/>
                  </a:lnTo>
                  <a:lnTo>
                    <a:pt x="16158" y="23277"/>
                  </a:lnTo>
                  <a:lnTo>
                    <a:pt x="15158" y="21622"/>
                  </a:lnTo>
                  <a:lnTo>
                    <a:pt x="14396" y="21622"/>
                  </a:lnTo>
                  <a:lnTo>
                    <a:pt x="14396" y="21563"/>
                  </a:lnTo>
                  <a:cubicBezTo>
                    <a:pt x="14396" y="21301"/>
                    <a:pt x="14265" y="21063"/>
                    <a:pt x="14074" y="20908"/>
                  </a:cubicBezTo>
                  <a:lnTo>
                    <a:pt x="14074" y="19313"/>
                  </a:lnTo>
                  <a:lnTo>
                    <a:pt x="15455" y="19313"/>
                  </a:lnTo>
                  <a:lnTo>
                    <a:pt x="15169" y="17491"/>
                  </a:lnTo>
                  <a:lnTo>
                    <a:pt x="14693" y="14336"/>
                  </a:lnTo>
                  <a:cubicBezTo>
                    <a:pt x="15217" y="14252"/>
                    <a:pt x="15646" y="13919"/>
                    <a:pt x="15884" y="13467"/>
                  </a:cubicBezTo>
                  <a:lnTo>
                    <a:pt x="16360" y="13467"/>
                  </a:lnTo>
                  <a:lnTo>
                    <a:pt x="17789" y="15026"/>
                  </a:lnTo>
                  <a:lnTo>
                    <a:pt x="17789" y="17455"/>
                  </a:lnTo>
                  <a:lnTo>
                    <a:pt x="17574" y="17455"/>
                  </a:lnTo>
                  <a:cubicBezTo>
                    <a:pt x="17360" y="17455"/>
                    <a:pt x="17193" y="17622"/>
                    <a:pt x="17193" y="17836"/>
                  </a:cubicBezTo>
                  <a:cubicBezTo>
                    <a:pt x="17193" y="18039"/>
                    <a:pt x="17360" y="18217"/>
                    <a:pt x="17574" y="18217"/>
                  </a:cubicBezTo>
                  <a:lnTo>
                    <a:pt x="17753" y="18217"/>
                  </a:lnTo>
                  <a:cubicBezTo>
                    <a:pt x="17789" y="18420"/>
                    <a:pt x="17920" y="18598"/>
                    <a:pt x="18098" y="18705"/>
                  </a:cubicBezTo>
                  <a:cubicBezTo>
                    <a:pt x="17146" y="18884"/>
                    <a:pt x="16420" y="19717"/>
                    <a:pt x="16420" y="20718"/>
                  </a:cubicBezTo>
                  <a:lnTo>
                    <a:pt x="17551" y="20718"/>
                  </a:lnTo>
                  <a:cubicBezTo>
                    <a:pt x="17551" y="20217"/>
                    <a:pt x="17967" y="19813"/>
                    <a:pt x="18467" y="19813"/>
                  </a:cubicBezTo>
                  <a:cubicBezTo>
                    <a:pt x="18968" y="19813"/>
                    <a:pt x="19372" y="20217"/>
                    <a:pt x="19372" y="20718"/>
                  </a:cubicBezTo>
                  <a:lnTo>
                    <a:pt x="20515" y="20718"/>
                  </a:lnTo>
                  <a:cubicBezTo>
                    <a:pt x="20515" y="19717"/>
                    <a:pt x="19789" y="18884"/>
                    <a:pt x="18837" y="18705"/>
                  </a:cubicBezTo>
                  <a:cubicBezTo>
                    <a:pt x="19015" y="18598"/>
                    <a:pt x="19134" y="18420"/>
                    <a:pt x="19170" y="18217"/>
                  </a:cubicBezTo>
                  <a:lnTo>
                    <a:pt x="19360" y="18217"/>
                  </a:lnTo>
                  <a:cubicBezTo>
                    <a:pt x="19563" y="18217"/>
                    <a:pt x="19741" y="18039"/>
                    <a:pt x="19741" y="17836"/>
                  </a:cubicBezTo>
                  <a:cubicBezTo>
                    <a:pt x="19741" y="17622"/>
                    <a:pt x="19575" y="17455"/>
                    <a:pt x="19360" y="17455"/>
                  </a:cubicBezTo>
                  <a:lnTo>
                    <a:pt x="19206" y="17455"/>
                  </a:lnTo>
                  <a:lnTo>
                    <a:pt x="19206" y="14479"/>
                  </a:lnTo>
                  <a:lnTo>
                    <a:pt x="16979" y="12050"/>
                  </a:lnTo>
                  <a:lnTo>
                    <a:pt x="15908" y="12050"/>
                  </a:lnTo>
                  <a:cubicBezTo>
                    <a:pt x="15658" y="11490"/>
                    <a:pt x="15086" y="11109"/>
                    <a:pt x="14431" y="11109"/>
                  </a:cubicBezTo>
                  <a:cubicBezTo>
                    <a:pt x="14360" y="11109"/>
                    <a:pt x="14276" y="11109"/>
                    <a:pt x="14205" y="11121"/>
                  </a:cubicBezTo>
                  <a:lnTo>
                    <a:pt x="14110" y="10478"/>
                  </a:lnTo>
                  <a:lnTo>
                    <a:pt x="15443" y="10478"/>
                  </a:lnTo>
                  <a:cubicBezTo>
                    <a:pt x="15812" y="10478"/>
                    <a:pt x="16110" y="10169"/>
                    <a:pt x="16110" y="9800"/>
                  </a:cubicBezTo>
                  <a:cubicBezTo>
                    <a:pt x="16110" y="9430"/>
                    <a:pt x="15812" y="9133"/>
                    <a:pt x="15443" y="9133"/>
                  </a:cubicBezTo>
                  <a:lnTo>
                    <a:pt x="14693" y="9133"/>
                  </a:lnTo>
                  <a:lnTo>
                    <a:pt x="14693" y="7549"/>
                  </a:lnTo>
                  <a:cubicBezTo>
                    <a:pt x="15419" y="7549"/>
                    <a:pt x="16003" y="6966"/>
                    <a:pt x="16003" y="6240"/>
                  </a:cubicBezTo>
                  <a:cubicBezTo>
                    <a:pt x="16003" y="5525"/>
                    <a:pt x="15419" y="4942"/>
                    <a:pt x="14693" y="4942"/>
                  </a:cubicBezTo>
                  <a:lnTo>
                    <a:pt x="14693" y="4442"/>
                  </a:lnTo>
                  <a:cubicBezTo>
                    <a:pt x="14693" y="1989"/>
                    <a:pt x="12705" y="1"/>
                    <a:pt x="10264" y="1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7" name="Google Shape;617;p32"/>
            <p:cNvGrpSpPr/>
            <p:nvPr/>
          </p:nvGrpSpPr>
          <p:grpSpPr>
            <a:xfrm>
              <a:off x="8922925" y="3320713"/>
              <a:ext cx="512300" cy="646825"/>
              <a:chOff x="4779150" y="1079725"/>
              <a:chExt cx="512300" cy="646825"/>
            </a:xfrm>
          </p:grpSpPr>
          <p:sp>
            <p:nvSpPr>
              <p:cNvPr id="618" name="Google Shape;618;p32"/>
              <p:cNvSpPr/>
              <p:nvPr/>
            </p:nvSpPr>
            <p:spPr>
              <a:xfrm>
                <a:off x="4939900" y="1522650"/>
                <a:ext cx="25900" cy="113125"/>
              </a:xfrm>
              <a:custGeom>
                <a:avLst/>
                <a:gdLst/>
                <a:ahLst/>
                <a:cxnLst/>
                <a:rect l="l" t="t" r="r" b="b"/>
                <a:pathLst>
                  <a:path w="1036" h="4525" extrusionOk="0">
                    <a:moveTo>
                      <a:pt x="524" y="0"/>
                    </a:moveTo>
                    <a:cubicBezTo>
                      <a:pt x="238" y="0"/>
                      <a:pt x="0" y="226"/>
                      <a:pt x="0" y="512"/>
                    </a:cubicBezTo>
                    <a:lnTo>
                      <a:pt x="0" y="4001"/>
                    </a:lnTo>
                    <a:cubicBezTo>
                      <a:pt x="0" y="4286"/>
                      <a:pt x="238" y="4524"/>
                      <a:pt x="524" y="4524"/>
                    </a:cubicBezTo>
                    <a:cubicBezTo>
                      <a:pt x="810" y="4524"/>
                      <a:pt x="1036" y="4286"/>
                      <a:pt x="1036" y="4001"/>
                    </a:cubicBezTo>
                    <a:lnTo>
                      <a:pt x="1036" y="512"/>
                    </a:lnTo>
                    <a:cubicBezTo>
                      <a:pt x="1036" y="226"/>
                      <a:pt x="810" y="0"/>
                      <a:pt x="5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32"/>
              <p:cNvSpPr/>
              <p:nvPr/>
            </p:nvSpPr>
            <p:spPr>
              <a:xfrm>
                <a:off x="4931850" y="1597950"/>
                <a:ext cx="42000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680" h="3025" extrusionOk="0">
                    <a:moveTo>
                      <a:pt x="846" y="0"/>
                    </a:moveTo>
                    <a:cubicBezTo>
                      <a:pt x="382" y="0"/>
                      <a:pt x="1" y="369"/>
                      <a:pt x="1" y="834"/>
                    </a:cubicBezTo>
                    <a:lnTo>
                      <a:pt x="1" y="2179"/>
                    </a:lnTo>
                    <a:cubicBezTo>
                      <a:pt x="1" y="2643"/>
                      <a:pt x="382" y="3024"/>
                      <a:pt x="846" y="3024"/>
                    </a:cubicBezTo>
                    <a:cubicBezTo>
                      <a:pt x="1310" y="3024"/>
                      <a:pt x="1679" y="2643"/>
                      <a:pt x="1679" y="2179"/>
                    </a:cubicBezTo>
                    <a:lnTo>
                      <a:pt x="1679" y="834"/>
                    </a:lnTo>
                    <a:cubicBezTo>
                      <a:pt x="1679" y="369"/>
                      <a:pt x="1310" y="0"/>
                      <a:pt x="8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32"/>
              <p:cNvSpPr/>
              <p:nvPr/>
            </p:nvSpPr>
            <p:spPr>
              <a:xfrm>
                <a:off x="4887800" y="1620275"/>
                <a:ext cx="130100" cy="106275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4251" extrusionOk="0">
                    <a:moveTo>
                      <a:pt x="1001" y="0"/>
                    </a:moveTo>
                    <a:lnTo>
                      <a:pt x="1" y="1655"/>
                    </a:lnTo>
                    <a:lnTo>
                      <a:pt x="1" y="4251"/>
                    </a:lnTo>
                    <a:lnTo>
                      <a:pt x="5204" y="4251"/>
                    </a:lnTo>
                    <a:lnTo>
                      <a:pt x="5204" y="1655"/>
                    </a:lnTo>
                    <a:lnTo>
                      <a:pt x="421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2"/>
              <p:cNvSpPr/>
              <p:nvPr/>
            </p:nvSpPr>
            <p:spPr>
              <a:xfrm>
                <a:off x="4910725" y="1658975"/>
                <a:ext cx="8455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2703" extrusionOk="0">
                    <a:moveTo>
                      <a:pt x="1691" y="0"/>
                    </a:moveTo>
                    <a:cubicBezTo>
                      <a:pt x="750" y="0"/>
                      <a:pt x="0" y="750"/>
                      <a:pt x="0" y="1691"/>
                    </a:cubicBezTo>
                    <a:lnTo>
                      <a:pt x="0" y="2703"/>
                    </a:lnTo>
                    <a:lnTo>
                      <a:pt x="3382" y="2703"/>
                    </a:lnTo>
                    <a:lnTo>
                      <a:pt x="3382" y="1691"/>
                    </a:lnTo>
                    <a:cubicBezTo>
                      <a:pt x="3382" y="750"/>
                      <a:pt x="2620" y="0"/>
                      <a:pt x="169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2"/>
              <p:cNvSpPr/>
              <p:nvPr/>
            </p:nvSpPr>
            <p:spPr>
              <a:xfrm>
                <a:off x="4887800" y="1707475"/>
                <a:ext cx="130100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763" extrusionOk="0">
                    <a:moveTo>
                      <a:pt x="1" y="1"/>
                    </a:moveTo>
                    <a:lnTo>
                      <a:pt x="1" y="763"/>
                    </a:lnTo>
                    <a:lnTo>
                      <a:pt x="5204" y="763"/>
                    </a:lnTo>
                    <a:lnTo>
                      <a:pt x="52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2"/>
              <p:cNvSpPr/>
              <p:nvPr/>
            </p:nvSpPr>
            <p:spPr>
              <a:xfrm>
                <a:off x="4911025" y="1636350"/>
                <a:ext cx="140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60" extrusionOk="0">
                    <a:moveTo>
                      <a:pt x="286" y="0"/>
                    </a:moveTo>
                    <a:cubicBezTo>
                      <a:pt x="119" y="0"/>
                      <a:pt x="0" y="119"/>
                      <a:pt x="0" y="286"/>
                    </a:cubicBezTo>
                    <a:cubicBezTo>
                      <a:pt x="0" y="441"/>
                      <a:pt x="119" y="560"/>
                      <a:pt x="286" y="560"/>
                    </a:cubicBezTo>
                    <a:cubicBezTo>
                      <a:pt x="441" y="560"/>
                      <a:pt x="560" y="441"/>
                      <a:pt x="560" y="286"/>
                    </a:cubicBezTo>
                    <a:cubicBezTo>
                      <a:pt x="560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2"/>
              <p:cNvSpPr/>
              <p:nvPr/>
            </p:nvSpPr>
            <p:spPr>
              <a:xfrm>
                <a:off x="4934225" y="1636350"/>
                <a:ext cx="140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0" extrusionOk="0">
                    <a:moveTo>
                      <a:pt x="287" y="0"/>
                    </a:moveTo>
                    <a:cubicBezTo>
                      <a:pt x="120" y="0"/>
                      <a:pt x="1" y="119"/>
                      <a:pt x="1" y="286"/>
                    </a:cubicBezTo>
                    <a:cubicBezTo>
                      <a:pt x="1" y="441"/>
                      <a:pt x="132" y="560"/>
                      <a:pt x="287" y="560"/>
                    </a:cubicBezTo>
                    <a:cubicBezTo>
                      <a:pt x="441" y="560"/>
                      <a:pt x="561" y="441"/>
                      <a:pt x="561" y="286"/>
                    </a:cubicBezTo>
                    <a:cubicBezTo>
                      <a:pt x="561" y="131"/>
                      <a:pt x="441" y="0"/>
                      <a:pt x="2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2"/>
              <p:cNvSpPr/>
              <p:nvPr/>
            </p:nvSpPr>
            <p:spPr>
              <a:xfrm>
                <a:off x="4957450" y="1636350"/>
                <a:ext cx="140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0" extrusionOk="0">
                    <a:moveTo>
                      <a:pt x="286" y="0"/>
                    </a:moveTo>
                    <a:cubicBezTo>
                      <a:pt x="132" y="0"/>
                      <a:pt x="1" y="119"/>
                      <a:pt x="1" y="286"/>
                    </a:cubicBezTo>
                    <a:cubicBezTo>
                      <a:pt x="1" y="441"/>
                      <a:pt x="132" y="560"/>
                      <a:pt x="286" y="560"/>
                    </a:cubicBezTo>
                    <a:cubicBezTo>
                      <a:pt x="441" y="560"/>
                      <a:pt x="560" y="441"/>
                      <a:pt x="560" y="286"/>
                    </a:cubicBezTo>
                    <a:cubicBezTo>
                      <a:pt x="560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2"/>
              <p:cNvSpPr/>
              <p:nvPr/>
            </p:nvSpPr>
            <p:spPr>
              <a:xfrm>
                <a:off x="4980675" y="1636350"/>
                <a:ext cx="143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72" h="560" extrusionOk="0">
                    <a:moveTo>
                      <a:pt x="286" y="0"/>
                    </a:moveTo>
                    <a:cubicBezTo>
                      <a:pt x="131" y="0"/>
                      <a:pt x="0" y="119"/>
                      <a:pt x="0" y="286"/>
                    </a:cubicBezTo>
                    <a:cubicBezTo>
                      <a:pt x="0" y="441"/>
                      <a:pt x="131" y="560"/>
                      <a:pt x="286" y="560"/>
                    </a:cubicBezTo>
                    <a:cubicBezTo>
                      <a:pt x="441" y="560"/>
                      <a:pt x="572" y="441"/>
                      <a:pt x="572" y="286"/>
                    </a:cubicBezTo>
                    <a:cubicBezTo>
                      <a:pt x="572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2"/>
              <p:cNvSpPr/>
              <p:nvPr/>
            </p:nvSpPr>
            <p:spPr>
              <a:xfrm>
                <a:off x="5104800" y="1522650"/>
                <a:ext cx="25925" cy="113125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4525" extrusionOk="0">
                    <a:moveTo>
                      <a:pt x="512" y="0"/>
                    </a:moveTo>
                    <a:cubicBezTo>
                      <a:pt x="226" y="0"/>
                      <a:pt x="0" y="226"/>
                      <a:pt x="0" y="512"/>
                    </a:cubicBezTo>
                    <a:lnTo>
                      <a:pt x="0" y="4001"/>
                    </a:lnTo>
                    <a:cubicBezTo>
                      <a:pt x="0" y="4286"/>
                      <a:pt x="226" y="4524"/>
                      <a:pt x="512" y="4524"/>
                    </a:cubicBezTo>
                    <a:cubicBezTo>
                      <a:pt x="798" y="4524"/>
                      <a:pt x="1036" y="4286"/>
                      <a:pt x="1036" y="4001"/>
                    </a:cubicBezTo>
                    <a:lnTo>
                      <a:pt x="1036" y="512"/>
                    </a:lnTo>
                    <a:cubicBezTo>
                      <a:pt x="1036" y="226"/>
                      <a:pt x="798" y="0"/>
                      <a:pt x="5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32"/>
              <p:cNvSpPr/>
              <p:nvPr/>
            </p:nvSpPr>
            <p:spPr>
              <a:xfrm>
                <a:off x="5096750" y="1597950"/>
                <a:ext cx="42000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680" h="3025" extrusionOk="0">
                    <a:moveTo>
                      <a:pt x="834" y="0"/>
                    </a:moveTo>
                    <a:cubicBezTo>
                      <a:pt x="370" y="0"/>
                      <a:pt x="1" y="369"/>
                      <a:pt x="1" y="834"/>
                    </a:cubicBezTo>
                    <a:lnTo>
                      <a:pt x="1" y="2179"/>
                    </a:lnTo>
                    <a:cubicBezTo>
                      <a:pt x="1" y="2643"/>
                      <a:pt x="370" y="3024"/>
                      <a:pt x="834" y="3024"/>
                    </a:cubicBezTo>
                    <a:cubicBezTo>
                      <a:pt x="1299" y="3024"/>
                      <a:pt x="1680" y="2643"/>
                      <a:pt x="1680" y="2179"/>
                    </a:cubicBezTo>
                    <a:lnTo>
                      <a:pt x="1680" y="834"/>
                    </a:lnTo>
                    <a:cubicBezTo>
                      <a:pt x="1680" y="369"/>
                      <a:pt x="1299" y="0"/>
                      <a:pt x="83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2"/>
              <p:cNvSpPr/>
              <p:nvPr/>
            </p:nvSpPr>
            <p:spPr>
              <a:xfrm>
                <a:off x="5052700" y="1620275"/>
                <a:ext cx="130100" cy="106275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4251" extrusionOk="0">
                    <a:moveTo>
                      <a:pt x="989" y="0"/>
                    </a:moveTo>
                    <a:lnTo>
                      <a:pt x="1" y="1655"/>
                    </a:lnTo>
                    <a:lnTo>
                      <a:pt x="1" y="4251"/>
                    </a:lnTo>
                    <a:lnTo>
                      <a:pt x="5204" y="4251"/>
                    </a:lnTo>
                    <a:lnTo>
                      <a:pt x="5204" y="1655"/>
                    </a:lnTo>
                    <a:lnTo>
                      <a:pt x="420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32"/>
              <p:cNvSpPr/>
              <p:nvPr/>
            </p:nvSpPr>
            <p:spPr>
              <a:xfrm>
                <a:off x="5075325" y="1658975"/>
                <a:ext cx="8485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3394" h="2703" extrusionOk="0">
                    <a:moveTo>
                      <a:pt x="1691" y="0"/>
                    </a:moveTo>
                    <a:cubicBezTo>
                      <a:pt x="762" y="0"/>
                      <a:pt x="0" y="750"/>
                      <a:pt x="0" y="1691"/>
                    </a:cubicBezTo>
                    <a:lnTo>
                      <a:pt x="0" y="2703"/>
                    </a:lnTo>
                    <a:lnTo>
                      <a:pt x="3394" y="2703"/>
                    </a:lnTo>
                    <a:lnTo>
                      <a:pt x="3394" y="1691"/>
                    </a:lnTo>
                    <a:cubicBezTo>
                      <a:pt x="3394" y="750"/>
                      <a:pt x="2632" y="0"/>
                      <a:pt x="169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32"/>
              <p:cNvSpPr/>
              <p:nvPr/>
            </p:nvSpPr>
            <p:spPr>
              <a:xfrm>
                <a:off x="5052700" y="1707475"/>
                <a:ext cx="130100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763" extrusionOk="0">
                    <a:moveTo>
                      <a:pt x="1" y="1"/>
                    </a:moveTo>
                    <a:lnTo>
                      <a:pt x="1" y="763"/>
                    </a:lnTo>
                    <a:lnTo>
                      <a:pt x="5204" y="763"/>
                    </a:lnTo>
                    <a:lnTo>
                      <a:pt x="52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32"/>
              <p:cNvSpPr/>
              <p:nvPr/>
            </p:nvSpPr>
            <p:spPr>
              <a:xfrm>
                <a:off x="5075625" y="1636350"/>
                <a:ext cx="143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72" h="560" extrusionOk="0">
                    <a:moveTo>
                      <a:pt x="286" y="0"/>
                    </a:moveTo>
                    <a:cubicBezTo>
                      <a:pt x="131" y="0"/>
                      <a:pt x="0" y="119"/>
                      <a:pt x="0" y="286"/>
                    </a:cubicBezTo>
                    <a:cubicBezTo>
                      <a:pt x="0" y="441"/>
                      <a:pt x="131" y="560"/>
                      <a:pt x="286" y="560"/>
                    </a:cubicBezTo>
                    <a:cubicBezTo>
                      <a:pt x="441" y="560"/>
                      <a:pt x="572" y="441"/>
                      <a:pt x="572" y="286"/>
                    </a:cubicBezTo>
                    <a:cubicBezTo>
                      <a:pt x="572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32"/>
              <p:cNvSpPr/>
              <p:nvPr/>
            </p:nvSpPr>
            <p:spPr>
              <a:xfrm>
                <a:off x="5099125" y="1636350"/>
                <a:ext cx="140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0" extrusionOk="0">
                    <a:moveTo>
                      <a:pt x="275" y="0"/>
                    </a:moveTo>
                    <a:cubicBezTo>
                      <a:pt x="120" y="0"/>
                      <a:pt x="1" y="119"/>
                      <a:pt x="1" y="286"/>
                    </a:cubicBezTo>
                    <a:cubicBezTo>
                      <a:pt x="1" y="441"/>
                      <a:pt x="120" y="560"/>
                      <a:pt x="275" y="560"/>
                    </a:cubicBezTo>
                    <a:cubicBezTo>
                      <a:pt x="430" y="560"/>
                      <a:pt x="561" y="441"/>
                      <a:pt x="561" y="286"/>
                    </a:cubicBezTo>
                    <a:cubicBezTo>
                      <a:pt x="561" y="131"/>
                      <a:pt x="430" y="0"/>
                      <a:pt x="2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2"/>
              <p:cNvSpPr/>
              <p:nvPr/>
            </p:nvSpPr>
            <p:spPr>
              <a:xfrm>
                <a:off x="5122350" y="1636350"/>
                <a:ext cx="140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0" extrusionOk="0">
                    <a:moveTo>
                      <a:pt x="275" y="0"/>
                    </a:moveTo>
                    <a:cubicBezTo>
                      <a:pt x="120" y="0"/>
                      <a:pt x="1" y="119"/>
                      <a:pt x="1" y="286"/>
                    </a:cubicBezTo>
                    <a:cubicBezTo>
                      <a:pt x="1" y="441"/>
                      <a:pt x="120" y="560"/>
                      <a:pt x="275" y="560"/>
                    </a:cubicBezTo>
                    <a:cubicBezTo>
                      <a:pt x="429" y="560"/>
                      <a:pt x="560" y="441"/>
                      <a:pt x="560" y="286"/>
                    </a:cubicBezTo>
                    <a:cubicBezTo>
                      <a:pt x="560" y="131"/>
                      <a:pt x="429" y="0"/>
                      <a:pt x="2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2"/>
              <p:cNvSpPr/>
              <p:nvPr/>
            </p:nvSpPr>
            <p:spPr>
              <a:xfrm>
                <a:off x="5145575" y="1636350"/>
                <a:ext cx="140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60" extrusionOk="0">
                    <a:moveTo>
                      <a:pt x="286" y="0"/>
                    </a:moveTo>
                    <a:cubicBezTo>
                      <a:pt x="119" y="0"/>
                      <a:pt x="0" y="119"/>
                      <a:pt x="0" y="286"/>
                    </a:cubicBezTo>
                    <a:cubicBezTo>
                      <a:pt x="0" y="441"/>
                      <a:pt x="131" y="560"/>
                      <a:pt x="286" y="560"/>
                    </a:cubicBezTo>
                    <a:cubicBezTo>
                      <a:pt x="441" y="560"/>
                      <a:pt x="560" y="441"/>
                      <a:pt x="560" y="286"/>
                    </a:cubicBezTo>
                    <a:cubicBezTo>
                      <a:pt x="560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2"/>
              <p:cNvSpPr/>
              <p:nvPr/>
            </p:nvSpPr>
            <p:spPr>
              <a:xfrm>
                <a:off x="4891675" y="1203250"/>
                <a:ext cx="65200" cy="6522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609" extrusionOk="0">
                    <a:moveTo>
                      <a:pt x="1310" y="1"/>
                    </a:moveTo>
                    <a:cubicBezTo>
                      <a:pt x="584" y="1"/>
                      <a:pt x="0" y="584"/>
                      <a:pt x="0" y="1310"/>
                    </a:cubicBezTo>
                    <a:cubicBezTo>
                      <a:pt x="0" y="2025"/>
                      <a:pt x="584" y="2608"/>
                      <a:pt x="1310" y="2608"/>
                    </a:cubicBezTo>
                    <a:cubicBezTo>
                      <a:pt x="2024" y="2608"/>
                      <a:pt x="2608" y="2025"/>
                      <a:pt x="2608" y="1310"/>
                    </a:cubicBezTo>
                    <a:cubicBezTo>
                      <a:pt x="2608" y="584"/>
                      <a:pt x="2024" y="1"/>
                      <a:pt x="13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2"/>
              <p:cNvSpPr/>
              <p:nvPr/>
            </p:nvSpPr>
            <p:spPr>
              <a:xfrm>
                <a:off x="5113725" y="1203250"/>
                <a:ext cx="65200" cy="6522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609" extrusionOk="0">
                    <a:moveTo>
                      <a:pt x="1298" y="1"/>
                    </a:moveTo>
                    <a:cubicBezTo>
                      <a:pt x="584" y="1"/>
                      <a:pt x="0" y="584"/>
                      <a:pt x="0" y="1310"/>
                    </a:cubicBezTo>
                    <a:cubicBezTo>
                      <a:pt x="0" y="2025"/>
                      <a:pt x="584" y="2608"/>
                      <a:pt x="1298" y="2608"/>
                    </a:cubicBezTo>
                    <a:cubicBezTo>
                      <a:pt x="2024" y="2608"/>
                      <a:pt x="2608" y="2025"/>
                      <a:pt x="2608" y="1310"/>
                    </a:cubicBezTo>
                    <a:cubicBezTo>
                      <a:pt x="2608" y="584"/>
                      <a:pt x="2024" y="1"/>
                      <a:pt x="12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2"/>
              <p:cNvSpPr/>
              <p:nvPr/>
            </p:nvSpPr>
            <p:spPr>
              <a:xfrm>
                <a:off x="4812200" y="151430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extrusionOk="0">
                    <a:moveTo>
                      <a:pt x="715" y="1"/>
                    </a:moveTo>
                    <a:cubicBezTo>
                      <a:pt x="322" y="1"/>
                      <a:pt x="0" y="322"/>
                      <a:pt x="0" y="715"/>
                    </a:cubicBezTo>
                    <a:cubicBezTo>
                      <a:pt x="0" y="1108"/>
                      <a:pt x="322" y="1429"/>
                      <a:pt x="715" y="1429"/>
                    </a:cubicBezTo>
                    <a:cubicBezTo>
                      <a:pt x="1108" y="1429"/>
                      <a:pt x="1429" y="1108"/>
                      <a:pt x="1429" y="715"/>
                    </a:cubicBezTo>
                    <a:cubicBezTo>
                      <a:pt x="1429" y="322"/>
                      <a:pt x="1108" y="1"/>
                      <a:pt x="7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2"/>
              <p:cNvSpPr/>
              <p:nvPr/>
            </p:nvSpPr>
            <p:spPr>
              <a:xfrm>
                <a:off x="4811600" y="1380950"/>
                <a:ext cx="135150" cy="135175"/>
              </a:xfrm>
              <a:custGeom>
                <a:avLst/>
                <a:gdLst/>
                <a:ahLst/>
                <a:cxnLst/>
                <a:rect l="l" t="t" r="r" b="b"/>
                <a:pathLst>
                  <a:path w="5406" h="5407" extrusionOk="0">
                    <a:moveTo>
                      <a:pt x="2227" y="1"/>
                    </a:moveTo>
                    <a:lnTo>
                      <a:pt x="1" y="2430"/>
                    </a:lnTo>
                    <a:lnTo>
                      <a:pt x="1" y="5406"/>
                    </a:lnTo>
                    <a:lnTo>
                      <a:pt x="1417" y="5406"/>
                    </a:lnTo>
                    <a:lnTo>
                      <a:pt x="1417" y="2977"/>
                    </a:lnTo>
                    <a:lnTo>
                      <a:pt x="2846" y="1418"/>
                    </a:lnTo>
                    <a:lnTo>
                      <a:pt x="5406" y="1418"/>
                    </a:lnTo>
                    <a:lnTo>
                      <a:pt x="54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2"/>
              <p:cNvSpPr/>
              <p:nvPr/>
            </p:nvSpPr>
            <p:spPr>
              <a:xfrm>
                <a:off x="4890175" y="1357450"/>
                <a:ext cx="81300" cy="81275"/>
              </a:xfrm>
              <a:custGeom>
                <a:avLst/>
                <a:gdLst/>
                <a:ahLst/>
                <a:cxnLst/>
                <a:rect l="l" t="t" r="r" b="b"/>
                <a:pathLst>
                  <a:path w="3252" h="3251" extrusionOk="0">
                    <a:moveTo>
                      <a:pt x="1632" y="0"/>
                    </a:moveTo>
                    <a:cubicBezTo>
                      <a:pt x="727" y="0"/>
                      <a:pt x="1" y="726"/>
                      <a:pt x="1" y="1619"/>
                    </a:cubicBezTo>
                    <a:cubicBezTo>
                      <a:pt x="1" y="2524"/>
                      <a:pt x="727" y="3250"/>
                      <a:pt x="1632" y="3250"/>
                    </a:cubicBezTo>
                    <a:cubicBezTo>
                      <a:pt x="2525" y="3250"/>
                      <a:pt x="3251" y="2524"/>
                      <a:pt x="3251" y="1619"/>
                    </a:cubicBezTo>
                    <a:cubicBezTo>
                      <a:pt x="3251" y="726"/>
                      <a:pt x="2525" y="0"/>
                      <a:pt x="16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2"/>
              <p:cNvSpPr/>
              <p:nvPr/>
            </p:nvSpPr>
            <p:spPr>
              <a:xfrm>
                <a:off x="4798200" y="1516100"/>
                <a:ext cx="6372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2549" h="763" extrusionOk="0">
                    <a:moveTo>
                      <a:pt x="382" y="0"/>
                    </a:moveTo>
                    <a:cubicBezTo>
                      <a:pt x="179" y="0"/>
                      <a:pt x="1" y="167"/>
                      <a:pt x="1" y="381"/>
                    </a:cubicBezTo>
                    <a:cubicBezTo>
                      <a:pt x="1" y="584"/>
                      <a:pt x="179" y="762"/>
                      <a:pt x="382" y="762"/>
                    </a:cubicBezTo>
                    <a:lnTo>
                      <a:pt x="2168" y="762"/>
                    </a:lnTo>
                    <a:cubicBezTo>
                      <a:pt x="2382" y="762"/>
                      <a:pt x="2549" y="584"/>
                      <a:pt x="2549" y="381"/>
                    </a:cubicBezTo>
                    <a:cubicBezTo>
                      <a:pt x="2549" y="167"/>
                      <a:pt x="2382" y="0"/>
                      <a:pt x="21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2"/>
              <p:cNvSpPr/>
              <p:nvPr/>
            </p:nvSpPr>
            <p:spPr>
              <a:xfrm>
                <a:off x="4779150" y="1546450"/>
                <a:ext cx="1021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4085" h="2049" extrusionOk="0">
                    <a:moveTo>
                      <a:pt x="2037" y="1"/>
                    </a:moveTo>
                    <a:cubicBezTo>
                      <a:pt x="918" y="1"/>
                      <a:pt x="1" y="917"/>
                      <a:pt x="1" y="2048"/>
                    </a:cubicBezTo>
                    <a:lnTo>
                      <a:pt x="1132" y="2048"/>
                    </a:lnTo>
                    <a:cubicBezTo>
                      <a:pt x="1132" y="1548"/>
                      <a:pt x="1537" y="1144"/>
                      <a:pt x="2037" y="1144"/>
                    </a:cubicBezTo>
                    <a:cubicBezTo>
                      <a:pt x="2537" y="1144"/>
                      <a:pt x="2954" y="1548"/>
                      <a:pt x="2954" y="2048"/>
                    </a:cubicBezTo>
                    <a:lnTo>
                      <a:pt x="4085" y="2048"/>
                    </a:lnTo>
                    <a:cubicBezTo>
                      <a:pt x="4085" y="917"/>
                      <a:pt x="3168" y="1"/>
                      <a:pt x="20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2"/>
              <p:cNvSpPr/>
              <p:nvPr/>
            </p:nvSpPr>
            <p:spPr>
              <a:xfrm>
                <a:off x="4910425" y="1377675"/>
                <a:ext cx="408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1632" extrusionOk="0">
                    <a:moveTo>
                      <a:pt x="822" y="1"/>
                    </a:moveTo>
                    <a:cubicBezTo>
                      <a:pt x="370" y="1"/>
                      <a:pt x="0" y="370"/>
                      <a:pt x="0" y="810"/>
                    </a:cubicBezTo>
                    <a:cubicBezTo>
                      <a:pt x="0" y="1263"/>
                      <a:pt x="370" y="1632"/>
                      <a:pt x="822" y="1632"/>
                    </a:cubicBezTo>
                    <a:cubicBezTo>
                      <a:pt x="1262" y="1632"/>
                      <a:pt x="1632" y="1263"/>
                      <a:pt x="1632" y="810"/>
                    </a:cubicBezTo>
                    <a:cubicBezTo>
                      <a:pt x="1632" y="370"/>
                      <a:pt x="1262" y="1"/>
                      <a:pt x="8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32"/>
              <p:cNvSpPr/>
              <p:nvPr/>
            </p:nvSpPr>
            <p:spPr>
              <a:xfrm>
                <a:off x="5222375" y="1514300"/>
                <a:ext cx="360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430" extrusionOk="0">
                    <a:moveTo>
                      <a:pt x="726" y="1"/>
                    </a:moveTo>
                    <a:cubicBezTo>
                      <a:pt x="322" y="1"/>
                      <a:pt x="0" y="322"/>
                      <a:pt x="0" y="715"/>
                    </a:cubicBezTo>
                    <a:cubicBezTo>
                      <a:pt x="0" y="1108"/>
                      <a:pt x="322" y="1429"/>
                      <a:pt x="726" y="1429"/>
                    </a:cubicBezTo>
                    <a:cubicBezTo>
                      <a:pt x="1119" y="1429"/>
                      <a:pt x="1441" y="1108"/>
                      <a:pt x="1441" y="715"/>
                    </a:cubicBezTo>
                    <a:cubicBezTo>
                      <a:pt x="1441" y="322"/>
                      <a:pt x="1119" y="1"/>
                      <a:pt x="7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32"/>
              <p:cNvSpPr/>
              <p:nvPr/>
            </p:nvSpPr>
            <p:spPr>
              <a:xfrm>
                <a:off x="5123850" y="1380950"/>
                <a:ext cx="135150" cy="135175"/>
              </a:xfrm>
              <a:custGeom>
                <a:avLst/>
                <a:gdLst/>
                <a:ahLst/>
                <a:cxnLst/>
                <a:rect l="l" t="t" r="r" b="b"/>
                <a:pathLst>
                  <a:path w="5406" h="5407" extrusionOk="0">
                    <a:moveTo>
                      <a:pt x="0" y="1"/>
                    </a:moveTo>
                    <a:lnTo>
                      <a:pt x="0" y="1418"/>
                    </a:lnTo>
                    <a:lnTo>
                      <a:pt x="2560" y="1418"/>
                    </a:lnTo>
                    <a:lnTo>
                      <a:pt x="3989" y="2977"/>
                    </a:lnTo>
                    <a:lnTo>
                      <a:pt x="3989" y="5406"/>
                    </a:lnTo>
                    <a:lnTo>
                      <a:pt x="5406" y="5406"/>
                    </a:lnTo>
                    <a:lnTo>
                      <a:pt x="5406" y="2430"/>
                    </a:lnTo>
                    <a:lnTo>
                      <a:pt x="317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2"/>
              <p:cNvSpPr/>
              <p:nvPr/>
            </p:nvSpPr>
            <p:spPr>
              <a:xfrm>
                <a:off x="5099125" y="1357450"/>
                <a:ext cx="81300" cy="81275"/>
              </a:xfrm>
              <a:custGeom>
                <a:avLst/>
                <a:gdLst/>
                <a:ahLst/>
                <a:cxnLst/>
                <a:rect l="l" t="t" r="r" b="b"/>
                <a:pathLst>
                  <a:path w="3252" h="3251" extrusionOk="0">
                    <a:moveTo>
                      <a:pt x="1620" y="0"/>
                    </a:moveTo>
                    <a:cubicBezTo>
                      <a:pt x="727" y="0"/>
                      <a:pt x="1" y="726"/>
                      <a:pt x="1" y="1619"/>
                    </a:cubicBezTo>
                    <a:cubicBezTo>
                      <a:pt x="1" y="2524"/>
                      <a:pt x="727" y="3250"/>
                      <a:pt x="1620" y="3250"/>
                    </a:cubicBezTo>
                    <a:cubicBezTo>
                      <a:pt x="2525" y="3250"/>
                      <a:pt x="3251" y="2524"/>
                      <a:pt x="3251" y="1619"/>
                    </a:cubicBezTo>
                    <a:cubicBezTo>
                      <a:pt x="3251" y="726"/>
                      <a:pt x="2525" y="0"/>
                      <a:pt x="16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2"/>
              <p:cNvSpPr/>
              <p:nvPr/>
            </p:nvSpPr>
            <p:spPr>
              <a:xfrm>
                <a:off x="5208675" y="1516100"/>
                <a:ext cx="6372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2549" h="763" extrusionOk="0">
                    <a:moveTo>
                      <a:pt x="381" y="0"/>
                    </a:moveTo>
                    <a:cubicBezTo>
                      <a:pt x="167" y="0"/>
                      <a:pt x="0" y="167"/>
                      <a:pt x="0" y="381"/>
                    </a:cubicBezTo>
                    <a:cubicBezTo>
                      <a:pt x="0" y="584"/>
                      <a:pt x="167" y="762"/>
                      <a:pt x="381" y="762"/>
                    </a:cubicBezTo>
                    <a:lnTo>
                      <a:pt x="2167" y="762"/>
                    </a:lnTo>
                    <a:cubicBezTo>
                      <a:pt x="2382" y="762"/>
                      <a:pt x="2548" y="584"/>
                      <a:pt x="2548" y="381"/>
                    </a:cubicBezTo>
                    <a:cubicBezTo>
                      <a:pt x="2548" y="167"/>
                      <a:pt x="2382" y="0"/>
                      <a:pt x="21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2"/>
              <p:cNvSpPr/>
              <p:nvPr/>
            </p:nvSpPr>
            <p:spPr>
              <a:xfrm>
                <a:off x="5189325" y="1546450"/>
                <a:ext cx="1021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4085" h="2049" extrusionOk="0">
                    <a:moveTo>
                      <a:pt x="2048" y="1"/>
                    </a:moveTo>
                    <a:cubicBezTo>
                      <a:pt x="917" y="1"/>
                      <a:pt x="1" y="917"/>
                      <a:pt x="1" y="2048"/>
                    </a:cubicBezTo>
                    <a:lnTo>
                      <a:pt x="1132" y="2048"/>
                    </a:lnTo>
                    <a:cubicBezTo>
                      <a:pt x="1132" y="1548"/>
                      <a:pt x="1548" y="1144"/>
                      <a:pt x="2048" y="1144"/>
                    </a:cubicBezTo>
                    <a:cubicBezTo>
                      <a:pt x="2549" y="1144"/>
                      <a:pt x="2953" y="1548"/>
                      <a:pt x="2953" y="2048"/>
                    </a:cubicBezTo>
                    <a:lnTo>
                      <a:pt x="4084" y="2048"/>
                    </a:lnTo>
                    <a:cubicBezTo>
                      <a:pt x="4084" y="917"/>
                      <a:pt x="3168" y="1"/>
                      <a:pt x="20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32"/>
              <p:cNvSpPr/>
              <p:nvPr/>
            </p:nvSpPr>
            <p:spPr>
              <a:xfrm>
                <a:off x="5119375" y="1377675"/>
                <a:ext cx="408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1632" extrusionOk="0">
                    <a:moveTo>
                      <a:pt x="810" y="1"/>
                    </a:moveTo>
                    <a:cubicBezTo>
                      <a:pt x="370" y="1"/>
                      <a:pt x="1" y="370"/>
                      <a:pt x="1" y="810"/>
                    </a:cubicBezTo>
                    <a:cubicBezTo>
                      <a:pt x="1" y="1263"/>
                      <a:pt x="370" y="1632"/>
                      <a:pt x="810" y="1632"/>
                    </a:cubicBezTo>
                    <a:cubicBezTo>
                      <a:pt x="1263" y="1632"/>
                      <a:pt x="1632" y="1263"/>
                      <a:pt x="1632" y="810"/>
                    </a:cubicBezTo>
                    <a:cubicBezTo>
                      <a:pt x="1632" y="370"/>
                      <a:pt x="1263" y="1"/>
                      <a:pt x="8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32"/>
              <p:cNvSpPr/>
              <p:nvPr/>
            </p:nvSpPr>
            <p:spPr>
              <a:xfrm>
                <a:off x="4905375" y="1324700"/>
                <a:ext cx="259875" cy="237850"/>
              </a:xfrm>
              <a:custGeom>
                <a:avLst/>
                <a:gdLst/>
                <a:ahLst/>
                <a:cxnLst/>
                <a:rect l="l" t="t" r="r" b="b"/>
                <a:pathLst>
                  <a:path w="10395" h="9514" extrusionOk="0">
                    <a:moveTo>
                      <a:pt x="1453" y="0"/>
                    </a:moveTo>
                    <a:lnTo>
                      <a:pt x="0" y="9513"/>
                    </a:lnTo>
                    <a:lnTo>
                      <a:pt x="10394" y="9513"/>
                    </a:lnTo>
                    <a:lnTo>
                      <a:pt x="89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2"/>
              <p:cNvSpPr/>
              <p:nvPr/>
            </p:nvSpPr>
            <p:spPr>
              <a:xfrm>
                <a:off x="4970250" y="1278850"/>
                <a:ext cx="130100" cy="124150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4966" extrusionOk="0">
                    <a:moveTo>
                      <a:pt x="596" y="1"/>
                    </a:moveTo>
                    <a:cubicBezTo>
                      <a:pt x="263" y="1"/>
                      <a:pt x="1" y="275"/>
                      <a:pt x="1" y="596"/>
                    </a:cubicBezTo>
                    <a:lnTo>
                      <a:pt x="1" y="4370"/>
                    </a:lnTo>
                    <a:cubicBezTo>
                      <a:pt x="1" y="4704"/>
                      <a:pt x="263" y="4966"/>
                      <a:pt x="596" y="4966"/>
                    </a:cubicBezTo>
                    <a:lnTo>
                      <a:pt x="4608" y="4966"/>
                    </a:lnTo>
                    <a:cubicBezTo>
                      <a:pt x="4942" y="4966"/>
                      <a:pt x="5204" y="4704"/>
                      <a:pt x="5204" y="4370"/>
                    </a:cubicBezTo>
                    <a:lnTo>
                      <a:pt x="5204" y="596"/>
                    </a:lnTo>
                    <a:cubicBezTo>
                      <a:pt x="5204" y="275"/>
                      <a:pt x="4942" y="1"/>
                      <a:pt x="46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32"/>
              <p:cNvSpPr/>
              <p:nvPr/>
            </p:nvSpPr>
            <p:spPr>
              <a:xfrm>
                <a:off x="4905375" y="1516975"/>
                <a:ext cx="259875" cy="45575"/>
              </a:xfrm>
              <a:custGeom>
                <a:avLst/>
                <a:gdLst/>
                <a:ahLst/>
                <a:cxnLst/>
                <a:rect l="l" t="t" r="r" b="b"/>
                <a:pathLst>
                  <a:path w="10395" h="1823" extrusionOk="0">
                    <a:moveTo>
                      <a:pt x="286" y="1"/>
                    </a:moveTo>
                    <a:lnTo>
                      <a:pt x="0" y="1822"/>
                    </a:lnTo>
                    <a:lnTo>
                      <a:pt x="10394" y="1822"/>
                    </a:lnTo>
                    <a:lnTo>
                      <a:pt x="1010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32"/>
              <p:cNvSpPr/>
              <p:nvPr/>
            </p:nvSpPr>
            <p:spPr>
              <a:xfrm>
                <a:off x="4924425" y="1079725"/>
                <a:ext cx="221775" cy="229225"/>
              </a:xfrm>
              <a:custGeom>
                <a:avLst/>
                <a:gdLst/>
                <a:ahLst/>
                <a:cxnLst/>
                <a:rect l="l" t="t" r="r" b="b"/>
                <a:pathLst>
                  <a:path w="8871" h="9169" extrusionOk="0">
                    <a:moveTo>
                      <a:pt x="4441" y="1"/>
                    </a:moveTo>
                    <a:cubicBezTo>
                      <a:pt x="1988" y="1"/>
                      <a:pt x="0" y="1989"/>
                      <a:pt x="0" y="4442"/>
                    </a:cubicBezTo>
                    <a:lnTo>
                      <a:pt x="0" y="9168"/>
                    </a:lnTo>
                    <a:lnTo>
                      <a:pt x="8870" y="9168"/>
                    </a:lnTo>
                    <a:lnTo>
                      <a:pt x="8870" y="4442"/>
                    </a:lnTo>
                    <a:cubicBezTo>
                      <a:pt x="8870" y="1989"/>
                      <a:pt x="6882" y="1"/>
                      <a:pt x="44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2"/>
              <p:cNvSpPr/>
              <p:nvPr/>
            </p:nvSpPr>
            <p:spPr>
              <a:xfrm>
                <a:off x="4958350" y="1113350"/>
                <a:ext cx="153900" cy="195600"/>
              </a:xfrm>
              <a:custGeom>
                <a:avLst/>
                <a:gdLst/>
                <a:ahLst/>
                <a:cxnLst/>
                <a:rect l="l" t="t" r="r" b="b"/>
                <a:pathLst>
                  <a:path w="6156" h="7824" extrusionOk="0">
                    <a:moveTo>
                      <a:pt x="3084" y="1"/>
                    </a:moveTo>
                    <a:cubicBezTo>
                      <a:pt x="1381" y="1"/>
                      <a:pt x="0" y="1370"/>
                      <a:pt x="0" y="3073"/>
                    </a:cubicBezTo>
                    <a:lnTo>
                      <a:pt x="0" y="7823"/>
                    </a:lnTo>
                    <a:lnTo>
                      <a:pt x="6156" y="7823"/>
                    </a:lnTo>
                    <a:lnTo>
                      <a:pt x="6156" y="3073"/>
                    </a:lnTo>
                    <a:cubicBezTo>
                      <a:pt x="6156" y="1370"/>
                      <a:pt x="4775" y="1"/>
                      <a:pt x="30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32"/>
              <p:cNvSpPr/>
              <p:nvPr/>
            </p:nvSpPr>
            <p:spPr>
              <a:xfrm>
                <a:off x="4977700" y="1223500"/>
                <a:ext cx="247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89" extrusionOk="0">
                    <a:moveTo>
                      <a:pt x="500" y="0"/>
                    </a:moveTo>
                    <a:cubicBezTo>
                      <a:pt x="226" y="0"/>
                      <a:pt x="0" y="227"/>
                      <a:pt x="0" y="500"/>
                    </a:cubicBezTo>
                    <a:cubicBezTo>
                      <a:pt x="0" y="774"/>
                      <a:pt x="226" y="988"/>
                      <a:pt x="500" y="988"/>
                    </a:cubicBezTo>
                    <a:cubicBezTo>
                      <a:pt x="774" y="988"/>
                      <a:pt x="988" y="774"/>
                      <a:pt x="988" y="500"/>
                    </a:cubicBezTo>
                    <a:cubicBezTo>
                      <a:pt x="988" y="227"/>
                      <a:pt x="774" y="0"/>
                      <a:pt x="5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2"/>
              <p:cNvSpPr/>
              <p:nvPr/>
            </p:nvSpPr>
            <p:spPr>
              <a:xfrm>
                <a:off x="5068175" y="1223500"/>
                <a:ext cx="247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89" extrusionOk="0">
                    <a:moveTo>
                      <a:pt x="489" y="0"/>
                    </a:moveTo>
                    <a:cubicBezTo>
                      <a:pt x="215" y="0"/>
                      <a:pt x="1" y="227"/>
                      <a:pt x="1" y="500"/>
                    </a:cubicBezTo>
                    <a:cubicBezTo>
                      <a:pt x="1" y="774"/>
                      <a:pt x="215" y="988"/>
                      <a:pt x="489" y="988"/>
                    </a:cubicBezTo>
                    <a:cubicBezTo>
                      <a:pt x="763" y="988"/>
                      <a:pt x="989" y="774"/>
                      <a:pt x="989" y="500"/>
                    </a:cubicBezTo>
                    <a:cubicBezTo>
                      <a:pt x="989" y="227"/>
                      <a:pt x="763" y="0"/>
                      <a:pt x="48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2"/>
              <p:cNvSpPr/>
              <p:nvPr/>
            </p:nvSpPr>
            <p:spPr>
              <a:xfrm>
                <a:off x="4977700" y="1270525"/>
                <a:ext cx="11520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4608" h="727" extrusionOk="0">
                    <a:moveTo>
                      <a:pt x="369" y="0"/>
                    </a:moveTo>
                    <a:cubicBezTo>
                      <a:pt x="167" y="0"/>
                      <a:pt x="0" y="155"/>
                      <a:pt x="0" y="358"/>
                    </a:cubicBezTo>
                    <a:cubicBezTo>
                      <a:pt x="0" y="560"/>
                      <a:pt x="167" y="727"/>
                      <a:pt x="369" y="727"/>
                    </a:cubicBezTo>
                    <a:lnTo>
                      <a:pt x="4239" y="727"/>
                    </a:lnTo>
                    <a:cubicBezTo>
                      <a:pt x="4441" y="727"/>
                      <a:pt x="4608" y="560"/>
                      <a:pt x="4608" y="358"/>
                    </a:cubicBezTo>
                    <a:cubicBezTo>
                      <a:pt x="4608" y="155"/>
                      <a:pt x="4441" y="0"/>
                      <a:pt x="42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2"/>
              <p:cNvSpPr/>
              <p:nvPr/>
            </p:nvSpPr>
            <p:spPr>
              <a:xfrm>
                <a:off x="4889000" y="1308025"/>
                <a:ext cx="29260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11704" h="1347" extrusionOk="0">
                    <a:moveTo>
                      <a:pt x="667" y="1"/>
                    </a:moveTo>
                    <a:cubicBezTo>
                      <a:pt x="298" y="1"/>
                      <a:pt x="0" y="298"/>
                      <a:pt x="0" y="667"/>
                    </a:cubicBezTo>
                    <a:cubicBezTo>
                      <a:pt x="0" y="1036"/>
                      <a:pt x="298" y="1346"/>
                      <a:pt x="667" y="1346"/>
                    </a:cubicBezTo>
                    <a:lnTo>
                      <a:pt x="11037" y="1346"/>
                    </a:lnTo>
                    <a:cubicBezTo>
                      <a:pt x="11406" y="1346"/>
                      <a:pt x="11704" y="1036"/>
                      <a:pt x="11704" y="667"/>
                    </a:cubicBezTo>
                    <a:cubicBezTo>
                      <a:pt x="11704" y="298"/>
                      <a:pt x="11406" y="1"/>
                      <a:pt x="1103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32"/>
              <p:cNvSpPr/>
              <p:nvPr/>
            </p:nvSpPr>
            <p:spPr>
              <a:xfrm>
                <a:off x="4930375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50" y="1"/>
                    </a:moveTo>
                    <a:cubicBezTo>
                      <a:pt x="119" y="1"/>
                      <a:pt x="0" y="108"/>
                      <a:pt x="0" y="251"/>
                    </a:cubicBezTo>
                    <a:cubicBezTo>
                      <a:pt x="0" y="394"/>
                      <a:pt x="119" y="513"/>
                      <a:pt x="250" y="513"/>
                    </a:cubicBezTo>
                    <a:cubicBezTo>
                      <a:pt x="393" y="513"/>
                      <a:pt x="512" y="394"/>
                      <a:pt x="512" y="251"/>
                    </a:cubicBezTo>
                    <a:cubicBezTo>
                      <a:pt x="512" y="108"/>
                      <a:pt x="393" y="1"/>
                      <a:pt x="2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2"/>
              <p:cNvSpPr/>
              <p:nvPr/>
            </p:nvSpPr>
            <p:spPr>
              <a:xfrm>
                <a:off x="4955075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70" y="0"/>
                    </a:moveTo>
                    <a:cubicBezTo>
                      <a:pt x="264" y="0"/>
                      <a:pt x="257" y="0"/>
                      <a:pt x="250" y="1"/>
                    </a:cubicBezTo>
                    <a:cubicBezTo>
                      <a:pt x="108" y="1"/>
                      <a:pt x="0" y="108"/>
                      <a:pt x="0" y="251"/>
                    </a:cubicBezTo>
                    <a:cubicBezTo>
                      <a:pt x="0" y="394"/>
                      <a:pt x="108" y="513"/>
                      <a:pt x="250" y="513"/>
                    </a:cubicBezTo>
                    <a:cubicBezTo>
                      <a:pt x="393" y="513"/>
                      <a:pt x="512" y="394"/>
                      <a:pt x="512" y="251"/>
                    </a:cubicBezTo>
                    <a:cubicBezTo>
                      <a:pt x="512" y="115"/>
                      <a:pt x="404" y="0"/>
                      <a:pt x="2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2"/>
              <p:cNvSpPr/>
              <p:nvPr/>
            </p:nvSpPr>
            <p:spPr>
              <a:xfrm>
                <a:off x="4979475" y="1418450"/>
                <a:ext cx="131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513" extrusionOk="0">
                    <a:moveTo>
                      <a:pt x="282" y="0"/>
                    </a:moveTo>
                    <a:cubicBezTo>
                      <a:pt x="276" y="0"/>
                      <a:pt x="269" y="0"/>
                      <a:pt x="263" y="1"/>
                    </a:cubicBezTo>
                    <a:cubicBezTo>
                      <a:pt x="120" y="1"/>
                      <a:pt x="1" y="108"/>
                      <a:pt x="1" y="251"/>
                    </a:cubicBezTo>
                    <a:cubicBezTo>
                      <a:pt x="1" y="394"/>
                      <a:pt x="120" y="513"/>
                      <a:pt x="263" y="513"/>
                    </a:cubicBezTo>
                    <a:cubicBezTo>
                      <a:pt x="405" y="513"/>
                      <a:pt x="525" y="394"/>
                      <a:pt x="525" y="251"/>
                    </a:cubicBezTo>
                    <a:cubicBezTo>
                      <a:pt x="525" y="115"/>
                      <a:pt x="416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32"/>
              <p:cNvSpPr/>
              <p:nvPr/>
            </p:nvSpPr>
            <p:spPr>
              <a:xfrm>
                <a:off x="5004175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82" y="0"/>
                    </a:moveTo>
                    <a:cubicBezTo>
                      <a:pt x="276" y="0"/>
                      <a:pt x="269" y="0"/>
                      <a:pt x="263" y="1"/>
                    </a:cubicBezTo>
                    <a:cubicBezTo>
                      <a:pt x="120" y="1"/>
                      <a:pt x="1" y="108"/>
                      <a:pt x="1" y="251"/>
                    </a:cubicBezTo>
                    <a:cubicBezTo>
                      <a:pt x="1" y="394"/>
                      <a:pt x="120" y="513"/>
                      <a:pt x="263" y="513"/>
                    </a:cubicBezTo>
                    <a:cubicBezTo>
                      <a:pt x="406" y="513"/>
                      <a:pt x="513" y="394"/>
                      <a:pt x="513" y="251"/>
                    </a:cubicBezTo>
                    <a:cubicBezTo>
                      <a:pt x="513" y="115"/>
                      <a:pt x="415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32"/>
              <p:cNvSpPr/>
              <p:nvPr/>
            </p:nvSpPr>
            <p:spPr>
              <a:xfrm>
                <a:off x="5028900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62" y="1"/>
                    </a:moveTo>
                    <a:cubicBezTo>
                      <a:pt x="119" y="1"/>
                      <a:pt x="0" y="108"/>
                      <a:pt x="0" y="251"/>
                    </a:cubicBezTo>
                    <a:cubicBezTo>
                      <a:pt x="0" y="394"/>
                      <a:pt x="119" y="513"/>
                      <a:pt x="262" y="513"/>
                    </a:cubicBezTo>
                    <a:cubicBezTo>
                      <a:pt x="393" y="513"/>
                      <a:pt x="512" y="394"/>
                      <a:pt x="512" y="251"/>
                    </a:cubicBezTo>
                    <a:cubicBezTo>
                      <a:pt x="512" y="108"/>
                      <a:pt x="393" y="1"/>
                      <a:pt x="2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2"/>
              <p:cNvSpPr/>
              <p:nvPr/>
            </p:nvSpPr>
            <p:spPr>
              <a:xfrm>
                <a:off x="5053600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50" y="1"/>
                    </a:moveTo>
                    <a:cubicBezTo>
                      <a:pt x="107" y="1"/>
                      <a:pt x="0" y="108"/>
                      <a:pt x="0" y="251"/>
                    </a:cubicBezTo>
                    <a:cubicBezTo>
                      <a:pt x="0" y="394"/>
                      <a:pt x="107" y="513"/>
                      <a:pt x="250" y="513"/>
                    </a:cubicBezTo>
                    <a:cubicBezTo>
                      <a:pt x="393" y="513"/>
                      <a:pt x="512" y="394"/>
                      <a:pt x="512" y="251"/>
                    </a:cubicBezTo>
                    <a:cubicBezTo>
                      <a:pt x="512" y="108"/>
                      <a:pt x="393" y="1"/>
                      <a:pt x="2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32"/>
              <p:cNvSpPr/>
              <p:nvPr/>
            </p:nvSpPr>
            <p:spPr>
              <a:xfrm>
                <a:off x="5078000" y="1418450"/>
                <a:ext cx="131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513" extrusionOk="0">
                    <a:moveTo>
                      <a:pt x="282" y="0"/>
                    </a:moveTo>
                    <a:cubicBezTo>
                      <a:pt x="276" y="0"/>
                      <a:pt x="269" y="0"/>
                      <a:pt x="263" y="1"/>
                    </a:cubicBezTo>
                    <a:cubicBezTo>
                      <a:pt x="120" y="1"/>
                      <a:pt x="1" y="108"/>
                      <a:pt x="1" y="251"/>
                    </a:cubicBezTo>
                    <a:cubicBezTo>
                      <a:pt x="1" y="394"/>
                      <a:pt x="120" y="513"/>
                      <a:pt x="263" y="513"/>
                    </a:cubicBezTo>
                    <a:cubicBezTo>
                      <a:pt x="405" y="513"/>
                      <a:pt x="525" y="394"/>
                      <a:pt x="525" y="251"/>
                    </a:cubicBezTo>
                    <a:cubicBezTo>
                      <a:pt x="525" y="115"/>
                      <a:pt x="416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32"/>
              <p:cNvSpPr/>
              <p:nvPr/>
            </p:nvSpPr>
            <p:spPr>
              <a:xfrm>
                <a:off x="5102700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82" y="0"/>
                    </a:moveTo>
                    <a:cubicBezTo>
                      <a:pt x="276" y="0"/>
                      <a:pt x="269" y="0"/>
                      <a:pt x="263" y="1"/>
                    </a:cubicBezTo>
                    <a:cubicBezTo>
                      <a:pt x="120" y="1"/>
                      <a:pt x="1" y="108"/>
                      <a:pt x="1" y="251"/>
                    </a:cubicBezTo>
                    <a:cubicBezTo>
                      <a:pt x="1" y="394"/>
                      <a:pt x="120" y="513"/>
                      <a:pt x="263" y="513"/>
                    </a:cubicBezTo>
                    <a:cubicBezTo>
                      <a:pt x="406" y="513"/>
                      <a:pt x="513" y="394"/>
                      <a:pt x="513" y="251"/>
                    </a:cubicBezTo>
                    <a:cubicBezTo>
                      <a:pt x="513" y="115"/>
                      <a:pt x="415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2"/>
              <p:cNvSpPr/>
              <p:nvPr/>
            </p:nvSpPr>
            <p:spPr>
              <a:xfrm>
                <a:off x="5127425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80" y="0"/>
                    </a:moveTo>
                    <a:cubicBezTo>
                      <a:pt x="274" y="0"/>
                      <a:pt x="268" y="0"/>
                      <a:pt x="262" y="1"/>
                    </a:cubicBezTo>
                    <a:cubicBezTo>
                      <a:pt x="119" y="1"/>
                      <a:pt x="0" y="108"/>
                      <a:pt x="0" y="251"/>
                    </a:cubicBezTo>
                    <a:cubicBezTo>
                      <a:pt x="0" y="394"/>
                      <a:pt x="119" y="513"/>
                      <a:pt x="262" y="513"/>
                    </a:cubicBezTo>
                    <a:cubicBezTo>
                      <a:pt x="393" y="513"/>
                      <a:pt x="512" y="394"/>
                      <a:pt x="512" y="251"/>
                    </a:cubicBezTo>
                    <a:cubicBezTo>
                      <a:pt x="512" y="115"/>
                      <a:pt x="404" y="0"/>
                      <a:pt x="2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2"/>
              <p:cNvSpPr/>
              <p:nvPr/>
            </p:nvSpPr>
            <p:spPr>
              <a:xfrm>
                <a:off x="4916075" y="1478575"/>
                <a:ext cx="238450" cy="13425"/>
              </a:xfrm>
              <a:custGeom>
                <a:avLst/>
                <a:gdLst/>
                <a:ahLst/>
                <a:cxnLst/>
                <a:rect l="l" t="t" r="r" b="b"/>
                <a:pathLst>
                  <a:path w="9538" h="537" extrusionOk="0">
                    <a:moveTo>
                      <a:pt x="84" y="1"/>
                    </a:moveTo>
                    <a:lnTo>
                      <a:pt x="1" y="537"/>
                    </a:lnTo>
                    <a:lnTo>
                      <a:pt x="9538" y="537"/>
                    </a:lnTo>
                    <a:lnTo>
                      <a:pt x="94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69" name="Google Shape;669;p32"/>
          <p:cNvGrpSpPr/>
          <p:nvPr/>
        </p:nvGrpSpPr>
        <p:grpSpPr>
          <a:xfrm>
            <a:off x="6426582" y="36870"/>
            <a:ext cx="1374874" cy="2436434"/>
            <a:chOff x="2225575" y="3305850"/>
            <a:chExt cx="380125" cy="673625"/>
          </a:xfrm>
        </p:grpSpPr>
        <p:sp>
          <p:nvSpPr>
            <p:cNvPr id="670" name="Google Shape;670;p32"/>
            <p:cNvSpPr/>
            <p:nvPr/>
          </p:nvSpPr>
          <p:spPr>
            <a:xfrm>
              <a:off x="2225850" y="3306013"/>
              <a:ext cx="379850" cy="673300"/>
            </a:xfrm>
            <a:custGeom>
              <a:avLst/>
              <a:gdLst/>
              <a:ahLst/>
              <a:cxnLst/>
              <a:rect l="l" t="t" r="r" b="b"/>
              <a:pathLst>
                <a:path w="15194" h="26932" extrusionOk="0">
                  <a:moveTo>
                    <a:pt x="8978" y="16395"/>
                  </a:moveTo>
                  <a:lnTo>
                    <a:pt x="8978" y="17097"/>
                  </a:lnTo>
                  <a:lnTo>
                    <a:pt x="8835" y="17097"/>
                  </a:lnTo>
                  <a:cubicBezTo>
                    <a:pt x="8573" y="17097"/>
                    <a:pt x="8359" y="17312"/>
                    <a:pt x="8359" y="17574"/>
                  </a:cubicBezTo>
                  <a:lnTo>
                    <a:pt x="8359" y="17967"/>
                  </a:lnTo>
                  <a:lnTo>
                    <a:pt x="8252" y="17967"/>
                  </a:lnTo>
                  <a:cubicBezTo>
                    <a:pt x="8121" y="17967"/>
                    <a:pt x="8002" y="18074"/>
                    <a:pt x="8002" y="18217"/>
                  </a:cubicBezTo>
                  <a:cubicBezTo>
                    <a:pt x="8002" y="18348"/>
                    <a:pt x="8121" y="18467"/>
                    <a:pt x="8252" y="18467"/>
                  </a:cubicBezTo>
                  <a:lnTo>
                    <a:pt x="8359" y="18467"/>
                  </a:lnTo>
                  <a:lnTo>
                    <a:pt x="8359" y="21634"/>
                  </a:lnTo>
                  <a:lnTo>
                    <a:pt x="8252" y="21634"/>
                  </a:lnTo>
                  <a:cubicBezTo>
                    <a:pt x="8121" y="21634"/>
                    <a:pt x="8002" y="21741"/>
                    <a:pt x="8002" y="21884"/>
                  </a:cubicBezTo>
                  <a:cubicBezTo>
                    <a:pt x="8002" y="22015"/>
                    <a:pt x="8121" y="22134"/>
                    <a:pt x="8252" y="22134"/>
                  </a:cubicBezTo>
                  <a:lnTo>
                    <a:pt x="8359" y="22134"/>
                  </a:lnTo>
                  <a:lnTo>
                    <a:pt x="8359" y="22527"/>
                  </a:lnTo>
                  <a:cubicBezTo>
                    <a:pt x="8359" y="22789"/>
                    <a:pt x="8573" y="22991"/>
                    <a:pt x="8835" y="22991"/>
                  </a:cubicBezTo>
                  <a:lnTo>
                    <a:pt x="8966" y="22991"/>
                  </a:lnTo>
                  <a:lnTo>
                    <a:pt x="8966" y="24086"/>
                  </a:lnTo>
                  <a:cubicBezTo>
                    <a:pt x="8966" y="24086"/>
                    <a:pt x="8978" y="24098"/>
                    <a:pt x="8978" y="24098"/>
                  </a:cubicBezTo>
                  <a:lnTo>
                    <a:pt x="6216" y="24098"/>
                  </a:lnTo>
                  <a:cubicBezTo>
                    <a:pt x="6216" y="24098"/>
                    <a:pt x="6216" y="24086"/>
                    <a:pt x="6216" y="24086"/>
                  </a:cubicBezTo>
                  <a:lnTo>
                    <a:pt x="6216" y="22991"/>
                  </a:lnTo>
                  <a:lnTo>
                    <a:pt x="6359" y="22991"/>
                  </a:lnTo>
                  <a:cubicBezTo>
                    <a:pt x="6621" y="22991"/>
                    <a:pt x="6835" y="22789"/>
                    <a:pt x="6835" y="22527"/>
                  </a:cubicBezTo>
                  <a:lnTo>
                    <a:pt x="6835" y="22134"/>
                  </a:lnTo>
                  <a:lnTo>
                    <a:pt x="6930" y="22134"/>
                  </a:lnTo>
                  <a:cubicBezTo>
                    <a:pt x="7073" y="22134"/>
                    <a:pt x="7180" y="22015"/>
                    <a:pt x="7180" y="21884"/>
                  </a:cubicBezTo>
                  <a:cubicBezTo>
                    <a:pt x="7180" y="21741"/>
                    <a:pt x="7073" y="21634"/>
                    <a:pt x="6930" y="21634"/>
                  </a:cubicBezTo>
                  <a:lnTo>
                    <a:pt x="6835" y="21634"/>
                  </a:lnTo>
                  <a:lnTo>
                    <a:pt x="6835" y="18467"/>
                  </a:lnTo>
                  <a:lnTo>
                    <a:pt x="6930" y="18467"/>
                  </a:lnTo>
                  <a:cubicBezTo>
                    <a:pt x="7073" y="18467"/>
                    <a:pt x="7180" y="18348"/>
                    <a:pt x="7180" y="18217"/>
                  </a:cubicBezTo>
                  <a:cubicBezTo>
                    <a:pt x="7180" y="18074"/>
                    <a:pt x="7073" y="17967"/>
                    <a:pt x="6930" y="17967"/>
                  </a:cubicBezTo>
                  <a:lnTo>
                    <a:pt x="6835" y="17967"/>
                  </a:lnTo>
                  <a:lnTo>
                    <a:pt x="6835" y="17574"/>
                  </a:lnTo>
                  <a:cubicBezTo>
                    <a:pt x="6835" y="17312"/>
                    <a:pt x="6621" y="17097"/>
                    <a:pt x="6359" y="17097"/>
                  </a:cubicBezTo>
                  <a:lnTo>
                    <a:pt x="6216" y="17097"/>
                  </a:lnTo>
                  <a:lnTo>
                    <a:pt x="6216" y="16395"/>
                  </a:lnTo>
                  <a:close/>
                  <a:moveTo>
                    <a:pt x="7597" y="0"/>
                  </a:moveTo>
                  <a:cubicBezTo>
                    <a:pt x="7204" y="0"/>
                    <a:pt x="6895" y="322"/>
                    <a:pt x="6895" y="703"/>
                  </a:cubicBezTo>
                  <a:lnTo>
                    <a:pt x="4811" y="703"/>
                  </a:lnTo>
                  <a:cubicBezTo>
                    <a:pt x="4561" y="703"/>
                    <a:pt x="4359" y="905"/>
                    <a:pt x="4359" y="1167"/>
                  </a:cubicBezTo>
                  <a:lnTo>
                    <a:pt x="4359" y="3203"/>
                  </a:lnTo>
                  <a:cubicBezTo>
                    <a:pt x="4359" y="3119"/>
                    <a:pt x="4287" y="3048"/>
                    <a:pt x="4204" y="3048"/>
                  </a:cubicBezTo>
                  <a:cubicBezTo>
                    <a:pt x="4121" y="3048"/>
                    <a:pt x="4049" y="3119"/>
                    <a:pt x="4049" y="3203"/>
                  </a:cubicBezTo>
                  <a:lnTo>
                    <a:pt x="4049" y="3322"/>
                  </a:lnTo>
                  <a:cubicBezTo>
                    <a:pt x="3775" y="3441"/>
                    <a:pt x="3573" y="3715"/>
                    <a:pt x="3573" y="4036"/>
                  </a:cubicBezTo>
                  <a:cubicBezTo>
                    <a:pt x="3573" y="4358"/>
                    <a:pt x="3775" y="4632"/>
                    <a:pt x="4049" y="4751"/>
                  </a:cubicBezTo>
                  <a:lnTo>
                    <a:pt x="4049" y="4870"/>
                  </a:lnTo>
                  <a:cubicBezTo>
                    <a:pt x="4049" y="4953"/>
                    <a:pt x="4121" y="5013"/>
                    <a:pt x="4204" y="5013"/>
                  </a:cubicBezTo>
                  <a:cubicBezTo>
                    <a:pt x="4287" y="5013"/>
                    <a:pt x="4359" y="4953"/>
                    <a:pt x="4359" y="4870"/>
                  </a:cubicBezTo>
                  <a:lnTo>
                    <a:pt x="4359" y="6906"/>
                  </a:lnTo>
                  <a:cubicBezTo>
                    <a:pt x="4359" y="7156"/>
                    <a:pt x="4561" y="7358"/>
                    <a:pt x="4811" y="7358"/>
                  </a:cubicBezTo>
                  <a:lnTo>
                    <a:pt x="6609" y="7358"/>
                  </a:lnTo>
                  <a:lnTo>
                    <a:pt x="6609" y="7477"/>
                  </a:lnTo>
                  <a:cubicBezTo>
                    <a:pt x="6537" y="7489"/>
                    <a:pt x="6478" y="7549"/>
                    <a:pt x="6478" y="7620"/>
                  </a:cubicBezTo>
                  <a:cubicBezTo>
                    <a:pt x="6478" y="7691"/>
                    <a:pt x="6537" y="7751"/>
                    <a:pt x="6609" y="7763"/>
                  </a:cubicBezTo>
                  <a:lnTo>
                    <a:pt x="6609" y="7906"/>
                  </a:lnTo>
                  <a:cubicBezTo>
                    <a:pt x="6537" y="7906"/>
                    <a:pt x="6478" y="7965"/>
                    <a:pt x="6478" y="8037"/>
                  </a:cubicBezTo>
                  <a:cubicBezTo>
                    <a:pt x="6478" y="8120"/>
                    <a:pt x="6537" y="8180"/>
                    <a:pt x="6609" y="8180"/>
                  </a:cubicBezTo>
                  <a:lnTo>
                    <a:pt x="6609" y="8311"/>
                  </a:lnTo>
                  <a:lnTo>
                    <a:pt x="4537" y="8311"/>
                  </a:lnTo>
                  <a:cubicBezTo>
                    <a:pt x="4323" y="8311"/>
                    <a:pt x="4144" y="8489"/>
                    <a:pt x="4144" y="8703"/>
                  </a:cubicBezTo>
                  <a:lnTo>
                    <a:pt x="4144" y="8799"/>
                  </a:lnTo>
                  <a:lnTo>
                    <a:pt x="3930" y="8799"/>
                  </a:lnTo>
                  <a:lnTo>
                    <a:pt x="3930" y="8763"/>
                  </a:lnTo>
                  <a:cubicBezTo>
                    <a:pt x="3930" y="8692"/>
                    <a:pt x="3870" y="8632"/>
                    <a:pt x="3799" y="8632"/>
                  </a:cubicBezTo>
                  <a:cubicBezTo>
                    <a:pt x="3728" y="8632"/>
                    <a:pt x="3668" y="8692"/>
                    <a:pt x="3668" y="8763"/>
                  </a:cubicBezTo>
                  <a:lnTo>
                    <a:pt x="3668" y="8799"/>
                  </a:lnTo>
                  <a:lnTo>
                    <a:pt x="3466" y="8799"/>
                  </a:lnTo>
                  <a:lnTo>
                    <a:pt x="3466" y="8763"/>
                  </a:lnTo>
                  <a:cubicBezTo>
                    <a:pt x="3466" y="8692"/>
                    <a:pt x="3406" y="8632"/>
                    <a:pt x="3335" y="8632"/>
                  </a:cubicBezTo>
                  <a:cubicBezTo>
                    <a:pt x="3263" y="8632"/>
                    <a:pt x="3204" y="8692"/>
                    <a:pt x="3204" y="8763"/>
                  </a:cubicBezTo>
                  <a:lnTo>
                    <a:pt x="3204" y="8894"/>
                  </a:lnTo>
                  <a:cubicBezTo>
                    <a:pt x="3192" y="8906"/>
                    <a:pt x="3180" y="8918"/>
                    <a:pt x="3168" y="8930"/>
                  </a:cubicBezTo>
                  <a:lnTo>
                    <a:pt x="2501" y="8930"/>
                  </a:lnTo>
                  <a:cubicBezTo>
                    <a:pt x="1477" y="8930"/>
                    <a:pt x="644" y="9751"/>
                    <a:pt x="644" y="10775"/>
                  </a:cubicBezTo>
                  <a:lnTo>
                    <a:pt x="644" y="10966"/>
                  </a:lnTo>
                  <a:lnTo>
                    <a:pt x="572" y="10966"/>
                  </a:lnTo>
                  <a:cubicBezTo>
                    <a:pt x="489" y="10966"/>
                    <a:pt x="430" y="11025"/>
                    <a:pt x="430" y="11109"/>
                  </a:cubicBezTo>
                  <a:cubicBezTo>
                    <a:pt x="430" y="11180"/>
                    <a:pt x="489" y="11251"/>
                    <a:pt x="572" y="11251"/>
                  </a:cubicBezTo>
                  <a:lnTo>
                    <a:pt x="644" y="11251"/>
                  </a:lnTo>
                  <a:lnTo>
                    <a:pt x="644" y="11799"/>
                  </a:lnTo>
                  <a:lnTo>
                    <a:pt x="572" y="11799"/>
                  </a:lnTo>
                  <a:cubicBezTo>
                    <a:pt x="489" y="11799"/>
                    <a:pt x="430" y="11859"/>
                    <a:pt x="430" y="11942"/>
                  </a:cubicBezTo>
                  <a:cubicBezTo>
                    <a:pt x="430" y="12013"/>
                    <a:pt x="489" y="12085"/>
                    <a:pt x="572" y="12085"/>
                  </a:cubicBezTo>
                  <a:lnTo>
                    <a:pt x="644" y="12085"/>
                  </a:lnTo>
                  <a:lnTo>
                    <a:pt x="644" y="12633"/>
                  </a:lnTo>
                  <a:lnTo>
                    <a:pt x="572" y="12633"/>
                  </a:lnTo>
                  <a:cubicBezTo>
                    <a:pt x="489" y="12633"/>
                    <a:pt x="430" y="12692"/>
                    <a:pt x="430" y="12775"/>
                  </a:cubicBezTo>
                  <a:cubicBezTo>
                    <a:pt x="430" y="12847"/>
                    <a:pt x="489" y="12918"/>
                    <a:pt x="572" y="12918"/>
                  </a:cubicBezTo>
                  <a:lnTo>
                    <a:pt x="644" y="12918"/>
                  </a:lnTo>
                  <a:lnTo>
                    <a:pt x="644" y="13466"/>
                  </a:lnTo>
                  <a:lnTo>
                    <a:pt x="572" y="13466"/>
                  </a:lnTo>
                  <a:cubicBezTo>
                    <a:pt x="489" y="13466"/>
                    <a:pt x="430" y="13526"/>
                    <a:pt x="430" y="13609"/>
                  </a:cubicBezTo>
                  <a:cubicBezTo>
                    <a:pt x="430" y="13680"/>
                    <a:pt x="489" y="13752"/>
                    <a:pt x="572" y="13752"/>
                  </a:cubicBezTo>
                  <a:lnTo>
                    <a:pt x="644" y="13752"/>
                  </a:lnTo>
                  <a:lnTo>
                    <a:pt x="644" y="14002"/>
                  </a:lnTo>
                  <a:lnTo>
                    <a:pt x="906" y="14002"/>
                  </a:lnTo>
                  <a:lnTo>
                    <a:pt x="906" y="14395"/>
                  </a:lnTo>
                  <a:lnTo>
                    <a:pt x="739" y="14395"/>
                  </a:lnTo>
                  <a:cubicBezTo>
                    <a:pt x="561" y="14395"/>
                    <a:pt x="430" y="14526"/>
                    <a:pt x="430" y="14704"/>
                  </a:cubicBezTo>
                  <a:cubicBezTo>
                    <a:pt x="430" y="14871"/>
                    <a:pt x="561" y="15014"/>
                    <a:pt x="739" y="15014"/>
                  </a:cubicBezTo>
                  <a:lnTo>
                    <a:pt x="906" y="15014"/>
                  </a:lnTo>
                  <a:lnTo>
                    <a:pt x="906" y="16145"/>
                  </a:lnTo>
                  <a:cubicBezTo>
                    <a:pt x="382" y="16264"/>
                    <a:pt x="1" y="16728"/>
                    <a:pt x="1" y="17288"/>
                  </a:cubicBezTo>
                  <a:lnTo>
                    <a:pt x="477" y="17288"/>
                  </a:lnTo>
                  <a:cubicBezTo>
                    <a:pt x="477" y="16895"/>
                    <a:pt x="787" y="16585"/>
                    <a:pt x="1180" y="16585"/>
                  </a:cubicBezTo>
                  <a:cubicBezTo>
                    <a:pt x="1561" y="16585"/>
                    <a:pt x="1882" y="16895"/>
                    <a:pt x="1882" y="17288"/>
                  </a:cubicBezTo>
                  <a:lnTo>
                    <a:pt x="2358" y="17288"/>
                  </a:lnTo>
                  <a:cubicBezTo>
                    <a:pt x="2358" y="16728"/>
                    <a:pt x="1965" y="16264"/>
                    <a:pt x="1442" y="16145"/>
                  </a:cubicBezTo>
                  <a:lnTo>
                    <a:pt x="1442" y="15014"/>
                  </a:lnTo>
                  <a:lnTo>
                    <a:pt x="1620" y="15014"/>
                  </a:lnTo>
                  <a:cubicBezTo>
                    <a:pt x="1787" y="15014"/>
                    <a:pt x="1930" y="14871"/>
                    <a:pt x="1930" y="14704"/>
                  </a:cubicBezTo>
                  <a:cubicBezTo>
                    <a:pt x="1930" y="14526"/>
                    <a:pt x="1787" y="14395"/>
                    <a:pt x="1620" y="14395"/>
                  </a:cubicBezTo>
                  <a:lnTo>
                    <a:pt x="1442" y="14395"/>
                  </a:lnTo>
                  <a:lnTo>
                    <a:pt x="1442" y="14002"/>
                  </a:lnTo>
                  <a:lnTo>
                    <a:pt x="1704" y="14002"/>
                  </a:lnTo>
                  <a:lnTo>
                    <a:pt x="1704" y="13752"/>
                  </a:lnTo>
                  <a:lnTo>
                    <a:pt x="1787" y="13752"/>
                  </a:lnTo>
                  <a:cubicBezTo>
                    <a:pt x="1858" y="13752"/>
                    <a:pt x="1930" y="13680"/>
                    <a:pt x="1930" y="13609"/>
                  </a:cubicBezTo>
                  <a:cubicBezTo>
                    <a:pt x="1930" y="13526"/>
                    <a:pt x="1870" y="13466"/>
                    <a:pt x="1787" y="13466"/>
                  </a:cubicBezTo>
                  <a:lnTo>
                    <a:pt x="1704" y="13466"/>
                  </a:lnTo>
                  <a:lnTo>
                    <a:pt x="1704" y="12918"/>
                  </a:lnTo>
                  <a:lnTo>
                    <a:pt x="1787" y="12918"/>
                  </a:lnTo>
                  <a:cubicBezTo>
                    <a:pt x="1858" y="12918"/>
                    <a:pt x="1930" y="12847"/>
                    <a:pt x="1930" y="12775"/>
                  </a:cubicBezTo>
                  <a:cubicBezTo>
                    <a:pt x="1930" y="12692"/>
                    <a:pt x="1870" y="12633"/>
                    <a:pt x="1787" y="12633"/>
                  </a:cubicBezTo>
                  <a:lnTo>
                    <a:pt x="1704" y="12633"/>
                  </a:lnTo>
                  <a:lnTo>
                    <a:pt x="1704" y="12085"/>
                  </a:lnTo>
                  <a:lnTo>
                    <a:pt x="1787" y="12085"/>
                  </a:lnTo>
                  <a:cubicBezTo>
                    <a:pt x="1858" y="12085"/>
                    <a:pt x="1930" y="12013"/>
                    <a:pt x="1930" y="11942"/>
                  </a:cubicBezTo>
                  <a:cubicBezTo>
                    <a:pt x="1930" y="11859"/>
                    <a:pt x="1870" y="11799"/>
                    <a:pt x="1787" y="11799"/>
                  </a:cubicBezTo>
                  <a:lnTo>
                    <a:pt x="1704" y="11799"/>
                  </a:lnTo>
                  <a:lnTo>
                    <a:pt x="1704" y="11251"/>
                  </a:lnTo>
                  <a:lnTo>
                    <a:pt x="1787" y="11251"/>
                  </a:lnTo>
                  <a:cubicBezTo>
                    <a:pt x="1858" y="11251"/>
                    <a:pt x="1930" y="11180"/>
                    <a:pt x="1930" y="11109"/>
                  </a:cubicBezTo>
                  <a:cubicBezTo>
                    <a:pt x="1930" y="11025"/>
                    <a:pt x="1870" y="10966"/>
                    <a:pt x="1787" y="10966"/>
                  </a:cubicBezTo>
                  <a:lnTo>
                    <a:pt x="1704" y="10966"/>
                  </a:lnTo>
                  <a:lnTo>
                    <a:pt x="1704" y="10775"/>
                  </a:lnTo>
                  <a:cubicBezTo>
                    <a:pt x="1704" y="10335"/>
                    <a:pt x="2061" y="9977"/>
                    <a:pt x="2501" y="9977"/>
                  </a:cubicBezTo>
                  <a:lnTo>
                    <a:pt x="3168" y="9977"/>
                  </a:lnTo>
                  <a:cubicBezTo>
                    <a:pt x="3180" y="9989"/>
                    <a:pt x="3192" y="10001"/>
                    <a:pt x="3204" y="10013"/>
                  </a:cubicBezTo>
                  <a:lnTo>
                    <a:pt x="3204" y="10144"/>
                  </a:lnTo>
                  <a:cubicBezTo>
                    <a:pt x="3204" y="10216"/>
                    <a:pt x="3263" y="10275"/>
                    <a:pt x="3335" y="10275"/>
                  </a:cubicBezTo>
                  <a:cubicBezTo>
                    <a:pt x="3418" y="10275"/>
                    <a:pt x="3478" y="10216"/>
                    <a:pt x="3478" y="10144"/>
                  </a:cubicBezTo>
                  <a:lnTo>
                    <a:pt x="3478" y="10108"/>
                  </a:lnTo>
                  <a:lnTo>
                    <a:pt x="3668" y="10108"/>
                  </a:lnTo>
                  <a:lnTo>
                    <a:pt x="3668" y="10144"/>
                  </a:lnTo>
                  <a:cubicBezTo>
                    <a:pt x="3668" y="10216"/>
                    <a:pt x="3728" y="10275"/>
                    <a:pt x="3799" y="10275"/>
                  </a:cubicBezTo>
                  <a:cubicBezTo>
                    <a:pt x="3870" y="10275"/>
                    <a:pt x="3930" y="10216"/>
                    <a:pt x="3930" y="10144"/>
                  </a:cubicBezTo>
                  <a:lnTo>
                    <a:pt x="3930" y="10108"/>
                  </a:lnTo>
                  <a:lnTo>
                    <a:pt x="4144" y="10108"/>
                  </a:lnTo>
                  <a:lnTo>
                    <a:pt x="4144" y="13966"/>
                  </a:lnTo>
                  <a:lnTo>
                    <a:pt x="4144" y="14454"/>
                  </a:lnTo>
                  <a:lnTo>
                    <a:pt x="4144" y="14788"/>
                  </a:lnTo>
                  <a:cubicBezTo>
                    <a:pt x="4144" y="15014"/>
                    <a:pt x="4323" y="15180"/>
                    <a:pt x="4537" y="15180"/>
                  </a:cubicBezTo>
                  <a:lnTo>
                    <a:pt x="4799" y="15180"/>
                  </a:lnTo>
                  <a:lnTo>
                    <a:pt x="4799" y="15990"/>
                  </a:lnTo>
                  <a:cubicBezTo>
                    <a:pt x="4799" y="16204"/>
                    <a:pt x="4978" y="16383"/>
                    <a:pt x="5192" y="16383"/>
                  </a:cubicBezTo>
                  <a:lnTo>
                    <a:pt x="5240" y="16383"/>
                  </a:lnTo>
                  <a:lnTo>
                    <a:pt x="5240" y="17097"/>
                  </a:lnTo>
                  <a:lnTo>
                    <a:pt x="5097" y="17097"/>
                  </a:lnTo>
                  <a:cubicBezTo>
                    <a:pt x="4847" y="17097"/>
                    <a:pt x="4632" y="17300"/>
                    <a:pt x="4632" y="17562"/>
                  </a:cubicBezTo>
                  <a:lnTo>
                    <a:pt x="4632" y="17955"/>
                  </a:lnTo>
                  <a:lnTo>
                    <a:pt x="4502" y="17955"/>
                  </a:lnTo>
                  <a:cubicBezTo>
                    <a:pt x="4359" y="17955"/>
                    <a:pt x="4251" y="18074"/>
                    <a:pt x="4251" y="18205"/>
                  </a:cubicBezTo>
                  <a:cubicBezTo>
                    <a:pt x="4251" y="18348"/>
                    <a:pt x="4359" y="18455"/>
                    <a:pt x="4502" y="18455"/>
                  </a:cubicBezTo>
                  <a:lnTo>
                    <a:pt x="4632" y="18455"/>
                  </a:lnTo>
                  <a:lnTo>
                    <a:pt x="4632" y="21622"/>
                  </a:lnTo>
                  <a:lnTo>
                    <a:pt x="4502" y="21622"/>
                  </a:lnTo>
                  <a:cubicBezTo>
                    <a:pt x="4359" y="21622"/>
                    <a:pt x="4251" y="21741"/>
                    <a:pt x="4251" y="21872"/>
                  </a:cubicBezTo>
                  <a:cubicBezTo>
                    <a:pt x="4251" y="22015"/>
                    <a:pt x="4359" y="22122"/>
                    <a:pt x="4502" y="22122"/>
                  </a:cubicBezTo>
                  <a:lnTo>
                    <a:pt x="4632" y="22122"/>
                  </a:lnTo>
                  <a:lnTo>
                    <a:pt x="4632" y="22515"/>
                  </a:lnTo>
                  <a:cubicBezTo>
                    <a:pt x="4632" y="22777"/>
                    <a:pt x="4835" y="22991"/>
                    <a:pt x="5097" y="22991"/>
                  </a:cubicBezTo>
                  <a:lnTo>
                    <a:pt x="5240" y="22991"/>
                  </a:lnTo>
                  <a:lnTo>
                    <a:pt x="5240" y="24074"/>
                  </a:lnTo>
                  <a:cubicBezTo>
                    <a:pt x="5240" y="24086"/>
                    <a:pt x="5240" y="24086"/>
                    <a:pt x="5240" y="24098"/>
                  </a:cubicBezTo>
                  <a:lnTo>
                    <a:pt x="4406" y="24098"/>
                  </a:lnTo>
                  <a:cubicBezTo>
                    <a:pt x="4275" y="24098"/>
                    <a:pt x="4156" y="24182"/>
                    <a:pt x="4097" y="24289"/>
                  </a:cubicBezTo>
                  <a:lnTo>
                    <a:pt x="3370" y="24289"/>
                  </a:lnTo>
                  <a:lnTo>
                    <a:pt x="3370" y="23229"/>
                  </a:lnTo>
                  <a:cubicBezTo>
                    <a:pt x="3549" y="23170"/>
                    <a:pt x="3680" y="22991"/>
                    <a:pt x="3680" y="22777"/>
                  </a:cubicBezTo>
                  <a:lnTo>
                    <a:pt x="3680" y="21515"/>
                  </a:lnTo>
                  <a:lnTo>
                    <a:pt x="3680" y="20645"/>
                  </a:lnTo>
                  <a:cubicBezTo>
                    <a:pt x="3680" y="20384"/>
                    <a:pt x="3466" y="20157"/>
                    <a:pt x="3192" y="20157"/>
                  </a:cubicBezTo>
                  <a:lnTo>
                    <a:pt x="1311" y="20157"/>
                  </a:lnTo>
                  <a:cubicBezTo>
                    <a:pt x="1049" y="20157"/>
                    <a:pt x="822" y="20384"/>
                    <a:pt x="822" y="20645"/>
                  </a:cubicBezTo>
                  <a:lnTo>
                    <a:pt x="822" y="21515"/>
                  </a:lnTo>
                  <a:lnTo>
                    <a:pt x="822" y="22777"/>
                  </a:lnTo>
                  <a:cubicBezTo>
                    <a:pt x="822" y="22991"/>
                    <a:pt x="953" y="23170"/>
                    <a:pt x="1144" y="23229"/>
                  </a:cubicBezTo>
                  <a:lnTo>
                    <a:pt x="1144" y="25694"/>
                  </a:lnTo>
                  <a:lnTo>
                    <a:pt x="1144" y="26444"/>
                  </a:lnTo>
                  <a:cubicBezTo>
                    <a:pt x="1144" y="26718"/>
                    <a:pt x="1358" y="26932"/>
                    <a:pt x="1632" y="26932"/>
                  </a:cubicBezTo>
                  <a:lnTo>
                    <a:pt x="2870" y="26932"/>
                  </a:lnTo>
                  <a:cubicBezTo>
                    <a:pt x="3144" y="26932"/>
                    <a:pt x="3370" y="26718"/>
                    <a:pt x="3370" y="26444"/>
                  </a:cubicBezTo>
                  <a:lnTo>
                    <a:pt x="3370" y="25694"/>
                  </a:lnTo>
                  <a:lnTo>
                    <a:pt x="3370" y="24574"/>
                  </a:lnTo>
                  <a:lnTo>
                    <a:pt x="4097" y="24574"/>
                  </a:lnTo>
                  <a:cubicBezTo>
                    <a:pt x="4156" y="24682"/>
                    <a:pt x="4275" y="24765"/>
                    <a:pt x="4406" y="24765"/>
                  </a:cubicBezTo>
                  <a:lnTo>
                    <a:pt x="4573" y="24765"/>
                  </a:lnTo>
                  <a:lnTo>
                    <a:pt x="4573" y="25241"/>
                  </a:lnTo>
                  <a:cubicBezTo>
                    <a:pt x="4573" y="25456"/>
                    <a:pt x="4752" y="25634"/>
                    <a:pt x="4978" y="25634"/>
                  </a:cubicBezTo>
                  <a:lnTo>
                    <a:pt x="10217" y="25634"/>
                  </a:lnTo>
                  <a:cubicBezTo>
                    <a:pt x="10431" y="25634"/>
                    <a:pt x="10609" y="25456"/>
                    <a:pt x="10609" y="25241"/>
                  </a:cubicBezTo>
                  <a:lnTo>
                    <a:pt x="10609" y="24765"/>
                  </a:lnTo>
                  <a:lnTo>
                    <a:pt x="10788" y="24765"/>
                  </a:lnTo>
                  <a:cubicBezTo>
                    <a:pt x="10919" y="24765"/>
                    <a:pt x="11038" y="24682"/>
                    <a:pt x="11086" y="24574"/>
                  </a:cubicBezTo>
                  <a:lnTo>
                    <a:pt x="11824" y="24574"/>
                  </a:lnTo>
                  <a:lnTo>
                    <a:pt x="11824" y="25694"/>
                  </a:lnTo>
                  <a:lnTo>
                    <a:pt x="11824" y="26444"/>
                  </a:lnTo>
                  <a:cubicBezTo>
                    <a:pt x="11824" y="26718"/>
                    <a:pt x="12050" y="26932"/>
                    <a:pt x="12312" y="26932"/>
                  </a:cubicBezTo>
                  <a:lnTo>
                    <a:pt x="13562" y="26932"/>
                  </a:lnTo>
                  <a:cubicBezTo>
                    <a:pt x="13824" y="26932"/>
                    <a:pt x="14050" y="26718"/>
                    <a:pt x="14050" y="26444"/>
                  </a:cubicBezTo>
                  <a:lnTo>
                    <a:pt x="14050" y="25694"/>
                  </a:lnTo>
                  <a:lnTo>
                    <a:pt x="14050" y="23229"/>
                  </a:lnTo>
                  <a:cubicBezTo>
                    <a:pt x="14229" y="23170"/>
                    <a:pt x="14372" y="22991"/>
                    <a:pt x="14372" y="22777"/>
                  </a:cubicBezTo>
                  <a:lnTo>
                    <a:pt x="14372" y="21515"/>
                  </a:lnTo>
                  <a:lnTo>
                    <a:pt x="14372" y="20645"/>
                  </a:lnTo>
                  <a:cubicBezTo>
                    <a:pt x="14372" y="20384"/>
                    <a:pt x="14146" y="20157"/>
                    <a:pt x="13872" y="20157"/>
                  </a:cubicBezTo>
                  <a:lnTo>
                    <a:pt x="12002" y="20157"/>
                  </a:lnTo>
                  <a:cubicBezTo>
                    <a:pt x="11729" y="20157"/>
                    <a:pt x="11502" y="20384"/>
                    <a:pt x="11502" y="20645"/>
                  </a:cubicBezTo>
                  <a:lnTo>
                    <a:pt x="11502" y="21515"/>
                  </a:lnTo>
                  <a:lnTo>
                    <a:pt x="11502" y="22777"/>
                  </a:lnTo>
                  <a:cubicBezTo>
                    <a:pt x="11502" y="22991"/>
                    <a:pt x="11645" y="23170"/>
                    <a:pt x="11824" y="23229"/>
                  </a:cubicBezTo>
                  <a:lnTo>
                    <a:pt x="11824" y="24289"/>
                  </a:lnTo>
                  <a:lnTo>
                    <a:pt x="11086" y="24289"/>
                  </a:lnTo>
                  <a:cubicBezTo>
                    <a:pt x="11038" y="24182"/>
                    <a:pt x="10919" y="24098"/>
                    <a:pt x="10788" y="24098"/>
                  </a:cubicBezTo>
                  <a:lnTo>
                    <a:pt x="9943" y="24098"/>
                  </a:lnTo>
                  <a:cubicBezTo>
                    <a:pt x="9943" y="24086"/>
                    <a:pt x="9955" y="24086"/>
                    <a:pt x="9955" y="24074"/>
                  </a:cubicBezTo>
                  <a:lnTo>
                    <a:pt x="9955" y="22991"/>
                  </a:lnTo>
                  <a:lnTo>
                    <a:pt x="10086" y="22991"/>
                  </a:lnTo>
                  <a:cubicBezTo>
                    <a:pt x="10347" y="22991"/>
                    <a:pt x="10562" y="22777"/>
                    <a:pt x="10562" y="22515"/>
                  </a:cubicBezTo>
                  <a:lnTo>
                    <a:pt x="10562" y="22122"/>
                  </a:lnTo>
                  <a:lnTo>
                    <a:pt x="10693" y="22122"/>
                  </a:lnTo>
                  <a:cubicBezTo>
                    <a:pt x="10836" y="22122"/>
                    <a:pt x="10943" y="22015"/>
                    <a:pt x="10943" y="21872"/>
                  </a:cubicBezTo>
                  <a:cubicBezTo>
                    <a:pt x="10943" y="21741"/>
                    <a:pt x="10836" y="21622"/>
                    <a:pt x="10693" y="21622"/>
                  </a:cubicBezTo>
                  <a:lnTo>
                    <a:pt x="10562" y="21622"/>
                  </a:lnTo>
                  <a:lnTo>
                    <a:pt x="10562" y="18455"/>
                  </a:lnTo>
                  <a:lnTo>
                    <a:pt x="10693" y="18455"/>
                  </a:lnTo>
                  <a:cubicBezTo>
                    <a:pt x="10836" y="18455"/>
                    <a:pt x="10943" y="18348"/>
                    <a:pt x="10943" y="18205"/>
                  </a:cubicBezTo>
                  <a:cubicBezTo>
                    <a:pt x="10943" y="18074"/>
                    <a:pt x="10836" y="17955"/>
                    <a:pt x="10693" y="17955"/>
                  </a:cubicBezTo>
                  <a:lnTo>
                    <a:pt x="10562" y="17955"/>
                  </a:lnTo>
                  <a:lnTo>
                    <a:pt x="10562" y="17562"/>
                  </a:lnTo>
                  <a:cubicBezTo>
                    <a:pt x="10562" y="17300"/>
                    <a:pt x="10347" y="17097"/>
                    <a:pt x="10086" y="17097"/>
                  </a:cubicBezTo>
                  <a:lnTo>
                    <a:pt x="9955" y="17097"/>
                  </a:lnTo>
                  <a:lnTo>
                    <a:pt x="9955" y="16383"/>
                  </a:lnTo>
                  <a:lnTo>
                    <a:pt x="10002" y="16383"/>
                  </a:lnTo>
                  <a:cubicBezTo>
                    <a:pt x="10217" y="16383"/>
                    <a:pt x="10395" y="16204"/>
                    <a:pt x="10395" y="15990"/>
                  </a:cubicBezTo>
                  <a:lnTo>
                    <a:pt x="10395" y="15180"/>
                  </a:lnTo>
                  <a:lnTo>
                    <a:pt x="10645" y="15180"/>
                  </a:lnTo>
                  <a:cubicBezTo>
                    <a:pt x="10871" y="15180"/>
                    <a:pt x="11050" y="15014"/>
                    <a:pt x="11050" y="14788"/>
                  </a:cubicBezTo>
                  <a:lnTo>
                    <a:pt x="11050" y="14454"/>
                  </a:lnTo>
                  <a:lnTo>
                    <a:pt x="11050" y="13966"/>
                  </a:lnTo>
                  <a:lnTo>
                    <a:pt x="11050" y="10108"/>
                  </a:lnTo>
                  <a:lnTo>
                    <a:pt x="11264" y="10108"/>
                  </a:lnTo>
                  <a:lnTo>
                    <a:pt x="11264" y="10144"/>
                  </a:lnTo>
                  <a:cubicBezTo>
                    <a:pt x="11264" y="10216"/>
                    <a:pt x="11324" y="10275"/>
                    <a:pt x="11395" y="10275"/>
                  </a:cubicBezTo>
                  <a:cubicBezTo>
                    <a:pt x="11467" y="10275"/>
                    <a:pt x="11526" y="10216"/>
                    <a:pt x="11526" y="10144"/>
                  </a:cubicBezTo>
                  <a:lnTo>
                    <a:pt x="11526" y="10108"/>
                  </a:lnTo>
                  <a:lnTo>
                    <a:pt x="11717" y="10108"/>
                  </a:lnTo>
                  <a:lnTo>
                    <a:pt x="11717" y="10144"/>
                  </a:lnTo>
                  <a:cubicBezTo>
                    <a:pt x="11717" y="10216"/>
                    <a:pt x="11776" y="10275"/>
                    <a:pt x="11848" y="10275"/>
                  </a:cubicBezTo>
                  <a:cubicBezTo>
                    <a:pt x="11931" y="10275"/>
                    <a:pt x="11991" y="10216"/>
                    <a:pt x="11991" y="10144"/>
                  </a:cubicBezTo>
                  <a:lnTo>
                    <a:pt x="11991" y="10013"/>
                  </a:lnTo>
                  <a:cubicBezTo>
                    <a:pt x="12002" y="10001"/>
                    <a:pt x="12014" y="9989"/>
                    <a:pt x="12026" y="9977"/>
                  </a:cubicBezTo>
                  <a:lnTo>
                    <a:pt x="12693" y="9977"/>
                  </a:lnTo>
                  <a:cubicBezTo>
                    <a:pt x="13134" y="9977"/>
                    <a:pt x="13479" y="10335"/>
                    <a:pt x="13479" y="10775"/>
                  </a:cubicBezTo>
                  <a:lnTo>
                    <a:pt x="13479" y="10966"/>
                  </a:lnTo>
                  <a:lnTo>
                    <a:pt x="13407" y="10966"/>
                  </a:lnTo>
                  <a:cubicBezTo>
                    <a:pt x="13324" y="10966"/>
                    <a:pt x="13265" y="11025"/>
                    <a:pt x="13265" y="11109"/>
                  </a:cubicBezTo>
                  <a:cubicBezTo>
                    <a:pt x="13265" y="11180"/>
                    <a:pt x="13324" y="11251"/>
                    <a:pt x="13407" y="11251"/>
                  </a:cubicBezTo>
                  <a:lnTo>
                    <a:pt x="13479" y="11251"/>
                  </a:lnTo>
                  <a:lnTo>
                    <a:pt x="13479" y="11799"/>
                  </a:lnTo>
                  <a:lnTo>
                    <a:pt x="13407" y="11799"/>
                  </a:lnTo>
                  <a:cubicBezTo>
                    <a:pt x="13324" y="11799"/>
                    <a:pt x="13265" y="11859"/>
                    <a:pt x="13265" y="11942"/>
                  </a:cubicBezTo>
                  <a:cubicBezTo>
                    <a:pt x="13265" y="12013"/>
                    <a:pt x="13324" y="12085"/>
                    <a:pt x="13407" y="12085"/>
                  </a:cubicBezTo>
                  <a:lnTo>
                    <a:pt x="13479" y="12085"/>
                  </a:lnTo>
                  <a:lnTo>
                    <a:pt x="13479" y="12633"/>
                  </a:lnTo>
                  <a:lnTo>
                    <a:pt x="13407" y="12633"/>
                  </a:lnTo>
                  <a:cubicBezTo>
                    <a:pt x="13324" y="12633"/>
                    <a:pt x="13265" y="12692"/>
                    <a:pt x="13265" y="12775"/>
                  </a:cubicBezTo>
                  <a:cubicBezTo>
                    <a:pt x="13265" y="12847"/>
                    <a:pt x="13324" y="12918"/>
                    <a:pt x="13407" y="12918"/>
                  </a:cubicBezTo>
                  <a:lnTo>
                    <a:pt x="13479" y="12918"/>
                  </a:lnTo>
                  <a:lnTo>
                    <a:pt x="13479" y="13466"/>
                  </a:lnTo>
                  <a:lnTo>
                    <a:pt x="13407" y="13466"/>
                  </a:lnTo>
                  <a:cubicBezTo>
                    <a:pt x="13324" y="13466"/>
                    <a:pt x="13265" y="13526"/>
                    <a:pt x="13265" y="13609"/>
                  </a:cubicBezTo>
                  <a:cubicBezTo>
                    <a:pt x="13265" y="13680"/>
                    <a:pt x="13324" y="13752"/>
                    <a:pt x="13407" y="13752"/>
                  </a:cubicBezTo>
                  <a:lnTo>
                    <a:pt x="13479" y="13752"/>
                  </a:lnTo>
                  <a:lnTo>
                    <a:pt x="13479" y="14002"/>
                  </a:lnTo>
                  <a:lnTo>
                    <a:pt x="13753" y="14002"/>
                  </a:lnTo>
                  <a:lnTo>
                    <a:pt x="13753" y="14395"/>
                  </a:lnTo>
                  <a:lnTo>
                    <a:pt x="13574" y="14395"/>
                  </a:lnTo>
                  <a:cubicBezTo>
                    <a:pt x="13407" y="14395"/>
                    <a:pt x="13265" y="14526"/>
                    <a:pt x="13265" y="14704"/>
                  </a:cubicBezTo>
                  <a:cubicBezTo>
                    <a:pt x="13265" y="14871"/>
                    <a:pt x="13407" y="15014"/>
                    <a:pt x="13574" y="15014"/>
                  </a:cubicBezTo>
                  <a:lnTo>
                    <a:pt x="13753" y="15014"/>
                  </a:lnTo>
                  <a:lnTo>
                    <a:pt x="13753" y="16145"/>
                  </a:lnTo>
                  <a:cubicBezTo>
                    <a:pt x="13229" y="16264"/>
                    <a:pt x="12836" y="16728"/>
                    <a:pt x="12836" y="17288"/>
                  </a:cubicBezTo>
                  <a:lnTo>
                    <a:pt x="13312" y="17288"/>
                  </a:lnTo>
                  <a:cubicBezTo>
                    <a:pt x="13312" y="16895"/>
                    <a:pt x="13622" y="16585"/>
                    <a:pt x="14015" y="16585"/>
                  </a:cubicBezTo>
                  <a:cubicBezTo>
                    <a:pt x="14408" y="16585"/>
                    <a:pt x="14717" y="16895"/>
                    <a:pt x="14717" y="17288"/>
                  </a:cubicBezTo>
                  <a:lnTo>
                    <a:pt x="15193" y="17288"/>
                  </a:lnTo>
                  <a:cubicBezTo>
                    <a:pt x="15193" y="16728"/>
                    <a:pt x="14800" y="16264"/>
                    <a:pt x="14277" y="16145"/>
                  </a:cubicBezTo>
                  <a:lnTo>
                    <a:pt x="14277" y="15014"/>
                  </a:lnTo>
                  <a:lnTo>
                    <a:pt x="14455" y="15014"/>
                  </a:lnTo>
                  <a:cubicBezTo>
                    <a:pt x="14622" y="15014"/>
                    <a:pt x="14765" y="14871"/>
                    <a:pt x="14765" y="14704"/>
                  </a:cubicBezTo>
                  <a:cubicBezTo>
                    <a:pt x="14765" y="14526"/>
                    <a:pt x="14622" y="14395"/>
                    <a:pt x="14455" y="14395"/>
                  </a:cubicBezTo>
                  <a:lnTo>
                    <a:pt x="14277" y="14395"/>
                  </a:lnTo>
                  <a:lnTo>
                    <a:pt x="14277" y="14002"/>
                  </a:lnTo>
                  <a:lnTo>
                    <a:pt x="14538" y="14002"/>
                  </a:lnTo>
                  <a:lnTo>
                    <a:pt x="14538" y="13752"/>
                  </a:lnTo>
                  <a:lnTo>
                    <a:pt x="14622" y="13752"/>
                  </a:lnTo>
                  <a:cubicBezTo>
                    <a:pt x="14693" y="13752"/>
                    <a:pt x="14765" y="13680"/>
                    <a:pt x="14765" y="13609"/>
                  </a:cubicBezTo>
                  <a:cubicBezTo>
                    <a:pt x="14765" y="13526"/>
                    <a:pt x="14705" y="13466"/>
                    <a:pt x="14622" y="13466"/>
                  </a:cubicBezTo>
                  <a:lnTo>
                    <a:pt x="14538" y="13466"/>
                  </a:lnTo>
                  <a:lnTo>
                    <a:pt x="14538" y="12918"/>
                  </a:lnTo>
                  <a:lnTo>
                    <a:pt x="14622" y="12918"/>
                  </a:lnTo>
                  <a:cubicBezTo>
                    <a:pt x="14693" y="12918"/>
                    <a:pt x="14765" y="12847"/>
                    <a:pt x="14765" y="12775"/>
                  </a:cubicBezTo>
                  <a:cubicBezTo>
                    <a:pt x="14765" y="12692"/>
                    <a:pt x="14705" y="12633"/>
                    <a:pt x="14622" y="12633"/>
                  </a:cubicBezTo>
                  <a:lnTo>
                    <a:pt x="14538" y="12633"/>
                  </a:lnTo>
                  <a:lnTo>
                    <a:pt x="14538" y="12085"/>
                  </a:lnTo>
                  <a:lnTo>
                    <a:pt x="14622" y="12085"/>
                  </a:lnTo>
                  <a:cubicBezTo>
                    <a:pt x="14693" y="12085"/>
                    <a:pt x="14765" y="12013"/>
                    <a:pt x="14765" y="11942"/>
                  </a:cubicBezTo>
                  <a:cubicBezTo>
                    <a:pt x="14765" y="11859"/>
                    <a:pt x="14705" y="11799"/>
                    <a:pt x="14622" y="11799"/>
                  </a:cubicBezTo>
                  <a:lnTo>
                    <a:pt x="14538" y="11799"/>
                  </a:lnTo>
                  <a:lnTo>
                    <a:pt x="14538" y="11251"/>
                  </a:lnTo>
                  <a:lnTo>
                    <a:pt x="14622" y="11251"/>
                  </a:lnTo>
                  <a:cubicBezTo>
                    <a:pt x="14693" y="11251"/>
                    <a:pt x="14765" y="11180"/>
                    <a:pt x="14765" y="11109"/>
                  </a:cubicBezTo>
                  <a:cubicBezTo>
                    <a:pt x="14765" y="11025"/>
                    <a:pt x="14705" y="10966"/>
                    <a:pt x="14622" y="10966"/>
                  </a:cubicBezTo>
                  <a:lnTo>
                    <a:pt x="14538" y="10966"/>
                  </a:lnTo>
                  <a:lnTo>
                    <a:pt x="14538" y="10775"/>
                  </a:lnTo>
                  <a:cubicBezTo>
                    <a:pt x="14538" y="9751"/>
                    <a:pt x="13705" y="8930"/>
                    <a:pt x="12693" y="8930"/>
                  </a:cubicBezTo>
                  <a:lnTo>
                    <a:pt x="12026" y="8930"/>
                  </a:lnTo>
                  <a:cubicBezTo>
                    <a:pt x="12014" y="8918"/>
                    <a:pt x="12002" y="8906"/>
                    <a:pt x="11991" y="8894"/>
                  </a:cubicBezTo>
                  <a:lnTo>
                    <a:pt x="11991" y="8763"/>
                  </a:lnTo>
                  <a:cubicBezTo>
                    <a:pt x="11991" y="8692"/>
                    <a:pt x="11931" y="8632"/>
                    <a:pt x="11848" y="8632"/>
                  </a:cubicBezTo>
                  <a:cubicBezTo>
                    <a:pt x="11776" y="8632"/>
                    <a:pt x="11717" y="8692"/>
                    <a:pt x="11717" y="8763"/>
                  </a:cubicBezTo>
                  <a:lnTo>
                    <a:pt x="11717" y="8799"/>
                  </a:lnTo>
                  <a:lnTo>
                    <a:pt x="11526" y="8799"/>
                  </a:lnTo>
                  <a:lnTo>
                    <a:pt x="11526" y="8763"/>
                  </a:lnTo>
                  <a:cubicBezTo>
                    <a:pt x="11526" y="8692"/>
                    <a:pt x="11467" y="8632"/>
                    <a:pt x="11395" y="8632"/>
                  </a:cubicBezTo>
                  <a:cubicBezTo>
                    <a:pt x="11324" y="8632"/>
                    <a:pt x="11264" y="8692"/>
                    <a:pt x="11264" y="8763"/>
                  </a:cubicBezTo>
                  <a:lnTo>
                    <a:pt x="11264" y="8799"/>
                  </a:lnTo>
                  <a:lnTo>
                    <a:pt x="11050" y="8799"/>
                  </a:lnTo>
                  <a:lnTo>
                    <a:pt x="11050" y="8703"/>
                  </a:lnTo>
                  <a:cubicBezTo>
                    <a:pt x="11050" y="8489"/>
                    <a:pt x="10871" y="8311"/>
                    <a:pt x="10645" y="8311"/>
                  </a:cubicBezTo>
                  <a:lnTo>
                    <a:pt x="8573" y="8311"/>
                  </a:lnTo>
                  <a:lnTo>
                    <a:pt x="8573" y="8180"/>
                  </a:lnTo>
                  <a:cubicBezTo>
                    <a:pt x="8645" y="8180"/>
                    <a:pt x="8716" y="8120"/>
                    <a:pt x="8716" y="8037"/>
                  </a:cubicBezTo>
                  <a:cubicBezTo>
                    <a:pt x="8716" y="7965"/>
                    <a:pt x="8657" y="7906"/>
                    <a:pt x="8573" y="7906"/>
                  </a:cubicBezTo>
                  <a:lnTo>
                    <a:pt x="8573" y="7763"/>
                  </a:lnTo>
                  <a:cubicBezTo>
                    <a:pt x="8645" y="7751"/>
                    <a:pt x="8716" y="7691"/>
                    <a:pt x="8716" y="7620"/>
                  </a:cubicBezTo>
                  <a:cubicBezTo>
                    <a:pt x="8716" y="7549"/>
                    <a:pt x="8657" y="7489"/>
                    <a:pt x="8573" y="7477"/>
                  </a:cubicBezTo>
                  <a:lnTo>
                    <a:pt x="8573" y="7358"/>
                  </a:lnTo>
                  <a:lnTo>
                    <a:pt x="10371" y="7358"/>
                  </a:lnTo>
                  <a:cubicBezTo>
                    <a:pt x="10633" y="7358"/>
                    <a:pt x="10836" y="7156"/>
                    <a:pt x="10836" y="6906"/>
                  </a:cubicBezTo>
                  <a:lnTo>
                    <a:pt x="10836" y="4870"/>
                  </a:lnTo>
                  <a:cubicBezTo>
                    <a:pt x="10836" y="4953"/>
                    <a:pt x="10907" y="5013"/>
                    <a:pt x="10990" y="5013"/>
                  </a:cubicBezTo>
                  <a:cubicBezTo>
                    <a:pt x="11074" y="5013"/>
                    <a:pt x="11145" y="4953"/>
                    <a:pt x="11145" y="4870"/>
                  </a:cubicBezTo>
                  <a:lnTo>
                    <a:pt x="11145" y="4751"/>
                  </a:lnTo>
                  <a:cubicBezTo>
                    <a:pt x="11419" y="4632"/>
                    <a:pt x="11610" y="4358"/>
                    <a:pt x="11610" y="4036"/>
                  </a:cubicBezTo>
                  <a:cubicBezTo>
                    <a:pt x="11610" y="3715"/>
                    <a:pt x="11419" y="3441"/>
                    <a:pt x="11145" y="3322"/>
                  </a:cubicBezTo>
                  <a:lnTo>
                    <a:pt x="11145" y="3203"/>
                  </a:lnTo>
                  <a:cubicBezTo>
                    <a:pt x="11145" y="3119"/>
                    <a:pt x="11074" y="3048"/>
                    <a:pt x="10990" y="3048"/>
                  </a:cubicBezTo>
                  <a:cubicBezTo>
                    <a:pt x="10907" y="3048"/>
                    <a:pt x="10836" y="3119"/>
                    <a:pt x="10836" y="3203"/>
                  </a:cubicBezTo>
                  <a:lnTo>
                    <a:pt x="10836" y="1167"/>
                  </a:lnTo>
                  <a:cubicBezTo>
                    <a:pt x="10836" y="905"/>
                    <a:pt x="10633" y="703"/>
                    <a:pt x="10371" y="703"/>
                  </a:cubicBezTo>
                  <a:lnTo>
                    <a:pt x="8300" y="703"/>
                  </a:lnTo>
                  <a:cubicBezTo>
                    <a:pt x="8300" y="322"/>
                    <a:pt x="7978" y="0"/>
                    <a:pt x="759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71" name="Google Shape;671;p32"/>
            <p:cNvGrpSpPr/>
            <p:nvPr/>
          </p:nvGrpSpPr>
          <p:grpSpPr>
            <a:xfrm>
              <a:off x="2225575" y="3305850"/>
              <a:ext cx="380125" cy="673625"/>
              <a:chOff x="2225575" y="2801950"/>
              <a:chExt cx="380125" cy="673625"/>
            </a:xfrm>
          </p:grpSpPr>
          <p:sp>
            <p:nvSpPr>
              <p:cNvPr id="672" name="Google Shape;672;p32"/>
              <p:cNvSpPr/>
              <p:nvPr/>
            </p:nvSpPr>
            <p:spPr>
              <a:xfrm>
                <a:off x="2356825" y="3197850"/>
                <a:ext cx="244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180" extrusionOk="0">
                    <a:moveTo>
                      <a:pt x="465" y="0"/>
                    </a:moveTo>
                    <a:cubicBezTo>
                      <a:pt x="215" y="0"/>
                      <a:pt x="1" y="203"/>
                      <a:pt x="1" y="465"/>
                    </a:cubicBezTo>
                    <a:lnTo>
                      <a:pt x="1" y="1703"/>
                    </a:lnTo>
                    <a:cubicBezTo>
                      <a:pt x="1" y="1965"/>
                      <a:pt x="215" y="2179"/>
                      <a:pt x="465" y="2179"/>
                    </a:cubicBezTo>
                    <a:lnTo>
                      <a:pt x="513" y="2179"/>
                    </a:lnTo>
                    <a:cubicBezTo>
                      <a:pt x="763" y="2179"/>
                      <a:pt x="977" y="1965"/>
                      <a:pt x="977" y="1703"/>
                    </a:cubicBezTo>
                    <a:lnTo>
                      <a:pt x="977" y="465"/>
                    </a:lnTo>
                    <a:cubicBezTo>
                      <a:pt x="977" y="203"/>
                      <a:pt x="763" y="0"/>
                      <a:pt x="5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32"/>
              <p:cNvSpPr/>
              <p:nvPr/>
            </p:nvSpPr>
            <p:spPr>
              <a:xfrm>
                <a:off x="2356825" y="3361250"/>
                <a:ext cx="244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180" extrusionOk="0">
                    <a:moveTo>
                      <a:pt x="465" y="1"/>
                    </a:moveTo>
                    <a:cubicBezTo>
                      <a:pt x="215" y="1"/>
                      <a:pt x="1" y="215"/>
                      <a:pt x="1" y="477"/>
                    </a:cubicBezTo>
                    <a:lnTo>
                      <a:pt x="1" y="1715"/>
                    </a:lnTo>
                    <a:cubicBezTo>
                      <a:pt x="1" y="1977"/>
                      <a:pt x="215" y="2180"/>
                      <a:pt x="465" y="2180"/>
                    </a:cubicBezTo>
                    <a:lnTo>
                      <a:pt x="513" y="2180"/>
                    </a:lnTo>
                    <a:cubicBezTo>
                      <a:pt x="763" y="2180"/>
                      <a:pt x="977" y="1977"/>
                      <a:pt x="977" y="1715"/>
                    </a:cubicBezTo>
                    <a:lnTo>
                      <a:pt x="977" y="477"/>
                    </a:lnTo>
                    <a:cubicBezTo>
                      <a:pt x="977" y="215"/>
                      <a:pt x="763" y="1"/>
                      <a:pt x="51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32"/>
              <p:cNvSpPr/>
              <p:nvPr/>
            </p:nvSpPr>
            <p:spPr>
              <a:xfrm>
                <a:off x="2341650" y="3229400"/>
                <a:ext cx="54800" cy="147350"/>
              </a:xfrm>
              <a:custGeom>
                <a:avLst/>
                <a:gdLst/>
                <a:ahLst/>
                <a:cxnLst/>
                <a:rect l="l" t="t" r="r" b="b"/>
                <a:pathLst>
                  <a:path w="2192" h="5894" extrusionOk="0">
                    <a:moveTo>
                      <a:pt x="465" y="0"/>
                    </a:moveTo>
                    <a:cubicBezTo>
                      <a:pt x="203" y="0"/>
                      <a:pt x="0" y="215"/>
                      <a:pt x="0" y="477"/>
                    </a:cubicBezTo>
                    <a:lnTo>
                      <a:pt x="0" y="5430"/>
                    </a:lnTo>
                    <a:cubicBezTo>
                      <a:pt x="0" y="5692"/>
                      <a:pt x="203" y="5894"/>
                      <a:pt x="465" y="5894"/>
                    </a:cubicBezTo>
                    <a:lnTo>
                      <a:pt x="1727" y="5894"/>
                    </a:lnTo>
                    <a:cubicBezTo>
                      <a:pt x="1989" y="5894"/>
                      <a:pt x="2191" y="5692"/>
                      <a:pt x="2191" y="5430"/>
                    </a:cubicBezTo>
                    <a:lnTo>
                      <a:pt x="2191" y="477"/>
                    </a:lnTo>
                    <a:cubicBezTo>
                      <a:pt x="2191" y="215"/>
                      <a:pt x="1989" y="0"/>
                      <a:pt x="1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2"/>
              <p:cNvSpPr/>
              <p:nvPr/>
            </p:nvSpPr>
            <p:spPr>
              <a:xfrm>
                <a:off x="2349100" y="3283275"/>
                <a:ext cx="39900" cy="39900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1596" extrusionOk="0">
                    <a:moveTo>
                      <a:pt x="798" y="0"/>
                    </a:moveTo>
                    <a:cubicBezTo>
                      <a:pt x="357" y="0"/>
                      <a:pt x="0" y="358"/>
                      <a:pt x="0" y="798"/>
                    </a:cubicBezTo>
                    <a:cubicBezTo>
                      <a:pt x="0" y="1239"/>
                      <a:pt x="357" y="1596"/>
                      <a:pt x="798" y="1596"/>
                    </a:cubicBezTo>
                    <a:cubicBezTo>
                      <a:pt x="1238" y="1596"/>
                      <a:pt x="1596" y="1239"/>
                      <a:pt x="1596" y="798"/>
                    </a:cubicBezTo>
                    <a:cubicBezTo>
                      <a:pt x="1596" y="358"/>
                      <a:pt x="1238" y="0"/>
                      <a:pt x="7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2"/>
              <p:cNvSpPr/>
              <p:nvPr/>
            </p:nvSpPr>
            <p:spPr>
              <a:xfrm>
                <a:off x="2332125" y="3250525"/>
                <a:ext cx="732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489" extrusionOk="0">
                    <a:moveTo>
                      <a:pt x="251" y="0"/>
                    </a:moveTo>
                    <a:cubicBezTo>
                      <a:pt x="108" y="0"/>
                      <a:pt x="0" y="108"/>
                      <a:pt x="0" y="251"/>
                    </a:cubicBezTo>
                    <a:cubicBezTo>
                      <a:pt x="0" y="381"/>
                      <a:pt x="108" y="489"/>
                      <a:pt x="251" y="489"/>
                    </a:cubicBezTo>
                    <a:lnTo>
                      <a:pt x="2679" y="489"/>
                    </a:lnTo>
                    <a:cubicBezTo>
                      <a:pt x="2822" y="489"/>
                      <a:pt x="2929" y="381"/>
                      <a:pt x="2929" y="251"/>
                    </a:cubicBezTo>
                    <a:cubicBezTo>
                      <a:pt x="2929" y="108"/>
                      <a:pt x="2822" y="0"/>
                      <a:pt x="26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2"/>
              <p:cNvSpPr/>
              <p:nvPr/>
            </p:nvSpPr>
            <p:spPr>
              <a:xfrm>
                <a:off x="2332125" y="3342200"/>
                <a:ext cx="73250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501" extrusionOk="0">
                    <a:moveTo>
                      <a:pt x="251" y="1"/>
                    </a:moveTo>
                    <a:cubicBezTo>
                      <a:pt x="108" y="1"/>
                      <a:pt x="0" y="108"/>
                      <a:pt x="0" y="251"/>
                    </a:cubicBezTo>
                    <a:cubicBezTo>
                      <a:pt x="0" y="382"/>
                      <a:pt x="108" y="501"/>
                      <a:pt x="251" y="501"/>
                    </a:cubicBezTo>
                    <a:lnTo>
                      <a:pt x="2679" y="501"/>
                    </a:lnTo>
                    <a:cubicBezTo>
                      <a:pt x="2822" y="501"/>
                      <a:pt x="2929" y="382"/>
                      <a:pt x="2929" y="251"/>
                    </a:cubicBezTo>
                    <a:cubicBezTo>
                      <a:pt x="2929" y="108"/>
                      <a:pt x="2822" y="1"/>
                      <a:pt x="26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2"/>
              <p:cNvSpPr/>
              <p:nvPr/>
            </p:nvSpPr>
            <p:spPr>
              <a:xfrm>
                <a:off x="2450000" y="3197850"/>
                <a:ext cx="247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89" h="2180" extrusionOk="0">
                    <a:moveTo>
                      <a:pt x="477" y="0"/>
                    </a:moveTo>
                    <a:cubicBezTo>
                      <a:pt x="215" y="0"/>
                      <a:pt x="0" y="203"/>
                      <a:pt x="0" y="465"/>
                    </a:cubicBezTo>
                    <a:lnTo>
                      <a:pt x="0" y="1703"/>
                    </a:lnTo>
                    <a:cubicBezTo>
                      <a:pt x="0" y="1965"/>
                      <a:pt x="215" y="2179"/>
                      <a:pt x="477" y="2179"/>
                    </a:cubicBezTo>
                    <a:lnTo>
                      <a:pt x="512" y="2179"/>
                    </a:lnTo>
                    <a:cubicBezTo>
                      <a:pt x="774" y="2179"/>
                      <a:pt x="989" y="1965"/>
                      <a:pt x="989" y="1703"/>
                    </a:cubicBezTo>
                    <a:lnTo>
                      <a:pt x="989" y="465"/>
                    </a:lnTo>
                    <a:cubicBezTo>
                      <a:pt x="989" y="203"/>
                      <a:pt x="774" y="0"/>
                      <a:pt x="51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2"/>
              <p:cNvSpPr/>
              <p:nvPr/>
            </p:nvSpPr>
            <p:spPr>
              <a:xfrm>
                <a:off x="2450000" y="3361250"/>
                <a:ext cx="247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89" h="2180" extrusionOk="0">
                    <a:moveTo>
                      <a:pt x="477" y="1"/>
                    </a:moveTo>
                    <a:cubicBezTo>
                      <a:pt x="215" y="1"/>
                      <a:pt x="0" y="215"/>
                      <a:pt x="0" y="477"/>
                    </a:cubicBezTo>
                    <a:lnTo>
                      <a:pt x="0" y="1715"/>
                    </a:lnTo>
                    <a:cubicBezTo>
                      <a:pt x="0" y="1977"/>
                      <a:pt x="215" y="2180"/>
                      <a:pt x="477" y="2180"/>
                    </a:cubicBezTo>
                    <a:lnTo>
                      <a:pt x="512" y="2180"/>
                    </a:lnTo>
                    <a:cubicBezTo>
                      <a:pt x="774" y="2180"/>
                      <a:pt x="989" y="1977"/>
                      <a:pt x="989" y="1715"/>
                    </a:cubicBezTo>
                    <a:lnTo>
                      <a:pt x="989" y="477"/>
                    </a:lnTo>
                    <a:cubicBezTo>
                      <a:pt x="989" y="215"/>
                      <a:pt x="774" y="1"/>
                      <a:pt x="5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2"/>
              <p:cNvSpPr/>
              <p:nvPr/>
            </p:nvSpPr>
            <p:spPr>
              <a:xfrm>
                <a:off x="2434825" y="3229400"/>
                <a:ext cx="55075" cy="147350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5894" extrusionOk="0">
                    <a:moveTo>
                      <a:pt x="464" y="0"/>
                    </a:moveTo>
                    <a:cubicBezTo>
                      <a:pt x="214" y="0"/>
                      <a:pt x="0" y="215"/>
                      <a:pt x="0" y="477"/>
                    </a:cubicBezTo>
                    <a:lnTo>
                      <a:pt x="0" y="5430"/>
                    </a:lnTo>
                    <a:cubicBezTo>
                      <a:pt x="0" y="5692"/>
                      <a:pt x="214" y="5894"/>
                      <a:pt x="464" y="5894"/>
                    </a:cubicBezTo>
                    <a:lnTo>
                      <a:pt x="1727" y="5894"/>
                    </a:lnTo>
                    <a:cubicBezTo>
                      <a:pt x="1988" y="5894"/>
                      <a:pt x="2203" y="5692"/>
                      <a:pt x="2203" y="5430"/>
                    </a:cubicBezTo>
                    <a:lnTo>
                      <a:pt x="2203" y="477"/>
                    </a:lnTo>
                    <a:cubicBezTo>
                      <a:pt x="2203" y="215"/>
                      <a:pt x="1988" y="0"/>
                      <a:pt x="1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2"/>
              <p:cNvSpPr/>
              <p:nvPr/>
            </p:nvSpPr>
            <p:spPr>
              <a:xfrm>
                <a:off x="2442250" y="3283275"/>
                <a:ext cx="40225" cy="39900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596" extrusionOk="0">
                    <a:moveTo>
                      <a:pt x="799" y="0"/>
                    </a:moveTo>
                    <a:cubicBezTo>
                      <a:pt x="358" y="0"/>
                      <a:pt x="1" y="358"/>
                      <a:pt x="1" y="798"/>
                    </a:cubicBezTo>
                    <a:cubicBezTo>
                      <a:pt x="1" y="1239"/>
                      <a:pt x="358" y="1596"/>
                      <a:pt x="799" y="1596"/>
                    </a:cubicBezTo>
                    <a:cubicBezTo>
                      <a:pt x="1251" y="1596"/>
                      <a:pt x="1608" y="1239"/>
                      <a:pt x="1608" y="798"/>
                    </a:cubicBezTo>
                    <a:cubicBezTo>
                      <a:pt x="1608" y="358"/>
                      <a:pt x="1239" y="0"/>
                      <a:pt x="7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2"/>
              <p:cNvSpPr/>
              <p:nvPr/>
            </p:nvSpPr>
            <p:spPr>
              <a:xfrm>
                <a:off x="2426175" y="3251125"/>
                <a:ext cx="732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489" extrusionOk="0">
                    <a:moveTo>
                      <a:pt x="251" y="0"/>
                    </a:moveTo>
                    <a:cubicBezTo>
                      <a:pt x="108" y="0"/>
                      <a:pt x="1" y="108"/>
                      <a:pt x="1" y="251"/>
                    </a:cubicBezTo>
                    <a:cubicBezTo>
                      <a:pt x="1" y="381"/>
                      <a:pt x="108" y="489"/>
                      <a:pt x="251" y="489"/>
                    </a:cubicBezTo>
                    <a:lnTo>
                      <a:pt x="2680" y="489"/>
                    </a:lnTo>
                    <a:cubicBezTo>
                      <a:pt x="2811" y="489"/>
                      <a:pt x="2930" y="381"/>
                      <a:pt x="2930" y="251"/>
                    </a:cubicBezTo>
                    <a:cubicBezTo>
                      <a:pt x="2930" y="108"/>
                      <a:pt x="2811" y="0"/>
                      <a:pt x="26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2"/>
              <p:cNvSpPr/>
              <p:nvPr/>
            </p:nvSpPr>
            <p:spPr>
              <a:xfrm>
                <a:off x="2426175" y="3342800"/>
                <a:ext cx="73250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501" extrusionOk="0">
                    <a:moveTo>
                      <a:pt x="251" y="1"/>
                    </a:moveTo>
                    <a:cubicBezTo>
                      <a:pt x="108" y="1"/>
                      <a:pt x="1" y="108"/>
                      <a:pt x="1" y="251"/>
                    </a:cubicBezTo>
                    <a:cubicBezTo>
                      <a:pt x="1" y="382"/>
                      <a:pt x="108" y="501"/>
                      <a:pt x="251" y="501"/>
                    </a:cubicBezTo>
                    <a:lnTo>
                      <a:pt x="2680" y="501"/>
                    </a:lnTo>
                    <a:cubicBezTo>
                      <a:pt x="2811" y="501"/>
                      <a:pt x="2930" y="382"/>
                      <a:pt x="2930" y="251"/>
                    </a:cubicBezTo>
                    <a:cubicBezTo>
                      <a:pt x="2930" y="108"/>
                      <a:pt x="2811" y="1"/>
                      <a:pt x="268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2"/>
              <p:cNvSpPr/>
              <p:nvPr/>
            </p:nvSpPr>
            <p:spPr>
              <a:xfrm>
                <a:off x="2340150" y="3415725"/>
                <a:ext cx="150950" cy="27400"/>
              </a:xfrm>
              <a:custGeom>
                <a:avLst/>
                <a:gdLst/>
                <a:ahLst/>
                <a:cxnLst/>
                <a:rect l="l" t="t" r="r" b="b"/>
                <a:pathLst>
                  <a:path w="6038" h="1096" extrusionOk="0">
                    <a:moveTo>
                      <a:pt x="1" y="1"/>
                    </a:moveTo>
                    <a:lnTo>
                      <a:pt x="1" y="691"/>
                    </a:lnTo>
                    <a:cubicBezTo>
                      <a:pt x="1" y="917"/>
                      <a:pt x="180" y="1096"/>
                      <a:pt x="394" y="1096"/>
                    </a:cubicBezTo>
                    <a:lnTo>
                      <a:pt x="5645" y="1096"/>
                    </a:lnTo>
                    <a:cubicBezTo>
                      <a:pt x="5859" y="1096"/>
                      <a:pt x="6037" y="917"/>
                      <a:pt x="6037" y="691"/>
                    </a:cubicBezTo>
                    <a:lnTo>
                      <a:pt x="603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2"/>
              <p:cNvSpPr/>
              <p:nvPr/>
            </p:nvSpPr>
            <p:spPr>
              <a:xfrm>
                <a:off x="2299675" y="3409475"/>
                <a:ext cx="2319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9276" h="275" extrusionOk="0">
                    <a:moveTo>
                      <a:pt x="155" y="1"/>
                    </a:moveTo>
                    <a:cubicBezTo>
                      <a:pt x="72" y="1"/>
                      <a:pt x="1" y="60"/>
                      <a:pt x="1" y="143"/>
                    </a:cubicBezTo>
                    <a:cubicBezTo>
                      <a:pt x="1" y="215"/>
                      <a:pt x="72" y="274"/>
                      <a:pt x="155" y="274"/>
                    </a:cubicBezTo>
                    <a:lnTo>
                      <a:pt x="9121" y="274"/>
                    </a:lnTo>
                    <a:cubicBezTo>
                      <a:pt x="9204" y="274"/>
                      <a:pt x="9276" y="215"/>
                      <a:pt x="9276" y="143"/>
                    </a:cubicBezTo>
                    <a:cubicBezTo>
                      <a:pt x="9276" y="60"/>
                      <a:pt x="9204" y="1"/>
                      <a:pt x="9121" y="1"/>
                    </a:cubicBezTo>
                    <a:close/>
                  </a:path>
                </a:pathLst>
              </a:custGeom>
              <a:solidFill>
                <a:srgbClr val="B0B0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2"/>
              <p:cNvSpPr/>
              <p:nvPr/>
            </p:nvSpPr>
            <p:spPr>
              <a:xfrm>
                <a:off x="2345825" y="3169575"/>
                <a:ext cx="139925" cy="42275"/>
              </a:xfrm>
              <a:custGeom>
                <a:avLst/>
                <a:gdLst/>
                <a:ahLst/>
                <a:cxnLst/>
                <a:rect l="l" t="t" r="r" b="b"/>
                <a:pathLst>
                  <a:path w="5597" h="1691" extrusionOk="0">
                    <a:moveTo>
                      <a:pt x="393" y="0"/>
                    </a:moveTo>
                    <a:cubicBezTo>
                      <a:pt x="179" y="0"/>
                      <a:pt x="0" y="179"/>
                      <a:pt x="0" y="393"/>
                    </a:cubicBezTo>
                    <a:lnTo>
                      <a:pt x="0" y="1286"/>
                    </a:lnTo>
                    <a:cubicBezTo>
                      <a:pt x="0" y="1512"/>
                      <a:pt x="179" y="1691"/>
                      <a:pt x="393" y="1691"/>
                    </a:cubicBezTo>
                    <a:lnTo>
                      <a:pt x="5191" y="1691"/>
                    </a:lnTo>
                    <a:cubicBezTo>
                      <a:pt x="5418" y="1691"/>
                      <a:pt x="5596" y="1512"/>
                      <a:pt x="5596" y="1286"/>
                    </a:cubicBezTo>
                    <a:lnTo>
                      <a:pt x="5596" y="393"/>
                    </a:lnTo>
                    <a:cubicBezTo>
                      <a:pt x="5596" y="179"/>
                      <a:pt x="5418" y="0"/>
                      <a:pt x="51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2"/>
              <p:cNvSpPr/>
              <p:nvPr/>
            </p:nvSpPr>
            <p:spPr>
              <a:xfrm>
                <a:off x="2248475" y="3133550"/>
                <a:ext cx="13425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442" extrusionOk="0">
                    <a:moveTo>
                      <a:pt x="1" y="1"/>
                    </a:moveTo>
                    <a:lnTo>
                      <a:pt x="1" y="1441"/>
                    </a:lnTo>
                    <a:lnTo>
                      <a:pt x="537" y="1441"/>
                    </a:lnTo>
                    <a:lnTo>
                      <a:pt x="5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2"/>
              <p:cNvSpPr/>
              <p:nvPr/>
            </p:nvSpPr>
            <p:spPr>
              <a:xfrm>
                <a:off x="2248475" y="3173425"/>
                <a:ext cx="134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430" extrusionOk="0">
                    <a:moveTo>
                      <a:pt x="1" y="1"/>
                    </a:moveTo>
                    <a:lnTo>
                      <a:pt x="1" y="1430"/>
                    </a:lnTo>
                    <a:lnTo>
                      <a:pt x="537" y="1430"/>
                    </a:lnTo>
                    <a:lnTo>
                      <a:pt x="5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2"/>
              <p:cNvSpPr/>
              <p:nvPr/>
            </p:nvSpPr>
            <p:spPr>
              <a:xfrm>
                <a:off x="2225575" y="3204700"/>
                <a:ext cx="59250" cy="29475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179" extrusionOk="0">
                    <a:moveTo>
                      <a:pt x="1179" y="0"/>
                    </a:moveTo>
                    <a:cubicBezTo>
                      <a:pt x="536" y="0"/>
                      <a:pt x="0" y="524"/>
                      <a:pt x="0" y="1179"/>
                    </a:cubicBezTo>
                    <a:lnTo>
                      <a:pt x="476" y="1179"/>
                    </a:lnTo>
                    <a:cubicBezTo>
                      <a:pt x="476" y="786"/>
                      <a:pt x="798" y="476"/>
                      <a:pt x="1179" y="476"/>
                    </a:cubicBezTo>
                    <a:cubicBezTo>
                      <a:pt x="1572" y="476"/>
                      <a:pt x="1893" y="786"/>
                      <a:pt x="1893" y="1179"/>
                    </a:cubicBezTo>
                    <a:lnTo>
                      <a:pt x="2369" y="1179"/>
                    </a:lnTo>
                    <a:cubicBezTo>
                      <a:pt x="2369" y="524"/>
                      <a:pt x="1834" y="0"/>
                      <a:pt x="117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2"/>
              <p:cNvSpPr/>
              <p:nvPr/>
            </p:nvSpPr>
            <p:spPr>
              <a:xfrm>
                <a:off x="2236575" y="3161825"/>
                <a:ext cx="37525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620" extrusionOk="0">
                    <a:moveTo>
                      <a:pt x="310" y="1"/>
                    </a:moveTo>
                    <a:cubicBezTo>
                      <a:pt x="132" y="1"/>
                      <a:pt x="1" y="132"/>
                      <a:pt x="1" y="310"/>
                    </a:cubicBezTo>
                    <a:cubicBezTo>
                      <a:pt x="1" y="477"/>
                      <a:pt x="132" y="620"/>
                      <a:pt x="310" y="620"/>
                    </a:cubicBezTo>
                    <a:lnTo>
                      <a:pt x="1191" y="620"/>
                    </a:lnTo>
                    <a:cubicBezTo>
                      <a:pt x="1358" y="620"/>
                      <a:pt x="1501" y="477"/>
                      <a:pt x="1501" y="310"/>
                    </a:cubicBezTo>
                    <a:cubicBezTo>
                      <a:pt x="1501" y="132"/>
                      <a:pt x="1358" y="1"/>
                      <a:pt x="11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2"/>
              <p:cNvSpPr/>
              <p:nvPr/>
            </p:nvSpPr>
            <p:spPr>
              <a:xfrm>
                <a:off x="2241925" y="3025200"/>
                <a:ext cx="90525" cy="126825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5073" extrusionOk="0">
                    <a:moveTo>
                      <a:pt x="1846" y="1"/>
                    </a:moveTo>
                    <a:cubicBezTo>
                      <a:pt x="834" y="1"/>
                      <a:pt x="1" y="834"/>
                      <a:pt x="1" y="1846"/>
                    </a:cubicBezTo>
                    <a:lnTo>
                      <a:pt x="1" y="5073"/>
                    </a:lnTo>
                    <a:lnTo>
                      <a:pt x="1061" y="5073"/>
                    </a:lnTo>
                    <a:lnTo>
                      <a:pt x="1061" y="1846"/>
                    </a:lnTo>
                    <a:cubicBezTo>
                      <a:pt x="1061" y="1418"/>
                      <a:pt x="1418" y="1060"/>
                      <a:pt x="1858" y="1060"/>
                    </a:cubicBezTo>
                    <a:lnTo>
                      <a:pt x="3620" y="1060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2"/>
              <p:cNvSpPr/>
              <p:nvPr/>
            </p:nvSpPr>
            <p:spPr>
              <a:xfrm>
                <a:off x="2302350" y="3022225"/>
                <a:ext cx="4140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299" extrusionOk="0">
                    <a:moveTo>
                      <a:pt x="394" y="1"/>
                    </a:moveTo>
                    <a:cubicBezTo>
                      <a:pt x="179" y="1"/>
                      <a:pt x="1" y="167"/>
                      <a:pt x="1" y="394"/>
                    </a:cubicBezTo>
                    <a:lnTo>
                      <a:pt x="1" y="905"/>
                    </a:lnTo>
                    <a:cubicBezTo>
                      <a:pt x="1" y="1120"/>
                      <a:pt x="179" y="1298"/>
                      <a:pt x="394" y="1298"/>
                    </a:cubicBezTo>
                    <a:lnTo>
                      <a:pt x="1263" y="1298"/>
                    </a:lnTo>
                    <a:cubicBezTo>
                      <a:pt x="1477" y="1298"/>
                      <a:pt x="1656" y="1120"/>
                      <a:pt x="1656" y="905"/>
                    </a:cubicBezTo>
                    <a:lnTo>
                      <a:pt x="1656" y="394"/>
                    </a:lnTo>
                    <a:cubicBezTo>
                      <a:pt x="1656" y="167"/>
                      <a:pt x="1477" y="1"/>
                      <a:pt x="12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2"/>
              <p:cNvSpPr/>
              <p:nvPr/>
            </p:nvSpPr>
            <p:spPr>
              <a:xfrm>
                <a:off x="2305925" y="3016725"/>
                <a:ext cx="65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644" extrusionOk="0">
                    <a:moveTo>
                      <a:pt x="132" y="0"/>
                    </a:moveTo>
                    <a:cubicBezTo>
                      <a:pt x="60" y="0"/>
                      <a:pt x="1" y="60"/>
                      <a:pt x="1" y="143"/>
                    </a:cubicBezTo>
                    <a:lnTo>
                      <a:pt x="1" y="1512"/>
                    </a:lnTo>
                    <a:cubicBezTo>
                      <a:pt x="1" y="1584"/>
                      <a:pt x="60" y="1643"/>
                      <a:pt x="132" y="1643"/>
                    </a:cubicBezTo>
                    <a:cubicBezTo>
                      <a:pt x="203" y="1643"/>
                      <a:pt x="263" y="1584"/>
                      <a:pt x="263" y="1512"/>
                    </a:cubicBezTo>
                    <a:lnTo>
                      <a:pt x="263" y="143"/>
                    </a:lnTo>
                    <a:cubicBezTo>
                      <a:pt x="263" y="60"/>
                      <a:pt x="203" y="0"/>
                      <a:pt x="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2"/>
              <p:cNvSpPr/>
              <p:nvPr/>
            </p:nvSpPr>
            <p:spPr>
              <a:xfrm>
                <a:off x="2317250" y="3016725"/>
                <a:ext cx="6850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74" h="1644" extrusionOk="0">
                    <a:moveTo>
                      <a:pt x="143" y="0"/>
                    </a:moveTo>
                    <a:cubicBezTo>
                      <a:pt x="60" y="0"/>
                      <a:pt x="0" y="60"/>
                      <a:pt x="0" y="143"/>
                    </a:cubicBezTo>
                    <a:lnTo>
                      <a:pt x="0" y="1512"/>
                    </a:lnTo>
                    <a:cubicBezTo>
                      <a:pt x="0" y="1584"/>
                      <a:pt x="60" y="1643"/>
                      <a:pt x="143" y="1643"/>
                    </a:cubicBezTo>
                    <a:cubicBezTo>
                      <a:pt x="214" y="1643"/>
                      <a:pt x="274" y="1584"/>
                      <a:pt x="274" y="1512"/>
                    </a:cubicBezTo>
                    <a:lnTo>
                      <a:pt x="274" y="143"/>
                    </a:lnTo>
                    <a:cubicBezTo>
                      <a:pt x="274" y="60"/>
                      <a:pt x="214" y="0"/>
                      <a:pt x="1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2"/>
              <p:cNvSpPr/>
              <p:nvPr/>
            </p:nvSpPr>
            <p:spPr>
              <a:xfrm>
                <a:off x="2236275" y="3076100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1"/>
                    </a:moveTo>
                    <a:cubicBezTo>
                      <a:pt x="72" y="1"/>
                      <a:pt x="1" y="72"/>
                      <a:pt x="1" y="144"/>
                    </a:cubicBezTo>
                    <a:cubicBezTo>
                      <a:pt x="1" y="227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5"/>
                      <a:pt x="1513" y="144"/>
                    </a:cubicBezTo>
                    <a:cubicBezTo>
                      <a:pt x="1513" y="60"/>
                      <a:pt x="1441" y="1"/>
                      <a:pt x="13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2"/>
              <p:cNvSpPr/>
              <p:nvPr/>
            </p:nvSpPr>
            <p:spPr>
              <a:xfrm>
                <a:off x="2236275" y="3117775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0"/>
                    </a:moveTo>
                    <a:cubicBezTo>
                      <a:pt x="72" y="0"/>
                      <a:pt x="1" y="60"/>
                      <a:pt x="1" y="143"/>
                    </a:cubicBezTo>
                    <a:cubicBezTo>
                      <a:pt x="1" y="227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5"/>
                      <a:pt x="1513" y="143"/>
                    </a:cubicBezTo>
                    <a:cubicBezTo>
                      <a:pt x="1513" y="60"/>
                      <a:pt x="1441" y="0"/>
                      <a:pt x="13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2"/>
              <p:cNvSpPr/>
              <p:nvPr/>
            </p:nvSpPr>
            <p:spPr>
              <a:xfrm>
                <a:off x="2236275" y="3096950"/>
                <a:ext cx="378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6" extrusionOk="0">
                    <a:moveTo>
                      <a:pt x="144" y="0"/>
                    </a:moveTo>
                    <a:cubicBezTo>
                      <a:pt x="72" y="0"/>
                      <a:pt x="1" y="60"/>
                      <a:pt x="1" y="143"/>
                    </a:cubicBezTo>
                    <a:cubicBezTo>
                      <a:pt x="1" y="226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4"/>
                      <a:pt x="1513" y="143"/>
                    </a:cubicBezTo>
                    <a:cubicBezTo>
                      <a:pt x="1513" y="60"/>
                      <a:pt x="1441" y="0"/>
                      <a:pt x="13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2"/>
              <p:cNvSpPr/>
              <p:nvPr/>
            </p:nvSpPr>
            <p:spPr>
              <a:xfrm>
                <a:off x="2236275" y="3138600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1"/>
                    </a:moveTo>
                    <a:cubicBezTo>
                      <a:pt x="72" y="1"/>
                      <a:pt x="1" y="60"/>
                      <a:pt x="1" y="144"/>
                    </a:cubicBezTo>
                    <a:cubicBezTo>
                      <a:pt x="1" y="227"/>
                      <a:pt x="72" y="287"/>
                      <a:pt x="144" y="287"/>
                    </a:cubicBezTo>
                    <a:lnTo>
                      <a:pt x="1370" y="287"/>
                    </a:lnTo>
                    <a:cubicBezTo>
                      <a:pt x="1441" y="287"/>
                      <a:pt x="1513" y="215"/>
                      <a:pt x="1513" y="144"/>
                    </a:cubicBezTo>
                    <a:cubicBezTo>
                      <a:pt x="1513" y="60"/>
                      <a:pt x="1441" y="1"/>
                      <a:pt x="13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2"/>
              <p:cNvSpPr/>
              <p:nvPr/>
            </p:nvSpPr>
            <p:spPr>
              <a:xfrm>
                <a:off x="2569650" y="3133550"/>
                <a:ext cx="13125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42" extrusionOk="0">
                    <a:moveTo>
                      <a:pt x="1" y="1"/>
                    </a:moveTo>
                    <a:lnTo>
                      <a:pt x="1" y="1441"/>
                    </a:lnTo>
                    <a:lnTo>
                      <a:pt x="525" y="1441"/>
                    </a:lnTo>
                    <a:lnTo>
                      <a:pt x="5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2"/>
              <p:cNvSpPr/>
              <p:nvPr/>
            </p:nvSpPr>
            <p:spPr>
              <a:xfrm>
                <a:off x="2569650" y="3173425"/>
                <a:ext cx="131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30" extrusionOk="0">
                    <a:moveTo>
                      <a:pt x="1" y="1"/>
                    </a:moveTo>
                    <a:lnTo>
                      <a:pt x="1" y="1430"/>
                    </a:lnTo>
                    <a:lnTo>
                      <a:pt x="525" y="1430"/>
                    </a:lnTo>
                    <a:lnTo>
                      <a:pt x="5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2"/>
              <p:cNvSpPr/>
              <p:nvPr/>
            </p:nvSpPr>
            <p:spPr>
              <a:xfrm>
                <a:off x="2546725" y="3204700"/>
                <a:ext cx="58975" cy="29475"/>
              </a:xfrm>
              <a:custGeom>
                <a:avLst/>
                <a:gdLst/>
                <a:ahLst/>
                <a:cxnLst/>
                <a:rect l="l" t="t" r="r" b="b"/>
                <a:pathLst>
                  <a:path w="2359" h="1179" extrusionOk="0">
                    <a:moveTo>
                      <a:pt x="1180" y="0"/>
                    </a:moveTo>
                    <a:cubicBezTo>
                      <a:pt x="525" y="0"/>
                      <a:pt x="1" y="524"/>
                      <a:pt x="1" y="1179"/>
                    </a:cubicBezTo>
                    <a:lnTo>
                      <a:pt x="477" y="1179"/>
                    </a:lnTo>
                    <a:cubicBezTo>
                      <a:pt x="477" y="786"/>
                      <a:pt x="787" y="476"/>
                      <a:pt x="1180" y="476"/>
                    </a:cubicBezTo>
                    <a:cubicBezTo>
                      <a:pt x="1573" y="476"/>
                      <a:pt x="1882" y="786"/>
                      <a:pt x="1882" y="1179"/>
                    </a:cubicBezTo>
                    <a:lnTo>
                      <a:pt x="2358" y="1179"/>
                    </a:lnTo>
                    <a:cubicBezTo>
                      <a:pt x="2358" y="524"/>
                      <a:pt x="1834" y="0"/>
                      <a:pt x="118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2"/>
              <p:cNvSpPr/>
              <p:nvPr/>
            </p:nvSpPr>
            <p:spPr>
              <a:xfrm>
                <a:off x="2557438" y="3161825"/>
                <a:ext cx="37525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620" extrusionOk="0">
                    <a:moveTo>
                      <a:pt x="310" y="1"/>
                    </a:moveTo>
                    <a:cubicBezTo>
                      <a:pt x="143" y="1"/>
                      <a:pt x="1" y="132"/>
                      <a:pt x="1" y="310"/>
                    </a:cubicBezTo>
                    <a:cubicBezTo>
                      <a:pt x="1" y="477"/>
                      <a:pt x="143" y="620"/>
                      <a:pt x="310" y="620"/>
                    </a:cubicBezTo>
                    <a:lnTo>
                      <a:pt x="1191" y="620"/>
                    </a:lnTo>
                    <a:cubicBezTo>
                      <a:pt x="1358" y="620"/>
                      <a:pt x="1501" y="477"/>
                      <a:pt x="1501" y="310"/>
                    </a:cubicBezTo>
                    <a:cubicBezTo>
                      <a:pt x="1501" y="132"/>
                      <a:pt x="1358" y="1"/>
                      <a:pt x="11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2"/>
              <p:cNvSpPr/>
              <p:nvPr/>
            </p:nvSpPr>
            <p:spPr>
              <a:xfrm>
                <a:off x="2498800" y="3025200"/>
                <a:ext cx="90525" cy="126825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5073" extrusionOk="0">
                    <a:moveTo>
                      <a:pt x="1" y="1"/>
                    </a:moveTo>
                    <a:lnTo>
                      <a:pt x="1" y="1060"/>
                    </a:lnTo>
                    <a:lnTo>
                      <a:pt x="1775" y="1060"/>
                    </a:lnTo>
                    <a:cubicBezTo>
                      <a:pt x="2216" y="1060"/>
                      <a:pt x="2573" y="1418"/>
                      <a:pt x="2573" y="1846"/>
                    </a:cubicBezTo>
                    <a:lnTo>
                      <a:pt x="2573" y="5073"/>
                    </a:lnTo>
                    <a:lnTo>
                      <a:pt x="3620" y="5073"/>
                    </a:lnTo>
                    <a:lnTo>
                      <a:pt x="3620" y="1846"/>
                    </a:lnTo>
                    <a:cubicBezTo>
                      <a:pt x="3620" y="834"/>
                      <a:pt x="2799" y="1"/>
                      <a:pt x="177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2"/>
              <p:cNvSpPr/>
              <p:nvPr/>
            </p:nvSpPr>
            <p:spPr>
              <a:xfrm>
                <a:off x="2487800" y="3022225"/>
                <a:ext cx="4140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299" extrusionOk="0">
                    <a:moveTo>
                      <a:pt x="393" y="1"/>
                    </a:moveTo>
                    <a:cubicBezTo>
                      <a:pt x="167" y="1"/>
                      <a:pt x="0" y="167"/>
                      <a:pt x="0" y="394"/>
                    </a:cubicBezTo>
                    <a:lnTo>
                      <a:pt x="0" y="905"/>
                    </a:lnTo>
                    <a:cubicBezTo>
                      <a:pt x="0" y="1120"/>
                      <a:pt x="179" y="1298"/>
                      <a:pt x="393" y="1298"/>
                    </a:cubicBezTo>
                    <a:lnTo>
                      <a:pt x="1251" y="1298"/>
                    </a:lnTo>
                    <a:cubicBezTo>
                      <a:pt x="1477" y="1298"/>
                      <a:pt x="1655" y="1120"/>
                      <a:pt x="1655" y="905"/>
                    </a:cubicBezTo>
                    <a:lnTo>
                      <a:pt x="1655" y="394"/>
                    </a:lnTo>
                    <a:cubicBezTo>
                      <a:pt x="1655" y="167"/>
                      <a:pt x="1477" y="1"/>
                      <a:pt x="1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2"/>
              <p:cNvSpPr/>
              <p:nvPr/>
            </p:nvSpPr>
            <p:spPr>
              <a:xfrm>
                <a:off x="2518750" y="3016725"/>
                <a:ext cx="68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75" h="1644" extrusionOk="0">
                    <a:moveTo>
                      <a:pt x="132" y="0"/>
                    </a:moveTo>
                    <a:cubicBezTo>
                      <a:pt x="60" y="0"/>
                      <a:pt x="1" y="60"/>
                      <a:pt x="1" y="143"/>
                    </a:cubicBezTo>
                    <a:lnTo>
                      <a:pt x="1" y="1512"/>
                    </a:lnTo>
                    <a:cubicBezTo>
                      <a:pt x="1" y="1584"/>
                      <a:pt x="60" y="1643"/>
                      <a:pt x="132" y="1643"/>
                    </a:cubicBezTo>
                    <a:cubicBezTo>
                      <a:pt x="215" y="1643"/>
                      <a:pt x="275" y="1584"/>
                      <a:pt x="275" y="1512"/>
                    </a:cubicBezTo>
                    <a:lnTo>
                      <a:pt x="275" y="143"/>
                    </a:lnTo>
                    <a:cubicBezTo>
                      <a:pt x="275" y="60"/>
                      <a:pt x="215" y="0"/>
                      <a:pt x="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2"/>
              <p:cNvSpPr/>
              <p:nvPr/>
            </p:nvSpPr>
            <p:spPr>
              <a:xfrm>
                <a:off x="2507450" y="3016725"/>
                <a:ext cx="65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644" extrusionOk="0">
                    <a:moveTo>
                      <a:pt x="131" y="0"/>
                    </a:moveTo>
                    <a:cubicBezTo>
                      <a:pt x="60" y="0"/>
                      <a:pt x="0" y="60"/>
                      <a:pt x="0" y="143"/>
                    </a:cubicBezTo>
                    <a:lnTo>
                      <a:pt x="0" y="1512"/>
                    </a:lnTo>
                    <a:cubicBezTo>
                      <a:pt x="0" y="1584"/>
                      <a:pt x="60" y="1643"/>
                      <a:pt x="131" y="1643"/>
                    </a:cubicBezTo>
                    <a:cubicBezTo>
                      <a:pt x="203" y="1643"/>
                      <a:pt x="262" y="1584"/>
                      <a:pt x="262" y="1512"/>
                    </a:cubicBezTo>
                    <a:lnTo>
                      <a:pt x="262" y="143"/>
                    </a:lnTo>
                    <a:cubicBezTo>
                      <a:pt x="262" y="60"/>
                      <a:pt x="203" y="0"/>
                      <a:pt x="1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2"/>
              <p:cNvSpPr/>
              <p:nvPr/>
            </p:nvSpPr>
            <p:spPr>
              <a:xfrm>
                <a:off x="2557450" y="3076100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1"/>
                    </a:moveTo>
                    <a:cubicBezTo>
                      <a:pt x="60" y="1"/>
                      <a:pt x="1" y="60"/>
                      <a:pt x="1" y="144"/>
                    </a:cubicBezTo>
                    <a:cubicBezTo>
                      <a:pt x="1" y="215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7"/>
                      <a:pt x="1501" y="144"/>
                    </a:cubicBezTo>
                    <a:cubicBezTo>
                      <a:pt x="1501" y="72"/>
                      <a:pt x="1441" y="1"/>
                      <a:pt x="13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2"/>
              <p:cNvSpPr/>
              <p:nvPr/>
            </p:nvSpPr>
            <p:spPr>
              <a:xfrm>
                <a:off x="2557450" y="3117775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0"/>
                    </a:moveTo>
                    <a:cubicBezTo>
                      <a:pt x="60" y="0"/>
                      <a:pt x="1" y="60"/>
                      <a:pt x="1" y="143"/>
                    </a:cubicBezTo>
                    <a:cubicBezTo>
                      <a:pt x="1" y="215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7"/>
                      <a:pt x="1501" y="143"/>
                    </a:cubicBezTo>
                    <a:cubicBezTo>
                      <a:pt x="1501" y="60"/>
                      <a:pt x="1441" y="0"/>
                      <a:pt x="13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2"/>
              <p:cNvSpPr/>
              <p:nvPr/>
            </p:nvSpPr>
            <p:spPr>
              <a:xfrm>
                <a:off x="2557450" y="3096950"/>
                <a:ext cx="375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6" extrusionOk="0">
                    <a:moveTo>
                      <a:pt x="143" y="0"/>
                    </a:moveTo>
                    <a:cubicBezTo>
                      <a:pt x="60" y="0"/>
                      <a:pt x="1" y="60"/>
                      <a:pt x="1" y="143"/>
                    </a:cubicBezTo>
                    <a:cubicBezTo>
                      <a:pt x="1" y="214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6"/>
                      <a:pt x="1501" y="143"/>
                    </a:cubicBezTo>
                    <a:cubicBezTo>
                      <a:pt x="1501" y="60"/>
                      <a:pt x="1441" y="0"/>
                      <a:pt x="13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2"/>
              <p:cNvSpPr/>
              <p:nvPr/>
            </p:nvSpPr>
            <p:spPr>
              <a:xfrm>
                <a:off x="2557450" y="3138600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1"/>
                    </a:moveTo>
                    <a:cubicBezTo>
                      <a:pt x="60" y="1"/>
                      <a:pt x="1" y="60"/>
                      <a:pt x="1" y="144"/>
                    </a:cubicBezTo>
                    <a:cubicBezTo>
                      <a:pt x="1" y="215"/>
                      <a:pt x="60" y="287"/>
                      <a:pt x="143" y="287"/>
                    </a:cubicBezTo>
                    <a:lnTo>
                      <a:pt x="1358" y="287"/>
                    </a:lnTo>
                    <a:cubicBezTo>
                      <a:pt x="1441" y="287"/>
                      <a:pt x="1501" y="227"/>
                      <a:pt x="1501" y="144"/>
                    </a:cubicBezTo>
                    <a:cubicBezTo>
                      <a:pt x="1501" y="60"/>
                      <a:pt x="1441" y="1"/>
                      <a:pt x="13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2"/>
              <p:cNvSpPr/>
              <p:nvPr/>
            </p:nvSpPr>
            <p:spPr>
              <a:xfrm>
                <a:off x="2391050" y="2983525"/>
                <a:ext cx="49150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966" h="1216" extrusionOk="0">
                    <a:moveTo>
                      <a:pt x="1" y="1"/>
                    </a:moveTo>
                    <a:lnTo>
                      <a:pt x="1" y="1215"/>
                    </a:lnTo>
                    <a:lnTo>
                      <a:pt x="1965" y="1215"/>
                    </a:lnTo>
                    <a:lnTo>
                      <a:pt x="196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2"/>
              <p:cNvSpPr/>
              <p:nvPr/>
            </p:nvSpPr>
            <p:spPr>
              <a:xfrm>
                <a:off x="2398200" y="2801950"/>
                <a:ext cx="351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1406" extrusionOk="0">
                    <a:moveTo>
                      <a:pt x="703" y="1"/>
                    </a:moveTo>
                    <a:cubicBezTo>
                      <a:pt x="310" y="1"/>
                      <a:pt x="1" y="322"/>
                      <a:pt x="1" y="703"/>
                    </a:cubicBezTo>
                    <a:cubicBezTo>
                      <a:pt x="1" y="1096"/>
                      <a:pt x="310" y="1406"/>
                      <a:pt x="703" y="1406"/>
                    </a:cubicBezTo>
                    <a:cubicBezTo>
                      <a:pt x="1084" y="1406"/>
                      <a:pt x="1406" y="1096"/>
                      <a:pt x="1406" y="703"/>
                    </a:cubicBezTo>
                    <a:cubicBezTo>
                      <a:pt x="1406" y="322"/>
                      <a:pt x="1084" y="1"/>
                      <a:pt x="7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2"/>
              <p:cNvSpPr/>
              <p:nvPr/>
            </p:nvSpPr>
            <p:spPr>
              <a:xfrm>
                <a:off x="2315150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87" y="1548"/>
                    </a:cubicBezTo>
                    <a:cubicBezTo>
                      <a:pt x="1215" y="1548"/>
                      <a:pt x="1561" y="1203"/>
                      <a:pt x="1561" y="774"/>
                    </a:cubicBezTo>
                    <a:cubicBezTo>
                      <a:pt x="1561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2"/>
              <p:cNvSpPr/>
              <p:nvPr/>
            </p:nvSpPr>
            <p:spPr>
              <a:xfrm>
                <a:off x="2477075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58" y="0"/>
                      <a:pt x="1" y="346"/>
                      <a:pt x="1" y="774"/>
                    </a:cubicBezTo>
                    <a:cubicBezTo>
                      <a:pt x="1" y="1203"/>
                      <a:pt x="358" y="1548"/>
                      <a:pt x="787" y="1548"/>
                    </a:cubicBezTo>
                    <a:cubicBezTo>
                      <a:pt x="1215" y="1548"/>
                      <a:pt x="1561" y="1203"/>
                      <a:pt x="1561" y="774"/>
                    </a:cubicBezTo>
                    <a:cubicBezTo>
                      <a:pt x="1561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2"/>
              <p:cNvSpPr/>
              <p:nvPr/>
            </p:nvSpPr>
            <p:spPr>
              <a:xfrm>
                <a:off x="2334800" y="2819525"/>
                <a:ext cx="161950" cy="166700"/>
              </a:xfrm>
              <a:custGeom>
                <a:avLst/>
                <a:gdLst/>
                <a:ahLst/>
                <a:cxnLst/>
                <a:rect l="l" t="t" r="r" b="b"/>
                <a:pathLst>
                  <a:path w="6478" h="6668" extrusionOk="0">
                    <a:moveTo>
                      <a:pt x="453" y="0"/>
                    </a:moveTo>
                    <a:cubicBezTo>
                      <a:pt x="203" y="0"/>
                      <a:pt x="1" y="215"/>
                      <a:pt x="1" y="465"/>
                    </a:cubicBezTo>
                    <a:lnTo>
                      <a:pt x="1" y="6204"/>
                    </a:lnTo>
                    <a:cubicBezTo>
                      <a:pt x="1" y="6454"/>
                      <a:pt x="203" y="6668"/>
                      <a:pt x="453" y="6668"/>
                    </a:cubicBezTo>
                    <a:lnTo>
                      <a:pt x="6013" y="6668"/>
                    </a:lnTo>
                    <a:cubicBezTo>
                      <a:pt x="6275" y="6668"/>
                      <a:pt x="6478" y="6454"/>
                      <a:pt x="6478" y="6204"/>
                    </a:cubicBezTo>
                    <a:lnTo>
                      <a:pt x="6478" y="465"/>
                    </a:lnTo>
                    <a:cubicBezTo>
                      <a:pt x="6478" y="215"/>
                      <a:pt x="6275" y="0"/>
                      <a:pt x="60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2"/>
              <p:cNvSpPr/>
              <p:nvPr/>
            </p:nvSpPr>
            <p:spPr>
              <a:xfrm>
                <a:off x="2327075" y="2878150"/>
                <a:ext cx="7750" cy="4945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1978" extrusionOk="0">
                    <a:moveTo>
                      <a:pt x="155" y="1"/>
                    </a:moveTo>
                    <a:cubicBezTo>
                      <a:pt x="60" y="1"/>
                      <a:pt x="0" y="72"/>
                      <a:pt x="0" y="156"/>
                    </a:cubicBezTo>
                    <a:lnTo>
                      <a:pt x="0" y="1823"/>
                    </a:lnTo>
                    <a:cubicBezTo>
                      <a:pt x="0" y="1906"/>
                      <a:pt x="60" y="1977"/>
                      <a:pt x="155" y="1977"/>
                    </a:cubicBezTo>
                    <a:cubicBezTo>
                      <a:pt x="238" y="1977"/>
                      <a:pt x="310" y="1906"/>
                      <a:pt x="310" y="1823"/>
                    </a:cubicBezTo>
                    <a:lnTo>
                      <a:pt x="310" y="156"/>
                    </a:lnTo>
                    <a:cubicBezTo>
                      <a:pt x="310" y="72"/>
                      <a:pt x="238" y="1"/>
                      <a:pt x="1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2"/>
              <p:cNvSpPr/>
              <p:nvPr/>
            </p:nvSpPr>
            <p:spPr>
              <a:xfrm>
                <a:off x="2496725" y="2878150"/>
                <a:ext cx="7775" cy="49450"/>
              </a:xfrm>
              <a:custGeom>
                <a:avLst/>
                <a:gdLst/>
                <a:ahLst/>
                <a:cxnLst/>
                <a:rect l="l" t="t" r="r" b="b"/>
                <a:pathLst>
                  <a:path w="311" h="1978" extrusionOk="0">
                    <a:moveTo>
                      <a:pt x="155" y="1"/>
                    </a:moveTo>
                    <a:cubicBezTo>
                      <a:pt x="72" y="1"/>
                      <a:pt x="1" y="72"/>
                      <a:pt x="1" y="156"/>
                    </a:cubicBezTo>
                    <a:lnTo>
                      <a:pt x="1" y="1823"/>
                    </a:lnTo>
                    <a:cubicBezTo>
                      <a:pt x="1" y="1906"/>
                      <a:pt x="72" y="1977"/>
                      <a:pt x="155" y="1977"/>
                    </a:cubicBezTo>
                    <a:cubicBezTo>
                      <a:pt x="239" y="1977"/>
                      <a:pt x="310" y="1906"/>
                      <a:pt x="310" y="1823"/>
                    </a:cubicBezTo>
                    <a:lnTo>
                      <a:pt x="310" y="156"/>
                    </a:lnTo>
                    <a:cubicBezTo>
                      <a:pt x="310" y="72"/>
                      <a:pt x="239" y="1"/>
                      <a:pt x="1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2"/>
              <p:cNvSpPr/>
              <p:nvPr/>
            </p:nvSpPr>
            <p:spPr>
              <a:xfrm>
                <a:off x="2355350" y="2937400"/>
                <a:ext cx="120875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1406" extrusionOk="0">
                    <a:moveTo>
                      <a:pt x="465" y="0"/>
                    </a:moveTo>
                    <a:cubicBezTo>
                      <a:pt x="203" y="0"/>
                      <a:pt x="0" y="203"/>
                      <a:pt x="0" y="465"/>
                    </a:cubicBezTo>
                    <a:lnTo>
                      <a:pt x="0" y="953"/>
                    </a:lnTo>
                    <a:cubicBezTo>
                      <a:pt x="0" y="1203"/>
                      <a:pt x="203" y="1405"/>
                      <a:pt x="465" y="1405"/>
                    </a:cubicBezTo>
                    <a:lnTo>
                      <a:pt x="4370" y="1405"/>
                    </a:lnTo>
                    <a:cubicBezTo>
                      <a:pt x="4620" y="1405"/>
                      <a:pt x="4834" y="1203"/>
                      <a:pt x="4834" y="953"/>
                    </a:cubicBezTo>
                    <a:lnTo>
                      <a:pt x="4834" y="465"/>
                    </a:lnTo>
                    <a:cubicBezTo>
                      <a:pt x="4834" y="203"/>
                      <a:pt x="4620" y="0"/>
                      <a:pt x="43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2"/>
              <p:cNvSpPr/>
              <p:nvPr/>
            </p:nvSpPr>
            <p:spPr>
              <a:xfrm>
                <a:off x="2351475" y="2933825"/>
                <a:ext cx="128300" cy="42600"/>
              </a:xfrm>
              <a:custGeom>
                <a:avLst/>
                <a:gdLst/>
                <a:ahLst/>
                <a:cxnLst/>
                <a:rect l="l" t="t" r="r" b="b"/>
                <a:pathLst>
                  <a:path w="5132" h="1704" extrusionOk="0">
                    <a:moveTo>
                      <a:pt x="4525" y="298"/>
                    </a:moveTo>
                    <a:cubicBezTo>
                      <a:pt x="4691" y="298"/>
                      <a:pt x="4834" y="429"/>
                      <a:pt x="4834" y="608"/>
                    </a:cubicBezTo>
                    <a:lnTo>
                      <a:pt x="4834" y="1096"/>
                    </a:lnTo>
                    <a:cubicBezTo>
                      <a:pt x="4834" y="1263"/>
                      <a:pt x="4691" y="1405"/>
                      <a:pt x="4525" y="1405"/>
                    </a:cubicBezTo>
                    <a:lnTo>
                      <a:pt x="620" y="1405"/>
                    </a:lnTo>
                    <a:cubicBezTo>
                      <a:pt x="441" y="1405"/>
                      <a:pt x="298" y="1263"/>
                      <a:pt x="298" y="1096"/>
                    </a:cubicBezTo>
                    <a:lnTo>
                      <a:pt x="298" y="608"/>
                    </a:lnTo>
                    <a:cubicBezTo>
                      <a:pt x="298" y="429"/>
                      <a:pt x="441" y="298"/>
                      <a:pt x="620" y="298"/>
                    </a:cubicBezTo>
                    <a:close/>
                    <a:moveTo>
                      <a:pt x="620" y="0"/>
                    </a:moveTo>
                    <a:cubicBezTo>
                      <a:pt x="274" y="0"/>
                      <a:pt x="0" y="274"/>
                      <a:pt x="0" y="608"/>
                    </a:cubicBezTo>
                    <a:lnTo>
                      <a:pt x="0" y="1096"/>
                    </a:lnTo>
                    <a:cubicBezTo>
                      <a:pt x="0" y="1429"/>
                      <a:pt x="274" y="1703"/>
                      <a:pt x="620" y="1703"/>
                    </a:cubicBezTo>
                    <a:lnTo>
                      <a:pt x="4525" y="1703"/>
                    </a:lnTo>
                    <a:cubicBezTo>
                      <a:pt x="4858" y="1703"/>
                      <a:pt x="5132" y="1429"/>
                      <a:pt x="5132" y="1096"/>
                    </a:cubicBezTo>
                    <a:lnTo>
                      <a:pt x="5132" y="608"/>
                    </a:lnTo>
                    <a:cubicBezTo>
                      <a:pt x="5132" y="274"/>
                      <a:pt x="4858" y="0"/>
                      <a:pt x="45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2"/>
              <p:cNvSpPr/>
              <p:nvPr/>
            </p:nvSpPr>
            <p:spPr>
              <a:xfrm>
                <a:off x="2356525" y="2883525"/>
                <a:ext cx="387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549" extrusionOk="0">
                    <a:moveTo>
                      <a:pt x="775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75" y="1548"/>
                    </a:cubicBezTo>
                    <a:cubicBezTo>
                      <a:pt x="1203" y="1548"/>
                      <a:pt x="1549" y="1203"/>
                      <a:pt x="1549" y="774"/>
                    </a:cubicBezTo>
                    <a:cubicBezTo>
                      <a:pt x="1549" y="346"/>
                      <a:pt x="1203" y="0"/>
                      <a:pt x="7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2"/>
              <p:cNvSpPr/>
              <p:nvPr/>
            </p:nvSpPr>
            <p:spPr>
              <a:xfrm>
                <a:off x="2352675" y="2879650"/>
                <a:ext cx="46450" cy="46450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58" extrusionOk="0">
                    <a:moveTo>
                      <a:pt x="929" y="298"/>
                    </a:moveTo>
                    <a:cubicBezTo>
                      <a:pt x="1274" y="298"/>
                      <a:pt x="1560" y="584"/>
                      <a:pt x="1560" y="929"/>
                    </a:cubicBezTo>
                    <a:cubicBezTo>
                      <a:pt x="1560" y="1274"/>
                      <a:pt x="1274" y="1560"/>
                      <a:pt x="929" y="1560"/>
                    </a:cubicBezTo>
                    <a:cubicBezTo>
                      <a:pt x="583" y="1560"/>
                      <a:pt x="298" y="1274"/>
                      <a:pt x="298" y="929"/>
                    </a:cubicBezTo>
                    <a:cubicBezTo>
                      <a:pt x="298" y="584"/>
                      <a:pt x="583" y="298"/>
                      <a:pt x="929" y="298"/>
                    </a:cubicBezTo>
                    <a:close/>
                    <a:moveTo>
                      <a:pt x="929" y="1"/>
                    </a:moveTo>
                    <a:cubicBezTo>
                      <a:pt x="417" y="1"/>
                      <a:pt x="0" y="417"/>
                      <a:pt x="0" y="929"/>
                    </a:cubicBezTo>
                    <a:cubicBezTo>
                      <a:pt x="0" y="1441"/>
                      <a:pt x="417" y="1858"/>
                      <a:pt x="929" y="1858"/>
                    </a:cubicBezTo>
                    <a:cubicBezTo>
                      <a:pt x="1441" y="1858"/>
                      <a:pt x="1857" y="1441"/>
                      <a:pt x="1857" y="929"/>
                    </a:cubicBezTo>
                    <a:cubicBezTo>
                      <a:pt x="1857" y="417"/>
                      <a:pt x="1441" y="1"/>
                      <a:pt x="9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2"/>
              <p:cNvSpPr/>
              <p:nvPr/>
            </p:nvSpPr>
            <p:spPr>
              <a:xfrm>
                <a:off x="2436000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87" y="1548"/>
                    </a:cubicBezTo>
                    <a:cubicBezTo>
                      <a:pt x="1215" y="1548"/>
                      <a:pt x="1560" y="1203"/>
                      <a:pt x="1560" y="774"/>
                    </a:cubicBezTo>
                    <a:cubicBezTo>
                      <a:pt x="1560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32"/>
              <p:cNvSpPr/>
              <p:nvPr/>
            </p:nvSpPr>
            <p:spPr>
              <a:xfrm>
                <a:off x="2432425" y="2879650"/>
                <a:ext cx="46175" cy="46450"/>
              </a:xfrm>
              <a:custGeom>
                <a:avLst/>
                <a:gdLst/>
                <a:ahLst/>
                <a:cxnLst/>
                <a:rect l="l" t="t" r="r" b="b"/>
                <a:pathLst>
                  <a:path w="1847" h="1858" extrusionOk="0">
                    <a:moveTo>
                      <a:pt x="930" y="298"/>
                    </a:moveTo>
                    <a:cubicBezTo>
                      <a:pt x="1275" y="298"/>
                      <a:pt x="1549" y="584"/>
                      <a:pt x="1549" y="929"/>
                    </a:cubicBezTo>
                    <a:cubicBezTo>
                      <a:pt x="1549" y="1274"/>
                      <a:pt x="1275" y="1560"/>
                      <a:pt x="930" y="1560"/>
                    </a:cubicBezTo>
                    <a:cubicBezTo>
                      <a:pt x="572" y="1560"/>
                      <a:pt x="299" y="1274"/>
                      <a:pt x="299" y="929"/>
                    </a:cubicBezTo>
                    <a:cubicBezTo>
                      <a:pt x="299" y="584"/>
                      <a:pt x="572" y="298"/>
                      <a:pt x="930" y="298"/>
                    </a:cubicBezTo>
                    <a:close/>
                    <a:moveTo>
                      <a:pt x="930" y="1"/>
                    </a:moveTo>
                    <a:cubicBezTo>
                      <a:pt x="418" y="1"/>
                      <a:pt x="1" y="417"/>
                      <a:pt x="1" y="929"/>
                    </a:cubicBezTo>
                    <a:cubicBezTo>
                      <a:pt x="1" y="1441"/>
                      <a:pt x="418" y="1858"/>
                      <a:pt x="930" y="1858"/>
                    </a:cubicBezTo>
                    <a:cubicBezTo>
                      <a:pt x="1430" y="1858"/>
                      <a:pt x="1846" y="1441"/>
                      <a:pt x="1846" y="929"/>
                    </a:cubicBezTo>
                    <a:cubicBezTo>
                      <a:pt x="1846" y="417"/>
                      <a:pt x="1442" y="1"/>
                      <a:pt x="9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2"/>
              <p:cNvSpPr/>
              <p:nvPr/>
            </p:nvSpPr>
            <p:spPr>
              <a:xfrm>
                <a:off x="2377975" y="2890375"/>
                <a:ext cx="8050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22" extrusionOk="0">
                    <a:moveTo>
                      <a:pt x="155" y="0"/>
                    </a:moveTo>
                    <a:cubicBezTo>
                      <a:pt x="71" y="0"/>
                      <a:pt x="0" y="72"/>
                      <a:pt x="0" y="155"/>
                    </a:cubicBezTo>
                    <a:cubicBezTo>
                      <a:pt x="0" y="250"/>
                      <a:pt x="71" y="322"/>
                      <a:pt x="155" y="322"/>
                    </a:cubicBezTo>
                    <a:cubicBezTo>
                      <a:pt x="250" y="322"/>
                      <a:pt x="322" y="250"/>
                      <a:pt x="322" y="155"/>
                    </a:cubicBezTo>
                    <a:cubicBezTo>
                      <a:pt x="322" y="72"/>
                      <a:pt x="250" y="0"/>
                      <a:pt x="1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2"/>
              <p:cNvSpPr/>
              <p:nvPr/>
            </p:nvSpPr>
            <p:spPr>
              <a:xfrm>
                <a:off x="2458025" y="2890375"/>
                <a:ext cx="8075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322" extrusionOk="0">
                    <a:moveTo>
                      <a:pt x="156" y="0"/>
                    </a:moveTo>
                    <a:cubicBezTo>
                      <a:pt x="72" y="0"/>
                      <a:pt x="1" y="72"/>
                      <a:pt x="1" y="155"/>
                    </a:cubicBezTo>
                    <a:cubicBezTo>
                      <a:pt x="1" y="250"/>
                      <a:pt x="72" y="322"/>
                      <a:pt x="156" y="322"/>
                    </a:cubicBezTo>
                    <a:cubicBezTo>
                      <a:pt x="251" y="322"/>
                      <a:pt x="322" y="250"/>
                      <a:pt x="322" y="155"/>
                    </a:cubicBezTo>
                    <a:cubicBezTo>
                      <a:pt x="322" y="72"/>
                      <a:pt x="251" y="0"/>
                      <a:pt x="15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2"/>
              <p:cNvSpPr/>
              <p:nvPr/>
            </p:nvSpPr>
            <p:spPr>
              <a:xfrm>
                <a:off x="2329450" y="3009725"/>
                <a:ext cx="172650" cy="172075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6883" extrusionOk="0">
                    <a:moveTo>
                      <a:pt x="393" y="1"/>
                    </a:moveTo>
                    <a:cubicBezTo>
                      <a:pt x="179" y="1"/>
                      <a:pt x="0" y="179"/>
                      <a:pt x="0" y="393"/>
                    </a:cubicBezTo>
                    <a:lnTo>
                      <a:pt x="0" y="6478"/>
                    </a:lnTo>
                    <a:cubicBezTo>
                      <a:pt x="0" y="6704"/>
                      <a:pt x="179" y="6882"/>
                      <a:pt x="393" y="6882"/>
                    </a:cubicBezTo>
                    <a:lnTo>
                      <a:pt x="6501" y="6882"/>
                    </a:lnTo>
                    <a:cubicBezTo>
                      <a:pt x="6727" y="6882"/>
                      <a:pt x="6906" y="6704"/>
                      <a:pt x="6906" y="6478"/>
                    </a:cubicBezTo>
                    <a:lnTo>
                      <a:pt x="6906" y="393"/>
                    </a:lnTo>
                    <a:cubicBezTo>
                      <a:pt x="6906" y="179"/>
                      <a:pt x="6727" y="1"/>
                      <a:pt x="65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32"/>
              <p:cNvSpPr/>
              <p:nvPr/>
            </p:nvSpPr>
            <p:spPr>
              <a:xfrm>
                <a:off x="2387788" y="2988900"/>
                <a:ext cx="56000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286" extrusionOk="0">
                    <a:moveTo>
                      <a:pt x="144" y="0"/>
                    </a:moveTo>
                    <a:cubicBezTo>
                      <a:pt x="60" y="0"/>
                      <a:pt x="1" y="72"/>
                      <a:pt x="1" y="143"/>
                    </a:cubicBezTo>
                    <a:cubicBezTo>
                      <a:pt x="1" y="226"/>
                      <a:pt x="60" y="286"/>
                      <a:pt x="144" y="286"/>
                    </a:cubicBezTo>
                    <a:lnTo>
                      <a:pt x="2096" y="286"/>
                    </a:lnTo>
                    <a:cubicBezTo>
                      <a:pt x="2168" y="286"/>
                      <a:pt x="2239" y="226"/>
                      <a:pt x="2239" y="143"/>
                    </a:cubicBezTo>
                    <a:cubicBezTo>
                      <a:pt x="2239" y="72"/>
                      <a:pt x="2168" y="0"/>
                      <a:pt x="20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32"/>
              <p:cNvSpPr/>
              <p:nvPr/>
            </p:nvSpPr>
            <p:spPr>
              <a:xfrm>
                <a:off x="2387788" y="2999600"/>
                <a:ext cx="560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275" extrusionOk="0">
                    <a:moveTo>
                      <a:pt x="144" y="1"/>
                    </a:moveTo>
                    <a:cubicBezTo>
                      <a:pt x="60" y="1"/>
                      <a:pt x="1" y="60"/>
                      <a:pt x="1" y="132"/>
                    </a:cubicBezTo>
                    <a:cubicBezTo>
                      <a:pt x="1" y="215"/>
                      <a:pt x="60" y="275"/>
                      <a:pt x="144" y="275"/>
                    </a:cubicBezTo>
                    <a:lnTo>
                      <a:pt x="2096" y="275"/>
                    </a:lnTo>
                    <a:cubicBezTo>
                      <a:pt x="2168" y="275"/>
                      <a:pt x="2239" y="215"/>
                      <a:pt x="2239" y="132"/>
                    </a:cubicBezTo>
                    <a:cubicBezTo>
                      <a:pt x="2239" y="60"/>
                      <a:pt x="2168" y="1"/>
                      <a:pt x="209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32"/>
              <p:cNvSpPr/>
              <p:nvPr/>
            </p:nvSpPr>
            <p:spPr>
              <a:xfrm>
                <a:off x="2329450" y="3032350"/>
                <a:ext cx="1726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489" extrusionOk="0">
                    <a:moveTo>
                      <a:pt x="0" y="0"/>
                    </a:moveTo>
                    <a:lnTo>
                      <a:pt x="0" y="489"/>
                    </a:lnTo>
                    <a:lnTo>
                      <a:pt x="6906" y="489"/>
                    </a:lnTo>
                    <a:lnTo>
                      <a:pt x="690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32"/>
              <p:cNvSpPr/>
              <p:nvPr/>
            </p:nvSpPr>
            <p:spPr>
              <a:xfrm>
                <a:off x="2329450" y="3151100"/>
                <a:ext cx="172650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490" extrusionOk="0">
                    <a:moveTo>
                      <a:pt x="0" y="1"/>
                    </a:moveTo>
                    <a:lnTo>
                      <a:pt x="0" y="489"/>
                    </a:lnTo>
                    <a:lnTo>
                      <a:pt x="6906" y="489"/>
                    </a:lnTo>
                    <a:lnTo>
                      <a:pt x="690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32"/>
              <p:cNvSpPr/>
              <p:nvPr/>
            </p:nvSpPr>
            <p:spPr>
              <a:xfrm>
                <a:off x="2384225" y="3064200"/>
                <a:ext cx="62825" cy="62825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2513" extrusionOk="0">
                    <a:moveTo>
                      <a:pt x="1262" y="0"/>
                    </a:moveTo>
                    <a:cubicBezTo>
                      <a:pt x="560" y="0"/>
                      <a:pt x="0" y="572"/>
                      <a:pt x="0" y="1262"/>
                    </a:cubicBezTo>
                    <a:cubicBezTo>
                      <a:pt x="0" y="1953"/>
                      <a:pt x="560" y="2513"/>
                      <a:pt x="1262" y="2513"/>
                    </a:cubicBezTo>
                    <a:cubicBezTo>
                      <a:pt x="1953" y="2513"/>
                      <a:pt x="2512" y="1953"/>
                      <a:pt x="2512" y="1262"/>
                    </a:cubicBezTo>
                    <a:cubicBezTo>
                      <a:pt x="2512" y="572"/>
                      <a:pt x="1953" y="0"/>
                      <a:pt x="126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32"/>
              <p:cNvSpPr/>
              <p:nvPr/>
            </p:nvSpPr>
            <p:spPr>
              <a:xfrm>
                <a:off x="2380650" y="3060625"/>
                <a:ext cx="70275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2811" extrusionOk="0">
                    <a:moveTo>
                      <a:pt x="1405" y="298"/>
                    </a:moveTo>
                    <a:cubicBezTo>
                      <a:pt x="2012" y="298"/>
                      <a:pt x="2512" y="798"/>
                      <a:pt x="2512" y="1405"/>
                    </a:cubicBezTo>
                    <a:cubicBezTo>
                      <a:pt x="2512" y="2013"/>
                      <a:pt x="2012" y="2513"/>
                      <a:pt x="1405" y="2513"/>
                    </a:cubicBezTo>
                    <a:cubicBezTo>
                      <a:pt x="786" y="2513"/>
                      <a:pt x="298" y="2013"/>
                      <a:pt x="298" y="1405"/>
                    </a:cubicBezTo>
                    <a:cubicBezTo>
                      <a:pt x="298" y="798"/>
                      <a:pt x="786" y="298"/>
                      <a:pt x="1405" y="298"/>
                    </a:cubicBezTo>
                    <a:close/>
                    <a:moveTo>
                      <a:pt x="1405" y="1"/>
                    </a:moveTo>
                    <a:cubicBezTo>
                      <a:pt x="631" y="1"/>
                      <a:pt x="0" y="632"/>
                      <a:pt x="0" y="1405"/>
                    </a:cubicBezTo>
                    <a:cubicBezTo>
                      <a:pt x="0" y="2179"/>
                      <a:pt x="631" y="2810"/>
                      <a:pt x="1405" y="2810"/>
                    </a:cubicBezTo>
                    <a:cubicBezTo>
                      <a:pt x="2179" y="2810"/>
                      <a:pt x="2810" y="2179"/>
                      <a:pt x="2810" y="1405"/>
                    </a:cubicBezTo>
                    <a:cubicBezTo>
                      <a:pt x="2810" y="632"/>
                      <a:pt x="2179" y="1"/>
                      <a:pt x="14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32"/>
              <p:cNvSpPr/>
              <p:nvPr/>
            </p:nvSpPr>
            <p:spPr>
              <a:xfrm>
                <a:off x="2327650" y="3404725"/>
                <a:ext cx="1762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7050" h="667" extrusionOk="0">
                    <a:moveTo>
                      <a:pt x="334" y="0"/>
                    </a:moveTo>
                    <a:cubicBezTo>
                      <a:pt x="144" y="0"/>
                      <a:pt x="1" y="143"/>
                      <a:pt x="1" y="333"/>
                    </a:cubicBezTo>
                    <a:cubicBezTo>
                      <a:pt x="1" y="512"/>
                      <a:pt x="144" y="667"/>
                      <a:pt x="334" y="667"/>
                    </a:cubicBezTo>
                    <a:lnTo>
                      <a:pt x="6716" y="667"/>
                    </a:lnTo>
                    <a:cubicBezTo>
                      <a:pt x="6895" y="667"/>
                      <a:pt x="7049" y="512"/>
                      <a:pt x="7049" y="333"/>
                    </a:cubicBezTo>
                    <a:cubicBezTo>
                      <a:pt x="7049" y="143"/>
                      <a:pt x="6895" y="0"/>
                      <a:pt x="67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32"/>
              <p:cNvSpPr/>
              <p:nvPr/>
            </p:nvSpPr>
            <p:spPr>
              <a:xfrm>
                <a:off x="2254425" y="3320775"/>
                <a:ext cx="55400" cy="154800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6192" extrusionOk="0">
                    <a:moveTo>
                      <a:pt x="489" y="1"/>
                    </a:moveTo>
                    <a:cubicBezTo>
                      <a:pt x="215" y="1"/>
                      <a:pt x="1" y="227"/>
                      <a:pt x="1" y="489"/>
                    </a:cubicBezTo>
                    <a:lnTo>
                      <a:pt x="1" y="5704"/>
                    </a:lnTo>
                    <a:cubicBezTo>
                      <a:pt x="1" y="5966"/>
                      <a:pt x="215" y="6192"/>
                      <a:pt x="489" y="6192"/>
                    </a:cubicBezTo>
                    <a:lnTo>
                      <a:pt x="1727" y="6192"/>
                    </a:lnTo>
                    <a:cubicBezTo>
                      <a:pt x="2001" y="6192"/>
                      <a:pt x="2216" y="5966"/>
                      <a:pt x="2216" y="5704"/>
                    </a:cubicBezTo>
                    <a:lnTo>
                      <a:pt x="2216" y="489"/>
                    </a:lnTo>
                    <a:cubicBezTo>
                      <a:pt x="2216" y="227"/>
                      <a:pt x="2001" y="1"/>
                      <a:pt x="17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32"/>
              <p:cNvSpPr/>
              <p:nvPr/>
            </p:nvSpPr>
            <p:spPr>
              <a:xfrm>
                <a:off x="2254425" y="3444600"/>
                <a:ext cx="55400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1239" extrusionOk="0">
                    <a:moveTo>
                      <a:pt x="1" y="1"/>
                    </a:moveTo>
                    <a:lnTo>
                      <a:pt x="1" y="751"/>
                    </a:lnTo>
                    <a:cubicBezTo>
                      <a:pt x="1" y="1013"/>
                      <a:pt x="215" y="1239"/>
                      <a:pt x="489" y="1239"/>
                    </a:cubicBezTo>
                    <a:lnTo>
                      <a:pt x="1727" y="1239"/>
                    </a:lnTo>
                    <a:cubicBezTo>
                      <a:pt x="2001" y="1239"/>
                      <a:pt x="2216" y="1013"/>
                      <a:pt x="2216" y="751"/>
                    </a:cubicBezTo>
                    <a:lnTo>
                      <a:pt x="2216" y="1"/>
                    </a:lnTo>
                    <a:cubicBezTo>
                      <a:pt x="2216" y="262"/>
                      <a:pt x="2001" y="489"/>
                      <a:pt x="1727" y="489"/>
                    </a:cubicBezTo>
                    <a:lnTo>
                      <a:pt x="489" y="489"/>
                    </a:lnTo>
                    <a:cubicBezTo>
                      <a:pt x="215" y="489"/>
                      <a:pt x="1" y="262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32"/>
              <p:cNvSpPr/>
              <p:nvPr/>
            </p:nvSpPr>
            <p:spPr>
              <a:xfrm>
                <a:off x="2246400" y="3306200"/>
                <a:ext cx="71450" cy="7770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3108" extrusionOk="0">
                    <a:moveTo>
                      <a:pt x="489" y="0"/>
                    </a:moveTo>
                    <a:cubicBezTo>
                      <a:pt x="215" y="0"/>
                      <a:pt x="0" y="214"/>
                      <a:pt x="0" y="488"/>
                    </a:cubicBezTo>
                    <a:lnTo>
                      <a:pt x="0" y="2608"/>
                    </a:lnTo>
                    <a:cubicBezTo>
                      <a:pt x="0" y="2881"/>
                      <a:pt x="215" y="3108"/>
                      <a:pt x="489" y="3108"/>
                    </a:cubicBezTo>
                    <a:lnTo>
                      <a:pt x="2370" y="3108"/>
                    </a:lnTo>
                    <a:cubicBezTo>
                      <a:pt x="2644" y="3108"/>
                      <a:pt x="2858" y="2881"/>
                      <a:pt x="2858" y="2608"/>
                    </a:cubicBezTo>
                    <a:lnTo>
                      <a:pt x="2858" y="488"/>
                    </a:lnTo>
                    <a:cubicBezTo>
                      <a:pt x="2858" y="214"/>
                      <a:pt x="2644" y="0"/>
                      <a:pt x="23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32"/>
              <p:cNvSpPr/>
              <p:nvPr/>
            </p:nvSpPr>
            <p:spPr>
              <a:xfrm>
                <a:off x="2246400" y="3339825"/>
                <a:ext cx="71450" cy="44075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1763" extrusionOk="0">
                    <a:moveTo>
                      <a:pt x="0" y="1"/>
                    </a:moveTo>
                    <a:lnTo>
                      <a:pt x="0" y="1275"/>
                    </a:lnTo>
                    <a:cubicBezTo>
                      <a:pt x="0" y="1536"/>
                      <a:pt x="215" y="1763"/>
                      <a:pt x="489" y="1763"/>
                    </a:cubicBezTo>
                    <a:lnTo>
                      <a:pt x="2370" y="1763"/>
                    </a:lnTo>
                    <a:cubicBezTo>
                      <a:pt x="2644" y="1763"/>
                      <a:pt x="2858" y="1536"/>
                      <a:pt x="2858" y="1275"/>
                    </a:cubicBezTo>
                    <a:lnTo>
                      <a:pt x="2858" y="1"/>
                    </a:lnTo>
                    <a:cubicBezTo>
                      <a:pt x="2858" y="274"/>
                      <a:pt x="2644" y="489"/>
                      <a:pt x="2370" y="489"/>
                    </a:cubicBezTo>
                    <a:lnTo>
                      <a:pt x="489" y="489"/>
                    </a:lnTo>
                    <a:cubicBezTo>
                      <a:pt x="215" y="489"/>
                      <a:pt x="0" y="274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32"/>
              <p:cNvSpPr/>
              <p:nvPr/>
            </p:nvSpPr>
            <p:spPr>
              <a:xfrm>
                <a:off x="2260400" y="3398750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07" y="1"/>
                    </a:moveTo>
                    <a:cubicBezTo>
                      <a:pt x="48" y="1"/>
                      <a:pt x="0" y="49"/>
                      <a:pt x="0" y="120"/>
                    </a:cubicBezTo>
                    <a:lnTo>
                      <a:pt x="0" y="2811"/>
                    </a:lnTo>
                    <a:cubicBezTo>
                      <a:pt x="0" y="2882"/>
                      <a:pt x="48" y="2930"/>
                      <a:pt x="107" y="2930"/>
                    </a:cubicBezTo>
                    <a:cubicBezTo>
                      <a:pt x="167" y="2930"/>
                      <a:pt x="226" y="2882"/>
                      <a:pt x="226" y="2811"/>
                    </a:cubicBezTo>
                    <a:lnTo>
                      <a:pt x="226" y="120"/>
                    </a:lnTo>
                    <a:cubicBezTo>
                      <a:pt x="226" y="49"/>
                      <a:pt x="167" y="1"/>
                      <a:pt x="1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32"/>
              <p:cNvSpPr/>
              <p:nvPr/>
            </p:nvSpPr>
            <p:spPr>
              <a:xfrm>
                <a:off x="2272900" y="3391325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19" y="0"/>
                    </a:moveTo>
                    <a:cubicBezTo>
                      <a:pt x="48" y="0"/>
                      <a:pt x="0" y="60"/>
                      <a:pt x="0" y="119"/>
                    </a:cubicBezTo>
                    <a:lnTo>
                      <a:pt x="0" y="2822"/>
                    </a:lnTo>
                    <a:cubicBezTo>
                      <a:pt x="0" y="2882"/>
                      <a:pt x="48" y="2929"/>
                      <a:pt x="119" y="2929"/>
                    </a:cubicBezTo>
                    <a:cubicBezTo>
                      <a:pt x="179" y="2929"/>
                      <a:pt x="226" y="2882"/>
                      <a:pt x="226" y="2822"/>
                    </a:cubicBezTo>
                    <a:lnTo>
                      <a:pt x="226" y="119"/>
                    </a:lnTo>
                    <a:cubicBezTo>
                      <a:pt x="226" y="48"/>
                      <a:pt x="179" y="0"/>
                      <a:pt x="1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32"/>
              <p:cNvSpPr/>
              <p:nvPr/>
            </p:nvSpPr>
            <p:spPr>
              <a:xfrm>
                <a:off x="2285700" y="3391325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07" y="0"/>
                    </a:moveTo>
                    <a:cubicBezTo>
                      <a:pt x="48" y="0"/>
                      <a:pt x="0" y="60"/>
                      <a:pt x="0" y="119"/>
                    </a:cubicBezTo>
                    <a:lnTo>
                      <a:pt x="0" y="2822"/>
                    </a:lnTo>
                    <a:cubicBezTo>
                      <a:pt x="0" y="2882"/>
                      <a:pt x="48" y="2929"/>
                      <a:pt x="107" y="2929"/>
                    </a:cubicBezTo>
                    <a:cubicBezTo>
                      <a:pt x="179" y="2929"/>
                      <a:pt x="226" y="2882"/>
                      <a:pt x="226" y="2822"/>
                    </a:cubicBezTo>
                    <a:lnTo>
                      <a:pt x="226" y="119"/>
                    </a:lnTo>
                    <a:cubicBezTo>
                      <a:pt x="226" y="48"/>
                      <a:pt x="179" y="0"/>
                      <a:pt x="1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32"/>
              <p:cNvSpPr/>
              <p:nvPr/>
            </p:nvSpPr>
            <p:spPr>
              <a:xfrm>
                <a:off x="2298200" y="3398750"/>
                <a:ext cx="59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39" h="2930" extrusionOk="0">
                    <a:moveTo>
                      <a:pt x="119" y="1"/>
                    </a:moveTo>
                    <a:cubicBezTo>
                      <a:pt x="60" y="1"/>
                      <a:pt x="0" y="49"/>
                      <a:pt x="0" y="120"/>
                    </a:cubicBezTo>
                    <a:lnTo>
                      <a:pt x="0" y="2811"/>
                    </a:lnTo>
                    <a:cubicBezTo>
                      <a:pt x="0" y="2882"/>
                      <a:pt x="60" y="2930"/>
                      <a:pt x="119" y="2930"/>
                    </a:cubicBezTo>
                    <a:cubicBezTo>
                      <a:pt x="179" y="2930"/>
                      <a:pt x="238" y="2882"/>
                      <a:pt x="238" y="2811"/>
                    </a:cubicBezTo>
                    <a:lnTo>
                      <a:pt x="238" y="120"/>
                    </a:lnTo>
                    <a:cubicBezTo>
                      <a:pt x="238" y="49"/>
                      <a:pt x="179" y="1"/>
                      <a:pt x="1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32"/>
              <p:cNvSpPr/>
              <p:nvPr/>
            </p:nvSpPr>
            <p:spPr>
              <a:xfrm>
                <a:off x="2521425" y="3320775"/>
                <a:ext cx="55700" cy="15480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6192" extrusionOk="0">
                    <a:moveTo>
                      <a:pt x="489" y="1"/>
                    </a:moveTo>
                    <a:cubicBezTo>
                      <a:pt x="227" y="1"/>
                      <a:pt x="1" y="227"/>
                      <a:pt x="1" y="489"/>
                    </a:cubicBezTo>
                    <a:lnTo>
                      <a:pt x="1" y="5704"/>
                    </a:lnTo>
                    <a:cubicBezTo>
                      <a:pt x="1" y="5966"/>
                      <a:pt x="227" y="6192"/>
                      <a:pt x="489" y="6192"/>
                    </a:cubicBezTo>
                    <a:lnTo>
                      <a:pt x="1739" y="6192"/>
                    </a:lnTo>
                    <a:cubicBezTo>
                      <a:pt x="2001" y="6192"/>
                      <a:pt x="2227" y="5966"/>
                      <a:pt x="2227" y="5704"/>
                    </a:cubicBezTo>
                    <a:lnTo>
                      <a:pt x="2227" y="489"/>
                    </a:lnTo>
                    <a:cubicBezTo>
                      <a:pt x="2227" y="227"/>
                      <a:pt x="2001" y="1"/>
                      <a:pt x="17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32"/>
              <p:cNvSpPr/>
              <p:nvPr/>
            </p:nvSpPr>
            <p:spPr>
              <a:xfrm>
                <a:off x="2513400" y="3306200"/>
                <a:ext cx="71750" cy="77700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3108" extrusionOk="0">
                    <a:moveTo>
                      <a:pt x="500" y="0"/>
                    </a:moveTo>
                    <a:cubicBezTo>
                      <a:pt x="227" y="0"/>
                      <a:pt x="0" y="214"/>
                      <a:pt x="0" y="488"/>
                    </a:cubicBezTo>
                    <a:lnTo>
                      <a:pt x="0" y="2608"/>
                    </a:lnTo>
                    <a:cubicBezTo>
                      <a:pt x="0" y="2881"/>
                      <a:pt x="227" y="3108"/>
                      <a:pt x="500" y="3108"/>
                    </a:cubicBezTo>
                    <a:lnTo>
                      <a:pt x="2370" y="3108"/>
                    </a:lnTo>
                    <a:cubicBezTo>
                      <a:pt x="2644" y="3108"/>
                      <a:pt x="2870" y="2881"/>
                      <a:pt x="2870" y="2608"/>
                    </a:cubicBezTo>
                    <a:lnTo>
                      <a:pt x="2870" y="488"/>
                    </a:lnTo>
                    <a:cubicBezTo>
                      <a:pt x="2870" y="214"/>
                      <a:pt x="2644" y="0"/>
                      <a:pt x="23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32"/>
              <p:cNvSpPr/>
              <p:nvPr/>
            </p:nvSpPr>
            <p:spPr>
              <a:xfrm>
                <a:off x="2513400" y="3339825"/>
                <a:ext cx="71475" cy="44075"/>
              </a:xfrm>
              <a:custGeom>
                <a:avLst/>
                <a:gdLst/>
                <a:ahLst/>
                <a:cxnLst/>
                <a:rect l="l" t="t" r="r" b="b"/>
                <a:pathLst>
                  <a:path w="2859" h="1763" extrusionOk="0">
                    <a:moveTo>
                      <a:pt x="2858" y="1"/>
                    </a:moveTo>
                    <a:lnTo>
                      <a:pt x="2858" y="42"/>
                    </a:lnTo>
                    <a:lnTo>
                      <a:pt x="2858" y="42"/>
                    </a:lnTo>
                    <a:cubicBezTo>
                      <a:pt x="2858" y="28"/>
                      <a:pt x="2858" y="14"/>
                      <a:pt x="2858" y="1"/>
                    </a:cubicBezTo>
                    <a:close/>
                    <a:moveTo>
                      <a:pt x="0" y="1"/>
                    </a:moveTo>
                    <a:lnTo>
                      <a:pt x="0" y="1275"/>
                    </a:lnTo>
                    <a:cubicBezTo>
                      <a:pt x="0" y="1536"/>
                      <a:pt x="227" y="1763"/>
                      <a:pt x="489" y="1763"/>
                    </a:cubicBezTo>
                    <a:lnTo>
                      <a:pt x="2370" y="1763"/>
                    </a:lnTo>
                    <a:cubicBezTo>
                      <a:pt x="2644" y="1763"/>
                      <a:pt x="2858" y="1536"/>
                      <a:pt x="2858" y="1275"/>
                    </a:cubicBezTo>
                    <a:lnTo>
                      <a:pt x="2858" y="42"/>
                    </a:lnTo>
                    <a:lnTo>
                      <a:pt x="2858" y="42"/>
                    </a:lnTo>
                    <a:cubicBezTo>
                      <a:pt x="2847" y="296"/>
                      <a:pt x="2630" y="489"/>
                      <a:pt x="2370" y="489"/>
                    </a:cubicBezTo>
                    <a:lnTo>
                      <a:pt x="489" y="489"/>
                    </a:lnTo>
                    <a:cubicBezTo>
                      <a:pt x="227" y="489"/>
                      <a:pt x="0" y="274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32"/>
              <p:cNvSpPr/>
              <p:nvPr/>
            </p:nvSpPr>
            <p:spPr>
              <a:xfrm>
                <a:off x="2521425" y="3391325"/>
                <a:ext cx="55700" cy="8425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3370" extrusionOk="0">
                    <a:moveTo>
                      <a:pt x="858" y="0"/>
                    </a:moveTo>
                    <a:cubicBezTo>
                      <a:pt x="799" y="0"/>
                      <a:pt x="739" y="60"/>
                      <a:pt x="739" y="119"/>
                    </a:cubicBezTo>
                    <a:lnTo>
                      <a:pt x="739" y="2620"/>
                    </a:lnTo>
                    <a:lnTo>
                      <a:pt x="489" y="2620"/>
                    </a:lnTo>
                    <a:cubicBezTo>
                      <a:pt x="477" y="2620"/>
                      <a:pt x="477" y="2608"/>
                      <a:pt x="465" y="2608"/>
                    </a:cubicBezTo>
                    <a:lnTo>
                      <a:pt x="465" y="417"/>
                    </a:lnTo>
                    <a:cubicBezTo>
                      <a:pt x="465" y="346"/>
                      <a:pt x="418" y="298"/>
                      <a:pt x="358" y="298"/>
                    </a:cubicBezTo>
                    <a:cubicBezTo>
                      <a:pt x="287" y="298"/>
                      <a:pt x="239" y="346"/>
                      <a:pt x="239" y="417"/>
                    </a:cubicBezTo>
                    <a:lnTo>
                      <a:pt x="239" y="2548"/>
                    </a:lnTo>
                    <a:cubicBezTo>
                      <a:pt x="96" y="2453"/>
                      <a:pt x="1" y="2298"/>
                      <a:pt x="1" y="2132"/>
                    </a:cubicBezTo>
                    <a:lnTo>
                      <a:pt x="1" y="2882"/>
                    </a:lnTo>
                    <a:cubicBezTo>
                      <a:pt x="1" y="3144"/>
                      <a:pt x="215" y="3370"/>
                      <a:pt x="489" y="3370"/>
                    </a:cubicBezTo>
                    <a:lnTo>
                      <a:pt x="1739" y="3370"/>
                    </a:lnTo>
                    <a:cubicBezTo>
                      <a:pt x="2001" y="3370"/>
                      <a:pt x="2227" y="3144"/>
                      <a:pt x="2227" y="2882"/>
                    </a:cubicBezTo>
                    <a:lnTo>
                      <a:pt x="2227" y="2132"/>
                    </a:lnTo>
                    <a:cubicBezTo>
                      <a:pt x="2227" y="2298"/>
                      <a:pt x="2132" y="2453"/>
                      <a:pt x="1989" y="2548"/>
                    </a:cubicBezTo>
                    <a:lnTo>
                      <a:pt x="1989" y="417"/>
                    </a:lnTo>
                    <a:cubicBezTo>
                      <a:pt x="1989" y="346"/>
                      <a:pt x="1930" y="298"/>
                      <a:pt x="1870" y="298"/>
                    </a:cubicBezTo>
                    <a:cubicBezTo>
                      <a:pt x="1811" y="298"/>
                      <a:pt x="1763" y="346"/>
                      <a:pt x="1763" y="417"/>
                    </a:cubicBezTo>
                    <a:lnTo>
                      <a:pt x="1763" y="2608"/>
                    </a:lnTo>
                    <a:cubicBezTo>
                      <a:pt x="1751" y="2608"/>
                      <a:pt x="1739" y="2620"/>
                      <a:pt x="1739" y="2620"/>
                    </a:cubicBezTo>
                    <a:lnTo>
                      <a:pt x="1477" y="2620"/>
                    </a:lnTo>
                    <a:lnTo>
                      <a:pt x="1477" y="119"/>
                    </a:lnTo>
                    <a:cubicBezTo>
                      <a:pt x="1477" y="60"/>
                      <a:pt x="1430" y="0"/>
                      <a:pt x="1370" y="0"/>
                    </a:cubicBezTo>
                    <a:cubicBezTo>
                      <a:pt x="1299" y="0"/>
                      <a:pt x="1251" y="60"/>
                      <a:pt x="1251" y="119"/>
                    </a:cubicBezTo>
                    <a:lnTo>
                      <a:pt x="1251" y="2620"/>
                    </a:lnTo>
                    <a:lnTo>
                      <a:pt x="977" y="2620"/>
                    </a:lnTo>
                    <a:lnTo>
                      <a:pt x="977" y="119"/>
                    </a:lnTo>
                    <a:cubicBezTo>
                      <a:pt x="977" y="60"/>
                      <a:pt x="918" y="0"/>
                      <a:pt x="8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32"/>
              <p:cNvSpPr/>
              <p:nvPr/>
            </p:nvSpPr>
            <p:spPr>
              <a:xfrm>
                <a:off x="236755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32"/>
              <p:cNvSpPr/>
              <p:nvPr/>
            </p:nvSpPr>
            <p:spPr>
              <a:xfrm>
                <a:off x="2389575" y="2937400"/>
                <a:ext cx="7475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9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32"/>
              <p:cNvSpPr/>
              <p:nvPr/>
            </p:nvSpPr>
            <p:spPr>
              <a:xfrm>
                <a:off x="241190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32"/>
              <p:cNvSpPr/>
              <p:nvPr/>
            </p:nvSpPr>
            <p:spPr>
              <a:xfrm>
                <a:off x="2434225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32"/>
              <p:cNvSpPr/>
              <p:nvPr/>
            </p:nvSpPr>
            <p:spPr>
              <a:xfrm>
                <a:off x="245655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51" name="Google Shape;751;p32"/>
          <p:cNvGrpSpPr/>
          <p:nvPr/>
        </p:nvGrpSpPr>
        <p:grpSpPr>
          <a:xfrm>
            <a:off x="5689066" y="1788138"/>
            <a:ext cx="234762" cy="218290"/>
            <a:chOff x="8652775" y="883650"/>
            <a:chExt cx="38125" cy="35450"/>
          </a:xfrm>
        </p:grpSpPr>
        <p:sp>
          <p:nvSpPr>
            <p:cNvPr id="752" name="Google Shape;752;p3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2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6" name="Google Shape;756;p32"/>
          <p:cNvGrpSpPr/>
          <p:nvPr/>
        </p:nvGrpSpPr>
        <p:grpSpPr>
          <a:xfrm>
            <a:off x="6996629" y="2793700"/>
            <a:ext cx="234762" cy="218290"/>
            <a:chOff x="8652775" y="883650"/>
            <a:chExt cx="38125" cy="35450"/>
          </a:xfrm>
        </p:grpSpPr>
        <p:sp>
          <p:nvSpPr>
            <p:cNvPr id="757" name="Google Shape;757;p3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2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1" name="Google Shape;761;p32"/>
          <p:cNvGrpSpPr/>
          <p:nvPr/>
        </p:nvGrpSpPr>
        <p:grpSpPr>
          <a:xfrm>
            <a:off x="3287244" y="3233707"/>
            <a:ext cx="1088317" cy="866935"/>
            <a:chOff x="5784050" y="1584700"/>
            <a:chExt cx="294100" cy="234275"/>
          </a:xfrm>
        </p:grpSpPr>
        <p:sp>
          <p:nvSpPr>
            <p:cNvPr id="762" name="Google Shape;762;p32"/>
            <p:cNvSpPr/>
            <p:nvPr/>
          </p:nvSpPr>
          <p:spPr>
            <a:xfrm>
              <a:off x="5784050" y="1584850"/>
              <a:ext cx="294100" cy="233975"/>
            </a:xfrm>
            <a:custGeom>
              <a:avLst/>
              <a:gdLst/>
              <a:ahLst/>
              <a:cxnLst/>
              <a:rect l="l" t="t" r="r" b="b"/>
              <a:pathLst>
                <a:path w="11764" h="9359" extrusionOk="0">
                  <a:moveTo>
                    <a:pt x="3941" y="0"/>
                  </a:moveTo>
                  <a:lnTo>
                    <a:pt x="1203" y="2739"/>
                  </a:lnTo>
                  <a:lnTo>
                    <a:pt x="1203" y="3536"/>
                  </a:lnTo>
                  <a:lnTo>
                    <a:pt x="1143" y="3536"/>
                  </a:lnTo>
                  <a:cubicBezTo>
                    <a:pt x="512" y="3536"/>
                    <a:pt x="0" y="4048"/>
                    <a:pt x="0" y="4679"/>
                  </a:cubicBezTo>
                  <a:cubicBezTo>
                    <a:pt x="0" y="5310"/>
                    <a:pt x="512" y="5822"/>
                    <a:pt x="1143" y="5822"/>
                  </a:cubicBezTo>
                  <a:lnTo>
                    <a:pt x="1203" y="5822"/>
                  </a:lnTo>
                  <a:lnTo>
                    <a:pt x="1203" y="6620"/>
                  </a:lnTo>
                  <a:lnTo>
                    <a:pt x="3941" y="9359"/>
                  </a:lnTo>
                  <a:lnTo>
                    <a:pt x="7823" y="9359"/>
                  </a:lnTo>
                  <a:lnTo>
                    <a:pt x="10561" y="6620"/>
                  </a:lnTo>
                  <a:lnTo>
                    <a:pt x="10561" y="5822"/>
                  </a:lnTo>
                  <a:lnTo>
                    <a:pt x="10621" y="5822"/>
                  </a:lnTo>
                  <a:cubicBezTo>
                    <a:pt x="11252" y="5822"/>
                    <a:pt x="11764" y="5310"/>
                    <a:pt x="11764" y="4679"/>
                  </a:cubicBezTo>
                  <a:cubicBezTo>
                    <a:pt x="11764" y="4048"/>
                    <a:pt x="11252" y="3536"/>
                    <a:pt x="10621" y="3536"/>
                  </a:cubicBezTo>
                  <a:lnTo>
                    <a:pt x="10561" y="3536"/>
                  </a:lnTo>
                  <a:lnTo>
                    <a:pt x="10561" y="2739"/>
                  </a:lnTo>
                  <a:lnTo>
                    <a:pt x="7823" y="0"/>
                  </a:ln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63" name="Google Shape;763;p32"/>
            <p:cNvGrpSpPr/>
            <p:nvPr/>
          </p:nvGrpSpPr>
          <p:grpSpPr>
            <a:xfrm>
              <a:off x="5784050" y="1584700"/>
              <a:ext cx="294100" cy="234275"/>
              <a:chOff x="5784050" y="-104950"/>
              <a:chExt cx="294100" cy="234275"/>
            </a:xfrm>
          </p:grpSpPr>
          <p:sp>
            <p:nvSpPr>
              <p:cNvPr id="764" name="Google Shape;764;p32"/>
              <p:cNvSpPr/>
              <p:nvPr/>
            </p:nvSpPr>
            <p:spPr>
              <a:xfrm>
                <a:off x="5784050" y="-16550"/>
                <a:ext cx="57175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2287" h="2287" extrusionOk="0">
                    <a:moveTo>
                      <a:pt x="1143" y="1"/>
                    </a:moveTo>
                    <a:cubicBezTo>
                      <a:pt x="512" y="1"/>
                      <a:pt x="0" y="513"/>
                      <a:pt x="0" y="1144"/>
                    </a:cubicBezTo>
                    <a:cubicBezTo>
                      <a:pt x="0" y="1775"/>
                      <a:pt x="512" y="2287"/>
                      <a:pt x="1143" y="2287"/>
                    </a:cubicBezTo>
                    <a:cubicBezTo>
                      <a:pt x="1774" y="2287"/>
                      <a:pt x="2286" y="1775"/>
                      <a:pt x="2286" y="1144"/>
                    </a:cubicBezTo>
                    <a:cubicBezTo>
                      <a:pt x="2286" y="513"/>
                      <a:pt x="1774" y="1"/>
                      <a:pt x="1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32"/>
              <p:cNvSpPr/>
              <p:nvPr/>
            </p:nvSpPr>
            <p:spPr>
              <a:xfrm>
                <a:off x="6020675" y="-16550"/>
                <a:ext cx="57475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2299" h="2287" extrusionOk="0">
                    <a:moveTo>
                      <a:pt x="1156" y="1"/>
                    </a:moveTo>
                    <a:cubicBezTo>
                      <a:pt x="525" y="1"/>
                      <a:pt x="1" y="513"/>
                      <a:pt x="1" y="1144"/>
                    </a:cubicBezTo>
                    <a:cubicBezTo>
                      <a:pt x="1" y="1775"/>
                      <a:pt x="525" y="2287"/>
                      <a:pt x="1156" y="2287"/>
                    </a:cubicBezTo>
                    <a:cubicBezTo>
                      <a:pt x="1787" y="2287"/>
                      <a:pt x="2299" y="1775"/>
                      <a:pt x="2299" y="1144"/>
                    </a:cubicBezTo>
                    <a:cubicBezTo>
                      <a:pt x="2299" y="513"/>
                      <a:pt x="1787" y="1"/>
                      <a:pt x="11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32"/>
              <p:cNvSpPr/>
              <p:nvPr/>
            </p:nvSpPr>
            <p:spPr>
              <a:xfrm>
                <a:off x="5814100" y="-104950"/>
                <a:ext cx="234000" cy="234275"/>
              </a:xfrm>
              <a:custGeom>
                <a:avLst/>
                <a:gdLst/>
                <a:ahLst/>
                <a:cxnLst/>
                <a:rect l="l" t="t" r="r" b="b"/>
                <a:pathLst>
                  <a:path w="9360" h="9371" extrusionOk="0">
                    <a:moveTo>
                      <a:pt x="2739" y="1"/>
                    </a:moveTo>
                    <a:lnTo>
                      <a:pt x="1" y="2751"/>
                    </a:lnTo>
                    <a:lnTo>
                      <a:pt x="1" y="6621"/>
                    </a:lnTo>
                    <a:lnTo>
                      <a:pt x="2739" y="9371"/>
                    </a:lnTo>
                    <a:lnTo>
                      <a:pt x="6609" y="9371"/>
                    </a:lnTo>
                    <a:lnTo>
                      <a:pt x="9359" y="6621"/>
                    </a:lnTo>
                    <a:lnTo>
                      <a:pt x="9359" y="2751"/>
                    </a:lnTo>
                    <a:lnTo>
                      <a:pt x="660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32"/>
              <p:cNvSpPr/>
              <p:nvPr/>
            </p:nvSpPr>
            <p:spPr>
              <a:xfrm>
                <a:off x="5862025" y="-47800"/>
                <a:ext cx="137850" cy="138150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5526" extrusionOk="0">
                    <a:moveTo>
                      <a:pt x="2763" y="1"/>
                    </a:moveTo>
                    <a:cubicBezTo>
                      <a:pt x="1227" y="1"/>
                      <a:pt x="1" y="1239"/>
                      <a:pt x="1" y="2763"/>
                    </a:cubicBezTo>
                    <a:cubicBezTo>
                      <a:pt x="1" y="4287"/>
                      <a:pt x="1239" y="5525"/>
                      <a:pt x="2763" y="5525"/>
                    </a:cubicBezTo>
                    <a:cubicBezTo>
                      <a:pt x="4287" y="5525"/>
                      <a:pt x="5513" y="4287"/>
                      <a:pt x="5513" y="2763"/>
                    </a:cubicBezTo>
                    <a:cubicBezTo>
                      <a:pt x="5513" y="1239"/>
                      <a:pt x="4287" y="1"/>
                      <a:pt x="27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32"/>
              <p:cNvSpPr/>
              <p:nvPr/>
            </p:nvSpPr>
            <p:spPr>
              <a:xfrm>
                <a:off x="5877800" y="-31725"/>
                <a:ext cx="106300" cy="106300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4252" extrusionOk="0">
                    <a:moveTo>
                      <a:pt x="2132" y="1"/>
                    </a:moveTo>
                    <a:cubicBezTo>
                      <a:pt x="953" y="1"/>
                      <a:pt x="1" y="953"/>
                      <a:pt x="1" y="2120"/>
                    </a:cubicBezTo>
                    <a:cubicBezTo>
                      <a:pt x="1" y="3299"/>
                      <a:pt x="953" y="4251"/>
                      <a:pt x="2132" y="4251"/>
                    </a:cubicBezTo>
                    <a:cubicBezTo>
                      <a:pt x="3299" y="4251"/>
                      <a:pt x="4251" y="3299"/>
                      <a:pt x="4251" y="2120"/>
                    </a:cubicBezTo>
                    <a:cubicBezTo>
                      <a:pt x="4251" y="953"/>
                      <a:pt x="3299" y="1"/>
                      <a:pt x="21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32"/>
              <p:cNvSpPr/>
              <p:nvPr/>
            </p:nvSpPr>
            <p:spPr>
              <a:xfrm>
                <a:off x="5877800" y="6075"/>
                <a:ext cx="106300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2740" extrusionOk="0">
                    <a:moveTo>
                      <a:pt x="96" y="1"/>
                    </a:moveTo>
                    <a:cubicBezTo>
                      <a:pt x="36" y="203"/>
                      <a:pt x="1" y="394"/>
                      <a:pt x="1" y="608"/>
                    </a:cubicBezTo>
                    <a:cubicBezTo>
                      <a:pt x="1" y="1787"/>
                      <a:pt x="953" y="2739"/>
                      <a:pt x="2132" y="2739"/>
                    </a:cubicBezTo>
                    <a:cubicBezTo>
                      <a:pt x="3299" y="2739"/>
                      <a:pt x="4251" y="1787"/>
                      <a:pt x="4251" y="608"/>
                    </a:cubicBezTo>
                    <a:cubicBezTo>
                      <a:pt x="4251" y="406"/>
                      <a:pt x="4227" y="203"/>
                      <a:pt x="4168" y="1"/>
                    </a:cubicBezTo>
                    <a:cubicBezTo>
                      <a:pt x="3906" y="882"/>
                      <a:pt x="3096" y="1525"/>
                      <a:pt x="2132" y="1525"/>
                    </a:cubicBezTo>
                    <a:cubicBezTo>
                      <a:pt x="1168" y="1525"/>
                      <a:pt x="346" y="882"/>
                      <a:pt x="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0" name="Google Shape;770;p32"/>
          <p:cNvGrpSpPr/>
          <p:nvPr/>
        </p:nvGrpSpPr>
        <p:grpSpPr>
          <a:xfrm>
            <a:off x="849841" y="4161113"/>
            <a:ext cx="744312" cy="221985"/>
            <a:chOff x="8652775" y="883650"/>
            <a:chExt cx="120875" cy="36050"/>
          </a:xfrm>
        </p:grpSpPr>
        <p:sp>
          <p:nvSpPr>
            <p:cNvPr id="771" name="Google Shape;771;p3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2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7" name="Google Shape;777;p32"/>
          <p:cNvSpPr/>
          <p:nvPr/>
        </p:nvSpPr>
        <p:spPr>
          <a:xfrm>
            <a:off x="2337118" y="3048582"/>
            <a:ext cx="430885" cy="77125"/>
          </a:xfrm>
          <a:custGeom>
            <a:avLst/>
            <a:gdLst/>
            <a:ahLst/>
            <a:cxnLst/>
            <a:rect l="l" t="t" r="r" b="b"/>
            <a:pathLst>
              <a:path w="2799" h="501" extrusionOk="0">
                <a:moveTo>
                  <a:pt x="251" y="1"/>
                </a:moveTo>
                <a:cubicBezTo>
                  <a:pt x="108" y="1"/>
                  <a:pt x="1" y="108"/>
                  <a:pt x="1" y="251"/>
                </a:cubicBezTo>
                <a:cubicBezTo>
                  <a:pt x="1" y="393"/>
                  <a:pt x="108" y="501"/>
                  <a:pt x="251" y="501"/>
                </a:cubicBezTo>
                <a:lnTo>
                  <a:pt x="2549" y="501"/>
                </a:lnTo>
                <a:cubicBezTo>
                  <a:pt x="2691" y="501"/>
                  <a:pt x="2799" y="393"/>
                  <a:pt x="2799" y="251"/>
                </a:cubicBezTo>
                <a:cubicBezTo>
                  <a:pt x="2799" y="108"/>
                  <a:pt x="2691" y="1"/>
                  <a:pt x="254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8" name="Google Shape;778;p32"/>
          <p:cNvGrpSpPr/>
          <p:nvPr/>
        </p:nvGrpSpPr>
        <p:grpSpPr>
          <a:xfrm>
            <a:off x="4140791" y="2393763"/>
            <a:ext cx="234762" cy="218290"/>
            <a:chOff x="8652775" y="883650"/>
            <a:chExt cx="38125" cy="35450"/>
          </a:xfrm>
        </p:grpSpPr>
        <p:sp>
          <p:nvSpPr>
            <p:cNvPr id="779" name="Google Shape;779;p3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34"/>
          <p:cNvSpPr/>
          <p:nvPr/>
        </p:nvSpPr>
        <p:spPr>
          <a:xfrm>
            <a:off x="-57815" y="2499742"/>
            <a:ext cx="2615400" cy="1624200"/>
          </a:xfrm>
          <a:prstGeom prst="roundRect">
            <a:avLst>
              <a:gd name="adj" fmla="val 392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34"/>
          <p:cNvSpPr/>
          <p:nvPr/>
        </p:nvSpPr>
        <p:spPr>
          <a:xfrm>
            <a:off x="6493979" y="2502739"/>
            <a:ext cx="2615400" cy="1624200"/>
          </a:xfrm>
          <a:prstGeom prst="roundRect">
            <a:avLst>
              <a:gd name="adj" fmla="val 392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34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836" name="Google Shape;836;p34"/>
          <p:cNvSpPr txBox="1">
            <a:spLocks noGrp="1"/>
          </p:cNvSpPr>
          <p:nvPr>
            <p:ph type="title" idx="2"/>
          </p:nvPr>
        </p:nvSpPr>
        <p:spPr>
          <a:xfrm>
            <a:off x="-57815" y="3596242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components</a:t>
            </a:r>
            <a:endParaRPr dirty="0"/>
          </a:p>
        </p:txBody>
      </p:sp>
      <p:sp>
        <p:nvSpPr>
          <p:cNvPr id="838" name="Google Shape;838;p34"/>
          <p:cNvSpPr txBox="1">
            <a:spLocks noGrp="1"/>
          </p:cNvSpPr>
          <p:nvPr>
            <p:ph type="title" idx="3"/>
          </p:nvPr>
        </p:nvSpPr>
        <p:spPr>
          <a:xfrm>
            <a:off x="6510316" y="3578037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code</a:t>
            </a:r>
            <a:endParaRPr dirty="0"/>
          </a:p>
        </p:txBody>
      </p:sp>
      <p:sp>
        <p:nvSpPr>
          <p:cNvPr id="844" name="Google Shape;844;p34"/>
          <p:cNvSpPr txBox="1">
            <a:spLocks noGrp="1"/>
          </p:cNvSpPr>
          <p:nvPr>
            <p:ph type="title" idx="9"/>
          </p:nvPr>
        </p:nvSpPr>
        <p:spPr>
          <a:xfrm>
            <a:off x="1818613" y="2499742"/>
            <a:ext cx="7521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846" name="Google Shape;846;p34"/>
          <p:cNvSpPr txBox="1">
            <a:spLocks noGrp="1"/>
          </p:cNvSpPr>
          <p:nvPr>
            <p:ph type="title" idx="14"/>
          </p:nvPr>
        </p:nvSpPr>
        <p:spPr>
          <a:xfrm>
            <a:off x="8357279" y="2502739"/>
            <a:ext cx="7521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03</a:t>
            </a:r>
            <a:endParaRPr dirty="0"/>
          </a:p>
        </p:txBody>
      </p:sp>
      <p:grpSp>
        <p:nvGrpSpPr>
          <p:cNvPr id="854" name="Google Shape;854;p34"/>
          <p:cNvGrpSpPr/>
          <p:nvPr/>
        </p:nvGrpSpPr>
        <p:grpSpPr>
          <a:xfrm>
            <a:off x="721016" y="1472140"/>
            <a:ext cx="744312" cy="221985"/>
            <a:chOff x="8652775" y="883650"/>
            <a:chExt cx="120875" cy="36050"/>
          </a:xfrm>
        </p:grpSpPr>
        <p:sp>
          <p:nvSpPr>
            <p:cNvPr id="855" name="Google Shape;855;p34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4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4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4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4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4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" name="Google Shape;861;p34"/>
          <p:cNvGrpSpPr/>
          <p:nvPr/>
        </p:nvGrpSpPr>
        <p:grpSpPr>
          <a:xfrm>
            <a:off x="3442429" y="1472140"/>
            <a:ext cx="234762" cy="218290"/>
            <a:chOff x="8652775" y="883650"/>
            <a:chExt cx="38125" cy="35450"/>
          </a:xfrm>
        </p:grpSpPr>
        <p:sp>
          <p:nvSpPr>
            <p:cNvPr id="862" name="Google Shape;862;p34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4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4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4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6" name="Google Shape;866;p34"/>
          <p:cNvSpPr/>
          <p:nvPr/>
        </p:nvSpPr>
        <p:spPr>
          <a:xfrm>
            <a:off x="6182818" y="1544584"/>
            <a:ext cx="430885" cy="77125"/>
          </a:xfrm>
          <a:custGeom>
            <a:avLst/>
            <a:gdLst/>
            <a:ahLst/>
            <a:cxnLst/>
            <a:rect l="l" t="t" r="r" b="b"/>
            <a:pathLst>
              <a:path w="2799" h="501" extrusionOk="0">
                <a:moveTo>
                  <a:pt x="251" y="1"/>
                </a:moveTo>
                <a:cubicBezTo>
                  <a:pt x="108" y="1"/>
                  <a:pt x="1" y="108"/>
                  <a:pt x="1" y="251"/>
                </a:cubicBezTo>
                <a:cubicBezTo>
                  <a:pt x="1" y="393"/>
                  <a:pt x="108" y="501"/>
                  <a:pt x="251" y="501"/>
                </a:cubicBezTo>
                <a:lnTo>
                  <a:pt x="2549" y="501"/>
                </a:lnTo>
                <a:cubicBezTo>
                  <a:pt x="2691" y="501"/>
                  <a:pt x="2799" y="393"/>
                  <a:pt x="2799" y="251"/>
                </a:cubicBezTo>
                <a:cubicBezTo>
                  <a:pt x="2799" y="108"/>
                  <a:pt x="2691" y="1"/>
                  <a:pt x="254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1" name="Google Shape;881;p34"/>
          <p:cNvGrpSpPr/>
          <p:nvPr/>
        </p:nvGrpSpPr>
        <p:grpSpPr>
          <a:xfrm rot="-1110522">
            <a:off x="6629268" y="494867"/>
            <a:ext cx="1055995" cy="905507"/>
            <a:chOff x="4041575" y="1574875"/>
            <a:chExt cx="296475" cy="254225"/>
          </a:xfrm>
        </p:grpSpPr>
        <p:sp>
          <p:nvSpPr>
            <p:cNvPr id="882" name="Google Shape;882;p34"/>
            <p:cNvSpPr/>
            <p:nvPr/>
          </p:nvSpPr>
          <p:spPr>
            <a:xfrm>
              <a:off x="4041575" y="1574875"/>
              <a:ext cx="296475" cy="254225"/>
            </a:xfrm>
            <a:custGeom>
              <a:avLst/>
              <a:gdLst/>
              <a:ahLst/>
              <a:cxnLst/>
              <a:rect l="l" t="t" r="r" b="b"/>
              <a:pathLst>
                <a:path w="11859" h="10169" extrusionOk="0">
                  <a:moveTo>
                    <a:pt x="655" y="0"/>
                  </a:moveTo>
                  <a:cubicBezTo>
                    <a:pt x="286" y="0"/>
                    <a:pt x="0" y="298"/>
                    <a:pt x="0" y="655"/>
                  </a:cubicBezTo>
                  <a:cubicBezTo>
                    <a:pt x="0" y="941"/>
                    <a:pt x="179" y="1179"/>
                    <a:pt x="429" y="1274"/>
                  </a:cubicBezTo>
                  <a:lnTo>
                    <a:pt x="429" y="4561"/>
                  </a:lnTo>
                  <a:cubicBezTo>
                    <a:pt x="238" y="4739"/>
                    <a:pt x="119" y="5001"/>
                    <a:pt x="119" y="5275"/>
                  </a:cubicBezTo>
                  <a:cubicBezTo>
                    <a:pt x="119" y="5811"/>
                    <a:pt x="548" y="6251"/>
                    <a:pt x="1084" y="6251"/>
                  </a:cubicBezTo>
                  <a:cubicBezTo>
                    <a:pt x="1095" y="6251"/>
                    <a:pt x="1119" y="6239"/>
                    <a:pt x="1131" y="6239"/>
                  </a:cubicBezTo>
                  <a:cubicBezTo>
                    <a:pt x="1584" y="8478"/>
                    <a:pt x="3560" y="10168"/>
                    <a:pt x="5929" y="10168"/>
                  </a:cubicBezTo>
                  <a:cubicBezTo>
                    <a:pt x="8299" y="10168"/>
                    <a:pt x="10275" y="8478"/>
                    <a:pt x="10716" y="6239"/>
                  </a:cubicBezTo>
                  <a:cubicBezTo>
                    <a:pt x="10728" y="6239"/>
                    <a:pt x="10751" y="6251"/>
                    <a:pt x="10763" y="6251"/>
                  </a:cubicBezTo>
                  <a:cubicBezTo>
                    <a:pt x="11299" y="6251"/>
                    <a:pt x="11728" y="5811"/>
                    <a:pt x="11728" y="5275"/>
                  </a:cubicBezTo>
                  <a:cubicBezTo>
                    <a:pt x="11728" y="5001"/>
                    <a:pt x="11609" y="4739"/>
                    <a:pt x="11418" y="4561"/>
                  </a:cubicBezTo>
                  <a:lnTo>
                    <a:pt x="11418" y="1274"/>
                  </a:lnTo>
                  <a:cubicBezTo>
                    <a:pt x="11668" y="1179"/>
                    <a:pt x="11859" y="941"/>
                    <a:pt x="11859" y="655"/>
                  </a:cubicBezTo>
                  <a:cubicBezTo>
                    <a:pt x="11859" y="298"/>
                    <a:pt x="11561" y="0"/>
                    <a:pt x="11192" y="0"/>
                  </a:cubicBezTo>
                  <a:cubicBezTo>
                    <a:pt x="10835" y="0"/>
                    <a:pt x="10537" y="298"/>
                    <a:pt x="10537" y="655"/>
                  </a:cubicBezTo>
                  <a:cubicBezTo>
                    <a:pt x="10537" y="941"/>
                    <a:pt x="10728" y="1179"/>
                    <a:pt x="10978" y="1274"/>
                  </a:cubicBezTo>
                  <a:lnTo>
                    <a:pt x="10978" y="4334"/>
                  </a:lnTo>
                  <a:cubicBezTo>
                    <a:pt x="10906" y="4311"/>
                    <a:pt x="10835" y="4311"/>
                    <a:pt x="10763" y="4311"/>
                  </a:cubicBezTo>
                  <a:lnTo>
                    <a:pt x="10716" y="4311"/>
                  </a:lnTo>
                  <a:cubicBezTo>
                    <a:pt x="10275" y="2072"/>
                    <a:pt x="8299" y="381"/>
                    <a:pt x="5929" y="381"/>
                  </a:cubicBezTo>
                  <a:cubicBezTo>
                    <a:pt x="3560" y="381"/>
                    <a:pt x="1584" y="2072"/>
                    <a:pt x="1131" y="4311"/>
                  </a:cubicBezTo>
                  <a:lnTo>
                    <a:pt x="1084" y="4311"/>
                  </a:lnTo>
                  <a:cubicBezTo>
                    <a:pt x="1012" y="4311"/>
                    <a:pt x="941" y="4311"/>
                    <a:pt x="881" y="4334"/>
                  </a:cubicBezTo>
                  <a:lnTo>
                    <a:pt x="881" y="1274"/>
                  </a:lnTo>
                  <a:cubicBezTo>
                    <a:pt x="1131" y="1179"/>
                    <a:pt x="1310" y="941"/>
                    <a:pt x="1310" y="655"/>
                  </a:cubicBezTo>
                  <a:cubicBezTo>
                    <a:pt x="1310" y="298"/>
                    <a:pt x="1012" y="0"/>
                    <a:pt x="655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3" name="Google Shape;883;p34"/>
            <p:cNvGrpSpPr/>
            <p:nvPr/>
          </p:nvGrpSpPr>
          <p:grpSpPr>
            <a:xfrm>
              <a:off x="4041575" y="1575025"/>
              <a:ext cx="296475" cy="253925"/>
              <a:chOff x="4041575" y="-114775"/>
              <a:chExt cx="296475" cy="253925"/>
            </a:xfrm>
          </p:grpSpPr>
          <p:sp>
            <p:nvSpPr>
              <p:cNvPr id="884" name="Google Shape;884;p34"/>
              <p:cNvSpPr/>
              <p:nvPr/>
            </p:nvSpPr>
            <p:spPr>
              <a:xfrm>
                <a:off x="4052275" y="-104050"/>
                <a:ext cx="11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37" extrusionOk="0">
                    <a:moveTo>
                      <a:pt x="227" y="1"/>
                    </a:moveTo>
                    <a:cubicBezTo>
                      <a:pt x="96" y="1"/>
                      <a:pt x="1" y="96"/>
                      <a:pt x="1" y="227"/>
                    </a:cubicBezTo>
                    <a:lnTo>
                      <a:pt x="1" y="4823"/>
                    </a:lnTo>
                    <a:cubicBezTo>
                      <a:pt x="1" y="4942"/>
                      <a:pt x="96" y="5037"/>
                      <a:pt x="227" y="5037"/>
                    </a:cubicBezTo>
                    <a:cubicBezTo>
                      <a:pt x="346" y="5037"/>
                      <a:pt x="441" y="4942"/>
                      <a:pt x="441" y="4823"/>
                    </a:cubicBezTo>
                    <a:lnTo>
                      <a:pt x="441" y="227"/>
                    </a:lnTo>
                    <a:cubicBezTo>
                      <a:pt x="441" y="96"/>
                      <a:pt x="346" y="1"/>
                      <a:pt x="2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34"/>
              <p:cNvSpPr/>
              <p:nvPr/>
            </p:nvSpPr>
            <p:spPr>
              <a:xfrm>
                <a:off x="4041575" y="-114775"/>
                <a:ext cx="327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311" extrusionOk="0">
                    <a:moveTo>
                      <a:pt x="655" y="1"/>
                    </a:moveTo>
                    <a:cubicBezTo>
                      <a:pt x="286" y="1"/>
                      <a:pt x="0" y="287"/>
                      <a:pt x="0" y="656"/>
                    </a:cubicBezTo>
                    <a:cubicBezTo>
                      <a:pt x="0" y="1013"/>
                      <a:pt x="286" y="1311"/>
                      <a:pt x="655" y="1311"/>
                    </a:cubicBezTo>
                    <a:cubicBezTo>
                      <a:pt x="1012" y="1311"/>
                      <a:pt x="1310" y="1013"/>
                      <a:pt x="1310" y="656"/>
                    </a:cubicBezTo>
                    <a:cubicBezTo>
                      <a:pt x="1310" y="287"/>
                      <a:pt x="1012" y="1"/>
                      <a:pt x="6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34"/>
              <p:cNvSpPr/>
              <p:nvPr/>
            </p:nvSpPr>
            <p:spPr>
              <a:xfrm>
                <a:off x="4316000" y="-104050"/>
                <a:ext cx="11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37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27"/>
                    </a:cubicBezTo>
                    <a:lnTo>
                      <a:pt x="1" y="4823"/>
                    </a:lnTo>
                    <a:cubicBezTo>
                      <a:pt x="1" y="4942"/>
                      <a:pt x="96" y="5037"/>
                      <a:pt x="215" y="5037"/>
                    </a:cubicBezTo>
                    <a:cubicBezTo>
                      <a:pt x="346" y="5037"/>
                      <a:pt x="441" y="4942"/>
                      <a:pt x="441" y="4823"/>
                    </a:cubicBezTo>
                    <a:lnTo>
                      <a:pt x="441" y="227"/>
                    </a:lnTo>
                    <a:cubicBezTo>
                      <a:pt x="441" y="96"/>
                      <a:pt x="346" y="1"/>
                      <a:pt x="2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34"/>
              <p:cNvSpPr/>
              <p:nvPr/>
            </p:nvSpPr>
            <p:spPr>
              <a:xfrm>
                <a:off x="4305000" y="-114775"/>
                <a:ext cx="330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11" extrusionOk="0">
                    <a:moveTo>
                      <a:pt x="655" y="1"/>
                    </a:moveTo>
                    <a:cubicBezTo>
                      <a:pt x="298" y="1"/>
                      <a:pt x="0" y="287"/>
                      <a:pt x="0" y="656"/>
                    </a:cubicBezTo>
                    <a:cubicBezTo>
                      <a:pt x="0" y="1013"/>
                      <a:pt x="298" y="1311"/>
                      <a:pt x="655" y="1311"/>
                    </a:cubicBezTo>
                    <a:cubicBezTo>
                      <a:pt x="1024" y="1311"/>
                      <a:pt x="1322" y="1013"/>
                      <a:pt x="1322" y="656"/>
                    </a:cubicBezTo>
                    <a:cubicBezTo>
                      <a:pt x="1322" y="287"/>
                      <a:pt x="1024" y="1"/>
                      <a:pt x="6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34"/>
              <p:cNvSpPr/>
              <p:nvPr/>
            </p:nvSpPr>
            <p:spPr>
              <a:xfrm>
                <a:off x="4286525" y="-7300"/>
                <a:ext cx="48250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941" extrusionOk="0">
                    <a:moveTo>
                      <a:pt x="965" y="0"/>
                    </a:moveTo>
                    <a:cubicBezTo>
                      <a:pt x="430" y="0"/>
                      <a:pt x="1" y="441"/>
                      <a:pt x="1" y="976"/>
                    </a:cubicBezTo>
                    <a:cubicBezTo>
                      <a:pt x="1" y="1512"/>
                      <a:pt x="430" y="1941"/>
                      <a:pt x="965" y="1941"/>
                    </a:cubicBezTo>
                    <a:cubicBezTo>
                      <a:pt x="1501" y="1941"/>
                      <a:pt x="1930" y="1512"/>
                      <a:pt x="1930" y="976"/>
                    </a:cubicBezTo>
                    <a:cubicBezTo>
                      <a:pt x="1930" y="441"/>
                      <a:pt x="1501" y="0"/>
                      <a:pt x="9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34"/>
              <p:cNvSpPr/>
              <p:nvPr/>
            </p:nvSpPr>
            <p:spPr>
              <a:xfrm>
                <a:off x="4044550" y="-7300"/>
                <a:ext cx="48525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941" extrusionOk="0">
                    <a:moveTo>
                      <a:pt x="965" y="0"/>
                    </a:moveTo>
                    <a:cubicBezTo>
                      <a:pt x="429" y="0"/>
                      <a:pt x="0" y="441"/>
                      <a:pt x="0" y="976"/>
                    </a:cubicBezTo>
                    <a:cubicBezTo>
                      <a:pt x="0" y="1512"/>
                      <a:pt x="429" y="1941"/>
                      <a:pt x="965" y="1941"/>
                    </a:cubicBezTo>
                    <a:cubicBezTo>
                      <a:pt x="1500" y="1941"/>
                      <a:pt x="1941" y="1512"/>
                      <a:pt x="1941" y="976"/>
                    </a:cubicBezTo>
                    <a:cubicBezTo>
                      <a:pt x="1941" y="441"/>
                      <a:pt x="1500" y="0"/>
                      <a:pt x="9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34"/>
              <p:cNvSpPr/>
              <p:nvPr/>
            </p:nvSpPr>
            <p:spPr>
              <a:xfrm>
                <a:off x="4067450" y="-105250"/>
                <a:ext cx="244400" cy="244400"/>
              </a:xfrm>
              <a:custGeom>
                <a:avLst/>
                <a:gdLst/>
                <a:ahLst/>
                <a:cxnLst/>
                <a:rect l="l" t="t" r="r" b="b"/>
                <a:pathLst>
                  <a:path w="9776" h="9776" extrusionOk="0">
                    <a:moveTo>
                      <a:pt x="4894" y="1"/>
                    </a:moveTo>
                    <a:cubicBezTo>
                      <a:pt x="2192" y="1"/>
                      <a:pt x="1" y="2192"/>
                      <a:pt x="1" y="4894"/>
                    </a:cubicBezTo>
                    <a:cubicBezTo>
                      <a:pt x="1" y="7597"/>
                      <a:pt x="2192" y="9776"/>
                      <a:pt x="4894" y="9776"/>
                    </a:cubicBezTo>
                    <a:cubicBezTo>
                      <a:pt x="7585" y="9776"/>
                      <a:pt x="9776" y="7597"/>
                      <a:pt x="9776" y="4894"/>
                    </a:cubicBezTo>
                    <a:cubicBezTo>
                      <a:pt x="9776" y="2192"/>
                      <a:pt x="7585" y="1"/>
                      <a:pt x="489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34"/>
              <p:cNvSpPr/>
              <p:nvPr/>
            </p:nvSpPr>
            <p:spPr>
              <a:xfrm>
                <a:off x="4090375" y="-18625"/>
                <a:ext cx="1985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7943" h="2799" extrusionOk="0">
                    <a:moveTo>
                      <a:pt x="679" y="1"/>
                    </a:moveTo>
                    <a:cubicBezTo>
                      <a:pt x="298" y="1"/>
                      <a:pt x="1" y="310"/>
                      <a:pt x="1" y="679"/>
                    </a:cubicBezTo>
                    <a:lnTo>
                      <a:pt x="1" y="2120"/>
                    </a:lnTo>
                    <a:cubicBezTo>
                      <a:pt x="1" y="2501"/>
                      <a:pt x="298" y="2799"/>
                      <a:pt x="679" y="2799"/>
                    </a:cubicBezTo>
                    <a:lnTo>
                      <a:pt x="7275" y="2799"/>
                    </a:lnTo>
                    <a:cubicBezTo>
                      <a:pt x="7645" y="2799"/>
                      <a:pt x="7942" y="2501"/>
                      <a:pt x="7942" y="2120"/>
                    </a:cubicBezTo>
                    <a:lnTo>
                      <a:pt x="7942" y="679"/>
                    </a:lnTo>
                    <a:cubicBezTo>
                      <a:pt x="7942" y="310"/>
                      <a:pt x="7645" y="1"/>
                      <a:pt x="72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34"/>
              <p:cNvSpPr/>
              <p:nvPr/>
            </p:nvSpPr>
            <p:spPr>
              <a:xfrm>
                <a:off x="4119550" y="4600"/>
                <a:ext cx="247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89" extrusionOk="0">
                    <a:moveTo>
                      <a:pt x="489" y="0"/>
                    </a:moveTo>
                    <a:cubicBezTo>
                      <a:pt x="215" y="0"/>
                      <a:pt x="1" y="227"/>
                      <a:pt x="1" y="500"/>
                    </a:cubicBezTo>
                    <a:cubicBezTo>
                      <a:pt x="1" y="774"/>
                      <a:pt x="215" y="989"/>
                      <a:pt x="489" y="989"/>
                    </a:cubicBezTo>
                    <a:cubicBezTo>
                      <a:pt x="763" y="989"/>
                      <a:pt x="989" y="774"/>
                      <a:pt x="989" y="500"/>
                    </a:cubicBezTo>
                    <a:cubicBezTo>
                      <a:pt x="989" y="227"/>
                      <a:pt x="763" y="0"/>
                      <a:pt x="4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34"/>
              <p:cNvSpPr/>
              <p:nvPr/>
            </p:nvSpPr>
            <p:spPr>
              <a:xfrm>
                <a:off x="4235050" y="4600"/>
                <a:ext cx="250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989" extrusionOk="0">
                    <a:moveTo>
                      <a:pt x="500" y="0"/>
                    </a:moveTo>
                    <a:cubicBezTo>
                      <a:pt x="226" y="0"/>
                      <a:pt x="0" y="227"/>
                      <a:pt x="0" y="500"/>
                    </a:cubicBezTo>
                    <a:cubicBezTo>
                      <a:pt x="0" y="774"/>
                      <a:pt x="226" y="989"/>
                      <a:pt x="500" y="989"/>
                    </a:cubicBezTo>
                    <a:cubicBezTo>
                      <a:pt x="774" y="989"/>
                      <a:pt x="1000" y="774"/>
                      <a:pt x="1000" y="500"/>
                    </a:cubicBezTo>
                    <a:cubicBezTo>
                      <a:pt x="1000" y="227"/>
                      <a:pt x="774" y="0"/>
                      <a:pt x="5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4" name="Google Shape;894;p34"/>
          <p:cNvGrpSpPr/>
          <p:nvPr/>
        </p:nvGrpSpPr>
        <p:grpSpPr>
          <a:xfrm rot="398693">
            <a:off x="5048010" y="151420"/>
            <a:ext cx="1088305" cy="866925"/>
            <a:chOff x="5784050" y="1584700"/>
            <a:chExt cx="294100" cy="234275"/>
          </a:xfrm>
        </p:grpSpPr>
        <p:sp>
          <p:nvSpPr>
            <p:cNvPr id="895" name="Google Shape;895;p34"/>
            <p:cNvSpPr/>
            <p:nvPr/>
          </p:nvSpPr>
          <p:spPr>
            <a:xfrm>
              <a:off x="5784050" y="1584850"/>
              <a:ext cx="294100" cy="233975"/>
            </a:xfrm>
            <a:custGeom>
              <a:avLst/>
              <a:gdLst/>
              <a:ahLst/>
              <a:cxnLst/>
              <a:rect l="l" t="t" r="r" b="b"/>
              <a:pathLst>
                <a:path w="11764" h="9359" extrusionOk="0">
                  <a:moveTo>
                    <a:pt x="3941" y="0"/>
                  </a:moveTo>
                  <a:lnTo>
                    <a:pt x="1203" y="2739"/>
                  </a:lnTo>
                  <a:lnTo>
                    <a:pt x="1203" y="3536"/>
                  </a:lnTo>
                  <a:lnTo>
                    <a:pt x="1143" y="3536"/>
                  </a:lnTo>
                  <a:cubicBezTo>
                    <a:pt x="512" y="3536"/>
                    <a:pt x="0" y="4048"/>
                    <a:pt x="0" y="4679"/>
                  </a:cubicBezTo>
                  <a:cubicBezTo>
                    <a:pt x="0" y="5310"/>
                    <a:pt x="512" y="5822"/>
                    <a:pt x="1143" y="5822"/>
                  </a:cubicBezTo>
                  <a:lnTo>
                    <a:pt x="1203" y="5822"/>
                  </a:lnTo>
                  <a:lnTo>
                    <a:pt x="1203" y="6620"/>
                  </a:lnTo>
                  <a:lnTo>
                    <a:pt x="3941" y="9359"/>
                  </a:lnTo>
                  <a:lnTo>
                    <a:pt x="7823" y="9359"/>
                  </a:lnTo>
                  <a:lnTo>
                    <a:pt x="10561" y="6620"/>
                  </a:lnTo>
                  <a:lnTo>
                    <a:pt x="10561" y="5822"/>
                  </a:lnTo>
                  <a:lnTo>
                    <a:pt x="10621" y="5822"/>
                  </a:lnTo>
                  <a:cubicBezTo>
                    <a:pt x="11252" y="5822"/>
                    <a:pt x="11764" y="5310"/>
                    <a:pt x="11764" y="4679"/>
                  </a:cubicBezTo>
                  <a:cubicBezTo>
                    <a:pt x="11764" y="4048"/>
                    <a:pt x="11252" y="3536"/>
                    <a:pt x="10621" y="3536"/>
                  </a:cubicBezTo>
                  <a:lnTo>
                    <a:pt x="10561" y="3536"/>
                  </a:lnTo>
                  <a:lnTo>
                    <a:pt x="10561" y="2739"/>
                  </a:lnTo>
                  <a:lnTo>
                    <a:pt x="7823" y="0"/>
                  </a:ln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96" name="Google Shape;896;p34"/>
            <p:cNvGrpSpPr/>
            <p:nvPr/>
          </p:nvGrpSpPr>
          <p:grpSpPr>
            <a:xfrm>
              <a:off x="5784050" y="1584700"/>
              <a:ext cx="294100" cy="234275"/>
              <a:chOff x="5784050" y="-104950"/>
              <a:chExt cx="294100" cy="234275"/>
            </a:xfrm>
          </p:grpSpPr>
          <p:sp>
            <p:nvSpPr>
              <p:cNvPr id="897" name="Google Shape;897;p34"/>
              <p:cNvSpPr/>
              <p:nvPr/>
            </p:nvSpPr>
            <p:spPr>
              <a:xfrm>
                <a:off x="5784050" y="-16550"/>
                <a:ext cx="57175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2287" h="2287" extrusionOk="0">
                    <a:moveTo>
                      <a:pt x="1143" y="1"/>
                    </a:moveTo>
                    <a:cubicBezTo>
                      <a:pt x="512" y="1"/>
                      <a:pt x="0" y="513"/>
                      <a:pt x="0" y="1144"/>
                    </a:cubicBezTo>
                    <a:cubicBezTo>
                      <a:pt x="0" y="1775"/>
                      <a:pt x="512" y="2287"/>
                      <a:pt x="1143" y="2287"/>
                    </a:cubicBezTo>
                    <a:cubicBezTo>
                      <a:pt x="1774" y="2287"/>
                      <a:pt x="2286" y="1775"/>
                      <a:pt x="2286" y="1144"/>
                    </a:cubicBezTo>
                    <a:cubicBezTo>
                      <a:pt x="2286" y="513"/>
                      <a:pt x="1774" y="1"/>
                      <a:pt x="114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34"/>
              <p:cNvSpPr/>
              <p:nvPr/>
            </p:nvSpPr>
            <p:spPr>
              <a:xfrm>
                <a:off x="6020675" y="-16550"/>
                <a:ext cx="57475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2299" h="2287" extrusionOk="0">
                    <a:moveTo>
                      <a:pt x="1156" y="1"/>
                    </a:moveTo>
                    <a:cubicBezTo>
                      <a:pt x="525" y="1"/>
                      <a:pt x="1" y="513"/>
                      <a:pt x="1" y="1144"/>
                    </a:cubicBezTo>
                    <a:cubicBezTo>
                      <a:pt x="1" y="1775"/>
                      <a:pt x="525" y="2287"/>
                      <a:pt x="1156" y="2287"/>
                    </a:cubicBezTo>
                    <a:cubicBezTo>
                      <a:pt x="1787" y="2287"/>
                      <a:pt x="2299" y="1775"/>
                      <a:pt x="2299" y="1144"/>
                    </a:cubicBezTo>
                    <a:cubicBezTo>
                      <a:pt x="2299" y="513"/>
                      <a:pt x="1787" y="1"/>
                      <a:pt x="11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34"/>
              <p:cNvSpPr/>
              <p:nvPr/>
            </p:nvSpPr>
            <p:spPr>
              <a:xfrm>
                <a:off x="5814100" y="-104950"/>
                <a:ext cx="234000" cy="234275"/>
              </a:xfrm>
              <a:custGeom>
                <a:avLst/>
                <a:gdLst/>
                <a:ahLst/>
                <a:cxnLst/>
                <a:rect l="l" t="t" r="r" b="b"/>
                <a:pathLst>
                  <a:path w="9360" h="9371" extrusionOk="0">
                    <a:moveTo>
                      <a:pt x="2739" y="1"/>
                    </a:moveTo>
                    <a:lnTo>
                      <a:pt x="1" y="2751"/>
                    </a:lnTo>
                    <a:lnTo>
                      <a:pt x="1" y="6621"/>
                    </a:lnTo>
                    <a:lnTo>
                      <a:pt x="2739" y="9371"/>
                    </a:lnTo>
                    <a:lnTo>
                      <a:pt x="6609" y="9371"/>
                    </a:lnTo>
                    <a:lnTo>
                      <a:pt x="9359" y="6621"/>
                    </a:lnTo>
                    <a:lnTo>
                      <a:pt x="9359" y="2751"/>
                    </a:lnTo>
                    <a:lnTo>
                      <a:pt x="660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34"/>
              <p:cNvSpPr/>
              <p:nvPr/>
            </p:nvSpPr>
            <p:spPr>
              <a:xfrm>
                <a:off x="5862025" y="-47800"/>
                <a:ext cx="137850" cy="138150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5526" extrusionOk="0">
                    <a:moveTo>
                      <a:pt x="2763" y="1"/>
                    </a:moveTo>
                    <a:cubicBezTo>
                      <a:pt x="1227" y="1"/>
                      <a:pt x="1" y="1239"/>
                      <a:pt x="1" y="2763"/>
                    </a:cubicBezTo>
                    <a:cubicBezTo>
                      <a:pt x="1" y="4287"/>
                      <a:pt x="1239" y="5525"/>
                      <a:pt x="2763" y="5525"/>
                    </a:cubicBezTo>
                    <a:cubicBezTo>
                      <a:pt x="4287" y="5525"/>
                      <a:pt x="5513" y="4287"/>
                      <a:pt x="5513" y="2763"/>
                    </a:cubicBezTo>
                    <a:cubicBezTo>
                      <a:pt x="5513" y="1239"/>
                      <a:pt x="4287" y="1"/>
                      <a:pt x="27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34"/>
              <p:cNvSpPr/>
              <p:nvPr/>
            </p:nvSpPr>
            <p:spPr>
              <a:xfrm>
                <a:off x="5877800" y="-31725"/>
                <a:ext cx="106300" cy="106300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4252" extrusionOk="0">
                    <a:moveTo>
                      <a:pt x="2132" y="1"/>
                    </a:moveTo>
                    <a:cubicBezTo>
                      <a:pt x="953" y="1"/>
                      <a:pt x="1" y="953"/>
                      <a:pt x="1" y="2120"/>
                    </a:cubicBezTo>
                    <a:cubicBezTo>
                      <a:pt x="1" y="3299"/>
                      <a:pt x="953" y="4251"/>
                      <a:pt x="2132" y="4251"/>
                    </a:cubicBezTo>
                    <a:cubicBezTo>
                      <a:pt x="3299" y="4251"/>
                      <a:pt x="4251" y="3299"/>
                      <a:pt x="4251" y="2120"/>
                    </a:cubicBezTo>
                    <a:cubicBezTo>
                      <a:pt x="4251" y="953"/>
                      <a:pt x="3299" y="1"/>
                      <a:pt x="21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34"/>
              <p:cNvSpPr/>
              <p:nvPr/>
            </p:nvSpPr>
            <p:spPr>
              <a:xfrm>
                <a:off x="5877800" y="6075"/>
                <a:ext cx="106300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2740" extrusionOk="0">
                    <a:moveTo>
                      <a:pt x="96" y="1"/>
                    </a:moveTo>
                    <a:cubicBezTo>
                      <a:pt x="36" y="203"/>
                      <a:pt x="1" y="394"/>
                      <a:pt x="1" y="608"/>
                    </a:cubicBezTo>
                    <a:cubicBezTo>
                      <a:pt x="1" y="1787"/>
                      <a:pt x="953" y="2739"/>
                      <a:pt x="2132" y="2739"/>
                    </a:cubicBezTo>
                    <a:cubicBezTo>
                      <a:pt x="3299" y="2739"/>
                      <a:pt x="4251" y="1787"/>
                      <a:pt x="4251" y="608"/>
                    </a:cubicBezTo>
                    <a:cubicBezTo>
                      <a:pt x="4251" y="406"/>
                      <a:pt x="4227" y="203"/>
                      <a:pt x="4168" y="1"/>
                    </a:cubicBezTo>
                    <a:cubicBezTo>
                      <a:pt x="3906" y="882"/>
                      <a:pt x="3096" y="1525"/>
                      <a:pt x="2132" y="1525"/>
                    </a:cubicBezTo>
                    <a:cubicBezTo>
                      <a:pt x="1168" y="1525"/>
                      <a:pt x="346" y="882"/>
                      <a:pt x="9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4" name="Google Shape;833;p34"/>
          <p:cNvSpPr/>
          <p:nvPr/>
        </p:nvSpPr>
        <p:spPr>
          <a:xfrm>
            <a:off x="3266247" y="2502739"/>
            <a:ext cx="2615400" cy="1624200"/>
          </a:xfrm>
          <a:prstGeom prst="roundRect">
            <a:avLst>
              <a:gd name="adj" fmla="val 392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846;p34"/>
          <p:cNvSpPr txBox="1">
            <a:spLocks noGrp="1"/>
          </p:cNvSpPr>
          <p:nvPr>
            <p:ph type="title" idx="14"/>
          </p:nvPr>
        </p:nvSpPr>
        <p:spPr>
          <a:xfrm>
            <a:off x="5129547" y="2355726"/>
            <a:ext cx="7521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6" name="Google Shape;838;p34"/>
          <p:cNvSpPr txBox="1">
            <a:spLocks noGrp="1"/>
          </p:cNvSpPr>
          <p:nvPr>
            <p:ph type="title" idx="3"/>
          </p:nvPr>
        </p:nvSpPr>
        <p:spPr>
          <a:xfrm>
            <a:off x="3269264" y="3599239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CIRCUIT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36"/>
          <p:cNvSpPr txBox="1">
            <a:spLocks noGrp="1"/>
          </p:cNvSpPr>
          <p:nvPr>
            <p:ph type="title"/>
          </p:nvPr>
        </p:nvSpPr>
        <p:spPr>
          <a:xfrm>
            <a:off x="1902470" y="1483434"/>
            <a:ext cx="5237857" cy="20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components</a:t>
            </a:r>
            <a:endParaRPr dirty="0"/>
          </a:p>
        </p:txBody>
      </p:sp>
      <p:grpSp>
        <p:nvGrpSpPr>
          <p:cNvPr id="1143" name="Google Shape;1143;p36"/>
          <p:cNvGrpSpPr/>
          <p:nvPr/>
        </p:nvGrpSpPr>
        <p:grpSpPr>
          <a:xfrm rot="-807566">
            <a:off x="471395" y="2946878"/>
            <a:ext cx="1827102" cy="2315108"/>
            <a:chOff x="4700075" y="3262363"/>
            <a:chExt cx="560525" cy="710238"/>
          </a:xfrm>
        </p:grpSpPr>
        <p:sp>
          <p:nvSpPr>
            <p:cNvPr id="1144" name="Google Shape;1144;p36"/>
            <p:cNvSpPr/>
            <p:nvPr/>
          </p:nvSpPr>
          <p:spPr>
            <a:xfrm>
              <a:off x="4700075" y="3262375"/>
              <a:ext cx="560525" cy="710225"/>
            </a:xfrm>
            <a:custGeom>
              <a:avLst/>
              <a:gdLst/>
              <a:ahLst/>
              <a:cxnLst/>
              <a:rect l="l" t="t" r="r" b="b"/>
              <a:pathLst>
                <a:path w="22421" h="28409" extrusionOk="0">
                  <a:moveTo>
                    <a:pt x="6728" y="0"/>
                  </a:moveTo>
                  <a:cubicBezTo>
                    <a:pt x="6121" y="0"/>
                    <a:pt x="5632" y="488"/>
                    <a:pt x="5632" y="1084"/>
                  </a:cubicBezTo>
                  <a:lnTo>
                    <a:pt x="5632" y="3000"/>
                  </a:lnTo>
                  <a:cubicBezTo>
                    <a:pt x="5394" y="3012"/>
                    <a:pt x="5204" y="3215"/>
                    <a:pt x="5204" y="3465"/>
                  </a:cubicBezTo>
                  <a:lnTo>
                    <a:pt x="5204" y="3953"/>
                  </a:lnTo>
                  <a:lnTo>
                    <a:pt x="4716" y="3953"/>
                  </a:lnTo>
                  <a:lnTo>
                    <a:pt x="4716" y="4286"/>
                  </a:lnTo>
                  <a:lnTo>
                    <a:pt x="3263" y="4286"/>
                  </a:lnTo>
                  <a:cubicBezTo>
                    <a:pt x="3120" y="3834"/>
                    <a:pt x="2692" y="3501"/>
                    <a:pt x="2192" y="3501"/>
                  </a:cubicBezTo>
                  <a:cubicBezTo>
                    <a:pt x="1584" y="3501"/>
                    <a:pt x="1084" y="4001"/>
                    <a:pt x="1084" y="4608"/>
                  </a:cubicBezTo>
                  <a:cubicBezTo>
                    <a:pt x="1084" y="5227"/>
                    <a:pt x="1572" y="5727"/>
                    <a:pt x="2192" y="5727"/>
                  </a:cubicBezTo>
                  <a:cubicBezTo>
                    <a:pt x="2692" y="5727"/>
                    <a:pt x="3108" y="5406"/>
                    <a:pt x="3251" y="4953"/>
                  </a:cubicBezTo>
                  <a:lnTo>
                    <a:pt x="4716" y="4953"/>
                  </a:lnTo>
                  <a:lnTo>
                    <a:pt x="4716" y="5298"/>
                  </a:lnTo>
                  <a:lnTo>
                    <a:pt x="5192" y="5298"/>
                  </a:lnTo>
                  <a:lnTo>
                    <a:pt x="5192" y="5727"/>
                  </a:lnTo>
                  <a:cubicBezTo>
                    <a:pt x="5192" y="5977"/>
                    <a:pt x="5394" y="6179"/>
                    <a:pt x="5632" y="6191"/>
                  </a:cubicBezTo>
                  <a:lnTo>
                    <a:pt x="5632" y="8394"/>
                  </a:lnTo>
                  <a:cubicBezTo>
                    <a:pt x="5632" y="8989"/>
                    <a:pt x="6121" y="9477"/>
                    <a:pt x="6728" y="9477"/>
                  </a:cubicBezTo>
                  <a:lnTo>
                    <a:pt x="9300" y="9477"/>
                  </a:lnTo>
                  <a:lnTo>
                    <a:pt x="9300" y="10323"/>
                  </a:lnTo>
                  <a:lnTo>
                    <a:pt x="4442" y="10323"/>
                  </a:lnTo>
                  <a:lnTo>
                    <a:pt x="4442" y="11216"/>
                  </a:lnTo>
                  <a:lnTo>
                    <a:pt x="4442" y="11966"/>
                  </a:lnTo>
                  <a:lnTo>
                    <a:pt x="4442" y="12013"/>
                  </a:lnTo>
                  <a:lnTo>
                    <a:pt x="5609" y="12013"/>
                  </a:lnTo>
                  <a:cubicBezTo>
                    <a:pt x="5251" y="12204"/>
                    <a:pt x="4906" y="12430"/>
                    <a:pt x="4585" y="12692"/>
                  </a:cubicBezTo>
                  <a:cubicBezTo>
                    <a:pt x="4358" y="12871"/>
                    <a:pt x="4132" y="13061"/>
                    <a:pt x="3930" y="13264"/>
                  </a:cubicBezTo>
                  <a:cubicBezTo>
                    <a:pt x="3739" y="13454"/>
                    <a:pt x="3573" y="13645"/>
                    <a:pt x="3418" y="13847"/>
                  </a:cubicBezTo>
                  <a:cubicBezTo>
                    <a:pt x="3037" y="14323"/>
                    <a:pt x="2739" y="14823"/>
                    <a:pt x="2513" y="15359"/>
                  </a:cubicBezTo>
                  <a:cubicBezTo>
                    <a:pt x="2275" y="15895"/>
                    <a:pt x="2108" y="16466"/>
                    <a:pt x="1977" y="17050"/>
                  </a:cubicBezTo>
                  <a:cubicBezTo>
                    <a:pt x="1846" y="17681"/>
                    <a:pt x="1775" y="18324"/>
                    <a:pt x="1727" y="18979"/>
                  </a:cubicBezTo>
                  <a:cubicBezTo>
                    <a:pt x="1680" y="19610"/>
                    <a:pt x="1668" y="20241"/>
                    <a:pt x="1668" y="20872"/>
                  </a:cubicBezTo>
                  <a:cubicBezTo>
                    <a:pt x="1668" y="20979"/>
                    <a:pt x="1668" y="21098"/>
                    <a:pt x="1668" y="21205"/>
                  </a:cubicBezTo>
                  <a:cubicBezTo>
                    <a:pt x="715" y="21443"/>
                    <a:pt x="1" y="22300"/>
                    <a:pt x="1" y="23336"/>
                  </a:cubicBezTo>
                  <a:lnTo>
                    <a:pt x="1" y="24848"/>
                  </a:lnTo>
                  <a:lnTo>
                    <a:pt x="1168" y="24848"/>
                  </a:lnTo>
                  <a:lnTo>
                    <a:pt x="1168" y="23324"/>
                  </a:lnTo>
                  <a:cubicBezTo>
                    <a:pt x="1168" y="22765"/>
                    <a:pt x="1632" y="22300"/>
                    <a:pt x="2192" y="22300"/>
                  </a:cubicBezTo>
                  <a:cubicBezTo>
                    <a:pt x="2763" y="22300"/>
                    <a:pt x="3227" y="22765"/>
                    <a:pt x="3227" y="23324"/>
                  </a:cubicBezTo>
                  <a:lnTo>
                    <a:pt x="3227" y="24836"/>
                  </a:lnTo>
                  <a:lnTo>
                    <a:pt x="4394" y="24836"/>
                  </a:lnTo>
                  <a:lnTo>
                    <a:pt x="4394" y="23324"/>
                  </a:lnTo>
                  <a:cubicBezTo>
                    <a:pt x="4394" y="22336"/>
                    <a:pt x="3739" y="21503"/>
                    <a:pt x="2834" y="21229"/>
                  </a:cubicBezTo>
                  <a:lnTo>
                    <a:pt x="2834" y="20860"/>
                  </a:lnTo>
                  <a:cubicBezTo>
                    <a:pt x="2834" y="20276"/>
                    <a:pt x="2846" y="19681"/>
                    <a:pt x="2882" y="19098"/>
                  </a:cubicBezTo>
                  <a:cubicBezTo>
                    <a:pt x="2918" y="18526"/>
                    <a:pt x="2989" y="17967"/>
                    <a:pt x="3096" y="17419"/>
                  </a:cubicBezTo>
                  <a:cubicBezTo>
                    <a:pt x="3215" y="16859"/>
                    <a:pt x="3382" y="16300"/>
                    <a:pt x="3620" y="15776"/>
                  </a:cubicBezTo>
                  <a:cubicBezTo>
                    <a:pt x="3811" y="15347"/>
                    <a:pt x="4061" y="14942"/>
                    <a:pt x="4358" y="14549"/>
                  </a:cubicBezTo>
                  <a:cubicBezTo>
                    <a:pt x="4478" y="14395"/>
                    <a:pt x="4609" y="14240"/>
                    <a:pt x="4751" y="14085"/>
                  </a:cubicBezTo>
                  <a:cubicBezTo>
                    <a:pt x="4906" y="13930"/>
                    <a:pt x="5061" y="13787"/>
                    <a:pt x="5228" y="13657"/>
                  </a:cubicBezTo>
                  <a:cubicBezTo>
                    <a:pt x="5430" y="13478"/>
                    <a:pt x="5656" y="13323"/>
                    <a:pt x="5882" y="13180"/>
                  </a:cubicBezTo>
                  <a:lnTo>
                    <a:pt x="5882" y="20872"/>
                  </a:lnTo>
                  <a:lnTo>
                    <a:pt x="7406" y="20872"/>
                  </a:lnTo>
                  <a:cubicBezTo>
                    <a:pt x="7335" y="21015"/>
                    <a:pt x="7276" y="21169"/>
                    <a:pt x="7216" y="21324"/>
                  </a:cubicBezTo>
                  <a:cubicBezTo>
                    <a:pt x="7014" y="21872"/>
                    <a:pt x="6883" y="22455"/>
                    <a:pt x="6811" y="23062"/>
                  </a:cubicBezTo>
                  <a:cubicBezTo>
                    <a:pt x="6740" y="23562"/>
                    <a:pt x="6704" y="24074"/>
                    <a:pt x="6704" y="24575"/>
                  </a:cubicBezTo>
                  <a:cubicBezTo>
                    <a:pt x="6692" y="25086"/>
                    <a:pt x="6716" y="25587"/>
                    <a:pt x="6752" y="26051"/>
                  </a:cubicBezTo>
                  <a:cubicBezTo>
                    <a:pt x="6573" y="26229"/>
                    <a:pt x="6454" y="26480"/>
                    <a:pt x="6454" y="26753"/>
                  </a:cubicBezTo>
                  <a:lnTo>
                    <a:pt x="6454" y="26968"/>
                  </a:lnTo>
                  <a:lnTo>
                    <a:pt x="4132" y="26968"/>
                  </a:lnTo>
                  <a:lnTo>
                    <a:pt x="4132" y="27682"/>
                  </a:lnTo>
                  <a:lnTo>
                    <a:pt x="4132" y="28396"/>
                  </a:lnTo>
                  <a:lnTo>
                    <a:pt x="4132" y="28408"/>
                  </a:lnTo>
                  <a:lnTo>
                    <a:pt x="8776" y="28408"/>
                  </a:lnTo>
                  <a:lnTo>
                    <a:pt x="8776" y="28396"/>
                  </a:lnTo>
                  <a:lnTo>
                    <a:pt x="8776" y="27682"/>
                  </a:lnTo>
                  <a:lnTo>
                    <a:pt x="8776" y="26968"/>
                  </a:lnTo>
                  <a:lnTo>
                    <a:pt x="8395" y="26968"/>
                  </a:lnTo>
                  <a:lnTo>
                    <a:pt x="8395" y="26753"/>
                  </a:lnTo>
                  <a:cubicBezTo>
                    <a:pt x="8395" y="26432"/>
                    <a:pt x="8240" y="26146"/>
                    <a:pt x="8002" y="25968"/>
                  </a:cubicBezTo>
                  <a:cubicBezTo>
                    <a:pt x="8002" y="25944"/>
                    <a:pt x="7990" y="25920"/>
                    <a:pt x="7990" y="25896"/>
                  </a:cubicBezTo>
                  <a:cubicBezTo>
                    <a:pt x="7954" y="25456"/>
                    <a:pt x="7942" y="25015"/>
                    <a:pt x="7954" y="24586"/>
                  </a:cubicBezTo>
                  <a:cubicBezTo>
                    <a:pt x="7966" y="24051"/>
                    <a:pt x="8014" y="23515"/>
                    <a:pt x="8109" y="22991"/>
                  </a:cubicBezTo>
                  <a:cubicBezTo>
                    <a:pt x="8121" y="22908"/>
                    <a:pt x="8133" y="22824"/>
                    <a:pt x="8157" y="22741"/>
                  </a:cubicBezTo>
                  <a:cubicBezTo>
                    <a:pt x="8228" y="22360"/>
                    <a:pt x="8335" y="21979"/>
                    <a:pt x="8478" y="21610"/>
                  </a:cubicBezTo>
                  <a:cubicBezTo>
                    <a:pt x="8585" y="21348"/>
                    <a:pt x="8704" y="21098"/>
                    <a:pt x="8859" y="20872"/>
                  </a:cubicBezTo>
                  <a:lnTo>
                    <a:pt x="13443" y="20872"/>
                  </a:lnTo>
                  <a:cubicBezTo>
                    <a:pt x="13633" y="21098"/>
                    <a:pt x="13788" y="21348"/>
                    <a:pt x="13919" y="21610"/>
                  </a:cubicBezTo>
                  <a:cubicBezTo>
                    <a:pt x="13979" y="21717"/>
                    <a:pt x="14038" y="21836"/>
                    <a:pt x="14086" y="21955"/>
                  </a:cubicBezTo>
                  <a:cubicBezTo>
                    <a:pt x="14205" y="22289"/>
                    <a:pt x="14312" y="22646"/>
                    <a:pt x="14384" y="22991"/>
                  </a:cubicBezTo>
                  <a:cubicBezTo>
                    <a:pt x="14491" y="23515"/>
                    <a:pt x="14550" y="24051"/>
                    <a:pt x="14550" y="24586"/>
                  </a:cubicBezTo>
                  <a:cubicBezTo>
                    <a:pt x="14562" y="25027"/>
                    <a:pt x="14526" y="25479"/>
                    <a:pt x="14467" y="25908"/>
                  </a:cubicBezTo>
                  <a:cubicBezTo>
                    <a:pt x="14467" y="25920"/>
                    <a:pt x="14455" y="25932"/>
                    <a:pt x="14455" y="25944"/>
                  </a:cubicBezTo>
                  <a:cubicBezTo>
                    <a:pt x="14205" y="26122"/>
                    <a:pt x="14026" y="26420"/>
                    <a:pt x="14026" y="26753"/>
                  </a:cubicBezTo>
                  <a:lnTo>
                    <a:pt x="14026" y="26980"/>
                  </a:lnTo>
                  <a:lnTo>
                    <a:pt x="13693" y="26980"/>
                  </a:lnTo>
                  <a:lnTo>
                    <a:pt x="13693" y="27694"/>
                  </a:lnTo>
                  <a:lnTo>
                    <a:pt x="13693" y="28408"/>
                  </a:lnTo>
                  <a:lnTo>
                    <a:pt x="18336" y="28408"/>
                  </a:lnTo>
                  <a:lnTo>
                    <a:pt x="18336" y="27694"/>
                  </a:lnTo>
                  <a:lnTo>
                    <a:pt x="18336" y="26980"/>
                  </a:lnTo>
                  <a:lnTo>
                    <a:pt x="15967" y="26980"/>
                  </a:lnTo>
                  <a:lnTo>
                    <a:pt x="15967" y="26753"/>
                  </a:lnTo>
                  <a:cubicBezTo>
                    <a:pt x="15967" y="26491"/>
                    <a:pt x="15860" y="26253"/>
                    <a:pt x="15693" y="26075"/>
                  </a:cubicBezTo>
                  <a:cubicBezTo>
                    <a:pt x="15753" y="25598"/>
                    <a:pt x="15777" y="25098"/>
                    <a:pt x="15765" y="24586"/>
                  </a:cubicBezTo>
                  <a:cubicBezTo>
                    <a:pt x="15753" y="24074"/>
                    <a:pt x="15705" y="23562"/>
                    <a:pt x="15622" y="23062"/>
                  </a:cubicBezTo>
                  <a:cubicBezTo>
                    <a:pt x="15515" y="22467"/>
                    <a:pt x="15360" y="21884"/>
                    <a:pt x="15134" y="21336"/>
                  </a:cubicBezTo>
                  <a:cubicBezTo>
                    <a:pt x="15062" y="21181"/>
                    <a:pt x="14991" y="21026"/>
                    <a:pt x="14907" y="20872"/>
                  </a:cubicBezTo>
                  <a:lnTo>
                    <a:pt x="16586" y="20872"/>
                  </a:lnTo>
                  <a:lnTo>
                    <a:pt x="16586" y="13204"/>
                  </a:lnTo>
                  <a:cubicBezTo>
                    <a:pt x="16812" y="13347"/>
                    <a:pt x="17027" y="13502"/>
                    <a:pt x="17241" y="13668"/>
                  </a:cubicBezTo>
                  <a:cubicBezTo>
                    <a:pt x="17408" y="13799"/>
                    <a:pt x="17563" y="13942"/>
                    <a:pt x="17717" y="14097"/>
                  </a:cubicBezTo>
                  <a:cubicBezTo>
                    <a:pt x="17860" y="14240"/>
                    <a:pt x="17991" y="14395"/>
                    <a:pt x="18122" y="14549"/>
                  </a:cubicBezTo>
                  <a:cubicBezTo>
                    <a:pt x="18432" y="14930"/>
                    <a:pt x="18682" y="15347"/>
                    <a:pt x="18872" y="15776"/>
                  </a:cubicBezTo>
                  <a:cubicBezTo>
                    <a:pt x="19110" y="16300"/>
                    <a:pt x="19277" y="16847"/>
                    <a:pt x="19384" y="17419"/>
                  </a:cubicBezTo>
                  <a:cubicBezTo>
                    <a:pt x="19491" y="17967"/>
                    <a:pt x="19551" y="18538"/>
                    <a:pt x="19587" y="19098"/>
                  </a:cubicBezTo>
                  <a:cubicBezTo>
                    <a:pt x="19622" y="19693"/>
                    <a:pt x="19634" y="20288"/>
                    <a:pt x="19634" y="20872"/>
                  </a:cubicBezTo>
                  <a:lnTo>
                    <a:pt x="19634" y="21217"/>
                  </a:lnTo>
                  <a:cubicBezTo>
                    <a:pt x="18706" y="21479"/>
                    <a:pt x="18027" y="22324"/>
                    <a:pt x="18027" y="23336"/>
                  </a:cubicBezTo>
                  <a:lnTo>
                    <a:pt x="18027" y="24848"/>
                  </a:lnTo>
                  <a:lnTo>
                    <a:pt x="19194" y="24848"/>
                  </a:lnTo>
                  <a:lnTo>
                    <a:pt x="19194" y="23324"/>
                  </a:lnTo>
                  <a:cubicBezTo>
                    <a:pt x="19194" y="22765"/>
                    <a:pt x="19658" y="22300"/>
                    <a:pt x="20218" y="22300"/>
                  </a:cubicBezTo>
                  <a:cubicBezTo>
                    <a:pt x="20789" y="22300"/>
                    <a:pt x="21242" y="22765"/>
                    <a:pt x="21242" y="23324"/>
                  </a:cubicBezTo>
                  <a:lnTo>
                    <a:pt x="21242" y="24836"/>
                  </a:lnTo>
                  <a:lnTo>
                    <a:pt x="22420" y="24836"/>
                  </a:lnTo>
                  <a:lnTo>
                    <a:pt x="22420" y="23324"/>
                  </a:lnTo>
                  <a:cubicBezTo>
                    <a:pt x="22408" y="22324"/>
                    <a:pt x="21730" y="21467"/>
                    <a:pt x="20801" y="21217"/>
                  </a:cubicBezTo>
                  <a:cubicBezTo>
                    <a:pt x="20801" y="21098"/>
                    <a:pt x="20801" y="20979"/>
                    <a:pt x="20801" y="20860"/>
                  </a:cubicBezTo>
                  <a:cubicBezTo>
                    <a:pt x="20801" y="20229"/>
                    <a:pt x="20777" y="19598"/>
                    <a:pt x="20730" y="18979"/>
                  </a:cubicBezTo>
                  <a:cubicBezTo>
                    <a:pt x="20682" y="18324"/>
                    <a:pt x="20611" y="17681"/>
                    <a:pt x="20468" y="17050"/>
                  </a:cubicBezTo>
                  <a:cubicBezTo>
                    <a:pt x="20349" y="16478"/>
                    <a:pt x="20170" y="15907"/>
                    <a:pt x="19932" y="15359"/>
                  </a:cubicBezTo>
                  <a:cubicBezTo>
                    <a:pt x="19706" y="14835"/>
                    <a:pt x="19408" y="14335"/>
                    <a:pt x="19039" y="13847"/>
                  </a:cubicBezTo>
                  <a:cubicBezTo>
                    <a:pt x="18884" y="13657"/>
                    <a:pt x="18717" y="13454"/>
                    <a:pt x="18539" y="13264"/>
                  </a:cubicBezTo>
                  <a:cubicBezTo>
                    <a:pt x="18336" y="13049"/>
                    <a:pt x="18122" y="12859"/>
                    <a:pt x="17896" y="12668"/>
                  </a:cubicBezTo>
                  <a:cubicBezTo>
                    <a:pt x="17574" y="12418"/>
                    <a:pt x="17241" y="12204"/>
                    <a:pt x="16896" y="12013"/>
                  </a:cubicBezTo>
                  <a:lnTo>
                    <a:pt x="18027" y="12013"/>
                  </a:lnTo>
                  <a:lnTo>
                    <a:pt x="18027" y="11966"/>
                  </a:lnTo>
                  <a:lnTo>
                    <a:pt x="18027" y="11216"/>
                  </a:lnTo>
                  <a:lnTo>
                    <a:pt x="18027" y="10323"/>
                  </a:lnTo>
                  <a:lnTo>
                    <a:pt x="13169" y="10323"/>
                  </a:lnTo>
                  <a:lnTo>
                    <a:pt x="13169" y="9477"/>
                  </a:lnTo>
                  <a:lnTo>
                    <a:pt x="15741" y="9477"/>
                  </a:lnTo>
                  <a:cubicBezTo>
                    <a:pt x="16336" y="9477"/>
                    <a:pt x="16824" y="8989"/>
                    <a:pt x="16824" y="8394"/>
                  </a:cubicBezTo>
                  <a:lnTo>
                    <a:pt x="16824" y="6191"/>
                  </a:lnTo>
                  <a:cubicBezTo>
                    <a:pt x="17086" y="6191"/>
                    <a:pt x="17289" y="5989"/>
                    <a:pt x="17289" y="5727"/>
                  </a:cubicBezTo>
                  <a:lnTo>
                    <a:pt x="17289" y="5227"/>
                  </a:lnTo>
                  <a:lnTo>
                    <a:pt x="17765" y="5227"/>
                  </a:lnTo>
                  <a:lnTo>
                    <a:pt x="17765" y="4894"/>
                  </a:lnTo>
                  <a:lnTo>
                    <a:pt x="19229" y="4894"/>
                  </a:lnTo>
                  <a:cubicBezTo>
                    <a:pt x="19360" y="5358"/>
                    <a:pt x="19789" y="5691"/>
                    <a:pt x="20289" y="5691"/>
                  </a:cubicBezTo>
                  <a:cubicBezTo>
                    <a:pt x="20908" y="5691"/>
                    <a:pt x="21408" y="5191"/>
                    <a:pt x="21408" y="4572"/>
                  </a:cubicBezTo>
                  <a:cubicBezTo>
                    <a:pt x="21408" y="3965"/>
                    <a:pt x="20908" y="3465"/>
                    <a:pt x="20289" y="3465"/>
                  </a:cubicBezTo>
                  <a:cubicBezTo>
                    <a:pt x="19801" y="3465"/>
                    <a:pt x="19372" y="3786"/>
                    <a:pt x="19229" y="4239"/>
                  </a:cubicBezTo>
                  <a:lnTo>
                    <a:pt x="17765" y="4239"/>
                  </a:lnTo>
                  <a:lnTo>
                    <a:pt x="17765" y="3893"/>
                  </a:lnTo>
                  <a:lnTo>
                    <a:pt x="17289" y="3893"/>
                  </a:lnTo>
                  <a:lnTo>
                    <a:pt x="17289" y="3465"/>
                  </a:lnTo>
                  <a:cubicBezTo>
                    <a:pt x="17289" y="3203"/>
                    <a:pt x="17086" y="3000"/>
                    <a:pt x="16824" y="3000"/>
                  </a:cubicBezTo>
                  <a:lnTo>
                    <a:pt x="16824" y="1084"/>
                  </a:lnTo>
                  <a:cubicBezTo>
                    <a:pt x="16824" y="488"/>
                    <a:pt x="16336" y="0"/>
                    <a:pt x="15741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5" name="Google Shape;1145;p36"/>
            <p:cNvGrpSpPr/>
            <p:nvPr/>
          </p:nvGrpSpPr>
          <p:grpSpPr>
            <a:xfrm>
              <a:off x="4700075" y="3262363"/>
              <a:ext cx="560225" cy="709950"/>
              <a:chOff x="556300" y="1021375"/>
              <a:chExt cx="560225" cy="709950"/>
            </a:xfrm>
          </p:grpSpPr>
          <p:sp>
            <p:nvSpPr>
              <p:cNvPr id="1146" name="Google Shape;1146;p36"/>
              <p:cNvSpPr/>
              <p:nvPr/>
            </p:nvSpPr>
            <p:spPr>
              <a:xfrm>
                <a:off x="837000" y="1292525"/>
                <a:ext cx="166700" cy="70600"/>
              </a:xfrm>
              <a:custGeom>
                <a:avLst/>
                <a:gdLst/>
                <a:ahLst/>
                <a:cxnLst/>
                <a:rect l="l" t="t" r="r" b="b"/>
                <a:pathLst>
                  <a:path w="6668" h="2824" extrusionOk="0">
                    <a:moveTo>
                      <a:pt x="207" y="0"/>
                    </a:moveTo>
                    <a:cubicBezTo>
                      <a:pt x="138" y="0"/>
                      <a:pt x="69" y="1"/>
                      <a:pt x="0" y="2"/>
                    </a:cubicBezTo>
                    <a:lnTo>
                      <a:pt x="412" y="2"/>
                    </a:lnTo>
                    <a:cubicBezTo>
                      <a:pt x="343" y="1"/>
                      <a:pt x="275" y="0"/>
                      <a:pt x="207" y="0"/>
                    </a:cubicBezTo>
                    <a:close/>
                    <a:moveTo>
                      <a:pt x="412" y="2"/>
                    </a:moveTo>
                    <a:cubicBezTo>
                      <a:pt x="425" y="2"/>
                      <a:pt x="439" y="2"/>
                      <a:pt x="452" y="2"/>
                    </a:cubicBezTo>
                    <a:lnTo>
                      <a:pt x="452" y="2"/>
                    </a:lnTo>
                    <a:cubicBezTo>
                      <a:pt x="449" y="2"/>
                      <a:pt x="445" y="2"/>
                      <a:pt x="441" y="2"/>
                    </a:cubicBezTo>
                    <a:close/>
                    <a:moveTo>
                      <a:pt x="452" y="2"/>
                    </a:moveTo>
                    <a:cubicBezTo>
                      <a:pt x="1156" y="37"/>
                      <a:pt x="1188" y="1085"/>
                      <a:pt x="548" y="1168"/>
                    </a:cubicBezTo>
                    <a:cubicBezTo>
                      <a:pt x="2513" y="1204"/>
                      <a:pt x="4477" y="1573"/>
                      <a:pt x="6013" y="2823"/>
                    </a:cubicBezTo>
                    <a:lnTo>
                      <a:pt x="6668" y="1823"/>
                    </a:lnTo>
                    <a:cubicBezTo>
                      <a:pt x="4941" y="442"/>
                      <a:pt x="2651" y="30"/>
                      <a:pt x="452" y="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36"/>
              <p:cNvSpPr/>
              <p:nvPr/>
            </p:nvSpPr>
            <p:spPr>
              <a:xfrm>
                <a:off x="987325" y="1338100"/>
                <a:ext cx="449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1870" extrusionOk="0">
                    <a:moveTo>
                      <a:pt x="655" y="0"/>
                    </a:moveTo>
                    <a:lnTo>
                      <a:pt x="0" y="988"/>
                    </a:lnTo>
                    <a:cubicBezTo>
                      <a:pt x="167" y="1119"/>
                      <a:pt x="322" y="1262"/>
                      <a:pt x="476" y="1417"/>
                    </a:cubicBezTo>
                    <a:cubicBezTo>
                      <a:pt x="619" y="1560"/>
                      <a:pt x="750" y="1715"/>
                      <a:pt x="881" y="1869"/>
                    </a:cubicBezTo>
                    <a:lnTo>
                      <a:pt x="1798" y="1179"/>
                    </a:lnTo>
                    <a:cubicBezTo>
                      <a:pt x="1643" y="988"/>
                      <a:pt x="1476" y="786"/>
                      <a:pt x="1298" y="595"/>
                    </a:cubicBezTo>
                    <a:cubicBezTo>
                      <a:pt x="1095" y="381"/>
                      <a:pt x="881" y="179"/>
                      <a:pt x="6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36"/>
              <p:cNvSpPr/>
              <p:nvPr/>
            </p:nvSpPr>
            <p:spPr>
              <a:xfrm>
                <a:off x="1009350" y="1367550"/>
                <a:ext cx="45250" cy="47950"/>
              </a:xfrm>
              <a:custGeom>
                <a:avLst/>
                <a:gdLst/>
                <a:ahLst/>
                <a:cxnLst/>
                <a:rect l="l" t="t" r="r" b="b"/>
                <a:pathLst>
                  <a:path w="1810" h="1918" extrusionOk="0">
                    <a:moveTo>
                      <a:pt x="917" y="1"/>
                    </a:moveTo>
                    <a:lnTo>
                      <a:pt x="0" y="691"/>
                    </a:lnTo>
                    <a:cubicBezTo>
                      <a:pt x="310" y="1084"/>
                      <a:pt x="548" y="1489"/>
                      <a:pt x="750" y="1918"/>
                    </a:cubicBezTo>
                    <a:lnTo>
                      <a:pt x="1810" y="1513"/>
                    </a:lnTo>
                    <a:cubicBezTo>
                      <a:pt x="1584" y="989"/>
                      <a:pt x="1286" y="489"/>
                      <a:pt x="9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36"/>
              <p:cNvSpPr/>
              <p:nvPr/>
            </p:nvSpPr>
            <p:spPr>
              <a:xfrm>
                <a:off x="823600" y="1321725"/>
                <a:ext cx="137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49" h="13" extrusionOk="0">
                    <a:moveTo>
                      <a:pt x="1" y="0"/>
                    </a:moveTo>
                    <a:cubicBezTo>
                      <a:pt x="36" y="0"/>
                      <a:pt x="72" y="12"/>
                      <a:pt x="108" y="12"/>
                    </a:cubicBezTo>
                    <a:cubicBezTo>
                      <a:pt x="251" y="0"/>
                      <a:pt x="405" y="0"/>
                      <a:pt x="548" y="0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6"/>
              <p:cNvSpPr/>
              <p:nvPr/>
            </p:nvSpPr>
            <p:spPr>
              <a:xfrm>
                <a:off x="1028100" y="1405350"/>
                <a:ext cx="39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2061" extrusionOk="0">
                    <a:moveTo>
                      <a:pt x="1060" y="1"/>
                    </a:moveTo>
                    <a:lnTo>
                      <a:pt x="0" y="406"/>
                    </a:lnTo>
                    <a:cubicBezTo>
                      <a:pt x="238" y="942"/>
                      <a:pt x="405" y="1489"/>
                      <a:pt x="512" y="2061"/>
                    </a:cubicBezTo>
                    <a:lnTo>
                      <a:pt x="1596" y="1692"/>
                    </a:lnTo>
                    <a:cubicBezTo>
                      <a:pt x="1477" y="1108"/>
                      <a:pt x="1298" y="549"/>
                      <a:pt x="10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6"/>
              <p:cNvSpPr/>
              <p:nvPr/>
            </p:nvSpPr>
            <p:spPr>
              <a:xfrm>
                <a:off x="1047150" y="1542875"/>
                <a:ext cx="29175" cy="31875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1275" extrusionOk="0">
                    <a:moveTo>
                      <a:pt x="0" y="1"/>
                    </a:moveTo>
                    <a:lnTo>
                      <a:pt x="0" y="703"/>
                    </a:lnTo>
                    <a:cubicBezTo>
                      <a:pt x="0" y="1084"/>
                      <a:pt x="292" y="1275"/>
                      <a:pt x="584" y="1275"/>
                    </a:cubicBezTo>
                    <a:cubicBezTo>
                      <a:pt x="875" y="1275"/>
                      <a:pt x="1167" y="1084"/>
                      <a:pt x="1167" y="703"/>
                    </a:cubicBezTo>
                    <a:cubicBezTo>
                      <a:pt x="1167" y="477"/>
                      <a:pt x="1167" y="239"/>
                      <a:pt x="11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36"/>
              <p:cNvSpPr/>
              <p:nvPr/>
            </p:nvSpPr>
            <p:spPr>
              <a:xfrm>
                <a:off x="1045950" y="1495850"/>
                <a:ext cx="303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1882" extrusionOk="0">
                    <a:moveTo>
                      <a:pt x="1155" y="0"/>
                    </a:moveTo>
                    <a:lnTo>
                      <a:pt x="1" y="120"/>
                    </a:lnTo>
                    <a:cubicBezTo>
                      <a:pt x="36" y="703"/>
                      <a:pt x="48" y="1298"/>
                      <a:pt x="48" y="1882"/>
                    </a:cubicBezTo>
                    <a:lnTo>
                      <a:pt x="1215" y="1882"/>
                    </a:lnTo>
                    <a:cubicBezTo>
                      <a:pt x="1215" y="1251"/>
                      <a:pt x="1191" y="620"/>
                      <a:pt x="11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36"/>
              <p:cNvSpPr/>
              <p:nvPr/>
            </p:nvSpPr>
            <p:spPr>
              <a:xfrm>
                <a:off x="1040900" y="1447625"/>
                <a:ext cx="336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2049" extrusionOk="0">
                    <a:moveTo>
                      <a:pt x="1084" y="1"/>
                    </a:moveTo>
                    <a:lnTo>
                      <a:pt x="0" y="370"/>
                    </a:lnTo>
                    <a:cubicBezTo>
                      <a:pt x="107" y="917"/>
                      <a:pt x="167" y="1477"/>
                      <a:pt x="203" y="2049"/>
                    </a:cubicBezTo>
                    <a:lnTo>
                      <a:pt x="1346" y="1929"/>
                    </a:lnTo>
                    <a:cubicBezTo>
                      <a:pt x="1310" y="1275"/>
                      <a:pt x="1227" y="632"/>
                      <a:pt x="10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36"/>
              <p:cNvSpPr/>
              <p:nvPr/>
            </p:nvSpPr>
            <p:spPr>
              <a:xfrm>
                <a:off x="599475" y="1447625"/>
                <a:ext cx="342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1370" h="2049" extrusionOk="0">
                    <a:moveTo>
                      <a:pt x="250" y="1"/>
                    </a:moveTo>
                    <a:cubicBezTo>
                      <a:pt x="119" y="632"/>
                      <a:pt x="48" y="1275"/>
                      <a:pt x="0" y="1929"/>
                    </a:cubicBezTo>
                    <a:lnTo>
                      <a:pt x="1155" y="2049"/>
                    </a:lnTo>
                    <a:cubicBezTo>
                      <a:pt x="1191" y="1477"/>
                      <a:pt x="1262" y="917"/>
                      <a:pt x="1369" y="370"/>
                    </a:cubicBezTo>
                    <a:lnTo>
                      <a:pt x="2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36"/>
              <p:cNvSpPr/>
              <p:nvPr/>
            </p:nvSpPr>
            <p:spPr>
              <a:xfrm>
                <a:off x="597975" y="1495850"/>
                <a:ext cx="30400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882" extrusionOk="0">
                    <a:moveTo>
                      <a:pt x="60" y="0"/>
                    </a:moveTo>
                    <a:cubicBezTo>
                      <a:pt x="13" y="632"/>
                      <a:pt x="1" y="1263"/>
                      <a:pt x="1" y="1882"/>
                    </a:cubicBezTo>
                    <a:lnTo>
                      <a:pt x="1167" y="1882"/>
                    </a:lnTo>
                    <a:cubicBezTo>
                      <a:pt x="1167" y="1298"/>
                      <a:pt x="1179" y="703"/>
                      <a:pt x="1215" y="120"/>
                    </a:cubicBez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36"/>
              <p:cNvSpPr/>
              <p:nvPr/>
            </p:nvSpPr>
            <p:spPr>
              <a:xfrm>
                <a:off x="605725" y="1405350"/>
                <a:ext cx="411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2061" extrusionOk="0">
                    <a:moveTo>
                      <a:pt x="536" y="1"/>
                    </a:moveTo>
                    <a:cubicBezTo>
                      <a:pt x="298" y="537"/>
                      <a:pt x="131" y="1108"/>
                      <a:pt x="0" y="1692"/>
                    </a:cubicBezTo>
                    <a:lnTo>
                      <a:pt x="1119" y="2061"/>
                    </a:lnTo>
                    <a:cubicBezTo>
                      <a:pt x="1238" y="1501"/>
                      <a:pt x="1405" y="942"/>
                      <a:pt x="1643" y="418"/>
                    </a:cubicBezTo>
                    <a:lnTo>
                      <a:pt x="53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36"/>
              <p:cNvSpPr/>
              <p:nvPr/>
            </p:nvSpPr>
            <p:spPr>
              <a:xfrm>
                <a:off x="597975" y="1542875"/>
                <a:ext cx="29200" cy="31875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1275" extrusionOk="0">
                    <a:moveTo>
                      <a:pt x="1" y="1"/>
                    </a:moveTo>
                    <a:cubicBezTo>
                      <a:pt x="1" y="239"/>
                      <a:pt x="1" y="477"/>
                      <a:pt x="1" y="703"/>
                    </a:cubicBezTo>
                    <a:cubicBezTo>
                      <a:pt x="1" y="1084"/>
                      <a:pt x="292" y="1275"/>
                      <a:pt x="584" y="1275"/>
                    </a:cubicBezTo>
                    <a:cubicBezTo>
                      <a:pt x="876" y="1275"/>
                      <a:pt x="1167" y="1084"/>
                      <a:pt x="1167" y="703"/>
                    </a:cubicBezTo>
                    <a:lnTo>
                      <a:pt x="116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36"/>
              <p:cNvSpPr/>
              <p:nvPr/>
            </p:nvSpPr>
            <p:spPr>
              <a:xfrm>
                <a:off x="641725" y="1338400"/>
                <a:ext cx="452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1870" extrusionOk="0">
                    <a:moveTo>
                      <a:pt x="1168" y="0"/>
                    </a:moveTo>
                    <a:cubicBezTo>
                      <a:pt x="941" y="179"/>
                      <a:pt x="715" y="369"/>
                      <a:pt x="513" y="583"/>
                    </a:cubicBezTo>
                    <a:cubicBezTo>
                      <a:pt x="322" y="774"/>
                      <a:pt x="156" y="964"/>
                      <a:pt x="1" y="1167"/>
                    </a:cubicBezTo>
                    <a:lnTo>
                      <a:pt x="941" y="1869"/>
                    </a:lnTo>
                    <a:cubicBezTo>
                      <a:pt x="1061" y="1715"/>
                      <a:pt x="1192" y="1560"/>
                      <a:pt x="1334" y="1405"/>
                    </a:cubicBezTo>
                    <a:cubicBezTo>
                      <a:pt x="1489" y="1250"/>
                      <a:pt x="1644" y="1107"/>
                      <a:pt x="1811" y="976"/>
                    </a:cubicBez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36"/>
              <p:cNvSpPr/>
              <p:nvPr/>
            </p:nvSpPr>
            <p:spPr>
              <a:xfrm>
                <a:off x="837300" y="1321725"/>
                <a:ext cx="134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3" extrusionOk="0">
                    <a:moveTo>
                      <a:pt x="0" y="0"/>
                    </a:moveTo>
                    <a:cubicBezTo>
                      <a:pt x="143" y="0"/>
                      <a:pt x="286" y="0"/>
                      <a:pt x="429" y="12"/>
                    </a:cubicBezTo>
                    <a:cubicBezTo>
                      <a:pt x="465" y="12"/>
                      <a:pt x="500" y="0"/>
                      <a:pt x="536" y="0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36"/>
              <p:cNvSpPr/>
              <p:nvPr/>
            </p:nvSpPr>
            <p:spPr>
              <a:xfrm>
                <a:off x="619125" y="1367550"/>
                <a:ext cx="4615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930" extrusionOk="0">
                    <a:moveTo>
                      <a:pt x="905" y="1"/>
                    </a:moveTo>
                    <a:cubicBezTo>
                      <a:pt x="524" y="465"/>
                      <a:pt x="226" y="977"/>
                      <a:pt x="0" y="1513"/>
                    </a:cubicBezTo>
                    <a:lnTo>
                      <a:pt x="1107" y="1930"/>
                    </a:lnTo>
                    <a:cubicBezTo>
                      <a:pt x="1298" y="1501"/>
                      <a:pt x="1548" y="1096"/>
                      <a:pt x="1845" y="703"/>
                    </a:cubicBezTo>
                    <a:lnTo>
                      <a:pt x="9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36"/>
              <p:cNvSpPr/>
              <p:nvPr/>
            </p:nvSpPr>
            <p:spPr>
              <a:xfrm>
                <a:off x="670900" y="1292525"/>
                <a:ext cx="166125" cy="70300"/>
              </a:xfrm>
              <a:custGeom>
                <a:avLst/>
                <a:gdLst/>
                <a:ahLst/>
                <a:cxnLst/>
                <a:rect l="l" t="t" r="r" b="b"/>
                <a:pathLst>
                  <a:path w="6645" h="2812" extrusionOk="0">
                    <a:moveTo>
                      <a:pt x="6446" y="1"/>
                    </a:moveTo>
                    <a:cubicBezTo>
                      <a:pt x="6380" y="1"/>
                      <a:pt x="6315" y="1"/>
                      <a:pt x="6249" y="2"/>
                    </a:cubicBezTo>
                    <a:lnTo>
                      <a:pt x="6644" y="2"/>
                    </a:lnTo>
                    <a:cubicBezTo>
                      <a:pt x="6578" y="1"/>
                      <a:pt x="6512" y="1"/>
                      <a:pt x="6446" y="1"/>
                    </a:cubicBezTo>
                    <a:close/>
                    <a:moveTo>
                      <a:pt x="6216" y="2"/>
                    </a:moveTo>
                    <a:cubicBezTo>
                      <a:pt x="6211" y="2"/>
                      <a:pt x="6207" y="2"/>
                      <a:pt x="6203" y="2"/>
                    </a:cubicBezTo>
                    <a:lnTo>
                      <a:pt x="6203" y="2"/>
                    </a:lnTo>
                    <a:cubicBezTo>
                      <a:pt x="6218" y="2"/>
                      <a:pt x="6234" y="2"/>
                      <a:pt x="6249" y="2"/>
                    </a:cubicBezTo>
                    <a:close/>
                    <a:moveTo>
                      <a:pt x="6203" y="2"/>
                    </a:moveTo>
                    <a:lnTo>
                      <a:pt x="6203" y="2"/>
                    </a:lnTo>
                    <a:cubicBezTo>
                      <a:pt x="3979" y="31"/>
                      <a:pt x="1754" y="462"/>
                      <a:pt x="1" y="1835"/>
                    </a:cubicBezTo>
                    <a:lnTo>
                      <a:pt x="644" y="2811"/>
                    </a:lnTo>
                    <a:cubicBezTo>
                      <a:pt x="2144" y="1549"/>
                      <a:pt x="4156" y="1204"/>
                      <a:pt x="6109" y="1168"/>
                    </a:cubicBezTo>
                    <a:cubicBezTo>
                      <a:pt x="5470" y="1074"/>
                      <a:pt x="5501" y="38"/>
                      <a:pt x="6203" y="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36"/>
              <p:cNvSpPr/>
              <p:nvPr/>
            </p:nvSpPr>
            <p:spPr>
              <a:xfrm>
                <a:off x="807525" y="1292550"/>
                <a:ext cx="59250" cy="29200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168" extrusionOk="0">
                    <a:moveTo>
                      <a:pt x="751" y="1"/>
                    </a:moveTo>
                    <a:cubicBezTo>
                      <a:pt x="36" y="24"/>
                      <a:pt x="1" y="1072"/>
                      <a:pt x="644" y="1167"/>
                    </a:cubicBezTo>
                    <a:lnTo>
                      <a:pt x="1191" y="1167"/>
                    </a:lnTo>
                    <a:cubicBezTo>
                      <a:pt x="1281" y="1161"/>
                      <a:pt x="1370" y="1158"/>
                      <a:pt x="1459" y="1158"/>
                    </a:cubicBezTo>
                    <a:cubicBezTo>
                      <a:pt x="1548" y="1158"/>
                      <a:pt x="1638" y="1161"/>
                      <a:pt x="1727" y="1167"/>
                    </a:cubicBezTo>
                    <a:cubicBezTo>
                      <a:pt x="2370" y="1084"/>
                      <a:pt x="2334" y="24"/>
                      <a:pt x="1620" y="1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36"/>
              <p:cNvSpPr/>
              <p:nvPr/>
            </p:nvSpPr>
            <p:spPr>
              <a:xfrm>
                <a:off x="917950" y="1635750"/>
                <a:ext cx="32775" cy="40500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1620" extrusionOk="0">
                    <a:moveTo>
                      <a:pt x="84" y="0"/>
                    </a:moveTo>
                    <a:cubicBezTo>
                      <a:pt x="96" y="453"/>
                      <a:pt x="60" y="893"/>
                      <a:pt x="1" y="1334"/>
                    </a:cubicBezTo>
                    <a:lnTo>
                      <a:pt x="1215" y="1620"/>
                    </a:lnTo>
                    <a:cubicBezTo>
                      <a:pt x="1287" y="1108"/>
                      <a:pt x="1311" y="560"/>
                      <a:pt x="12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36"/>
              <p:cNvSpPr/>
              <p:nvPr/>
            </p:nvSpPr>
            <p:spPr>
              <a:xfrm>
                <a:off x="723600" y="1635750"/>
                <a:ext cx="32450" cy="40200"/>
              </a:xfrm>
              <a:custGeom>
                <a:avLst/>
                <a:gdLst/>
                <a:ahLst/>
                <a:cxnLst/>
                <a:rect l="l" t="t" r="r" b="b"/>
                <a:pathLst>
                  <a:path w="1298" h="1608" extrusionOk="0">
                    <a:moveTo>
                      <a:pt x="12" y="0"/>
                    </a:moveTo>
                    <a:cubicBezTo>
                      <a:pt x="0" y="560"/>
                      <a:pt x="36" y="1108"/>
                      <a:pt x="83" y="1608"/>
                    </a:cubicBezTo>
                    <a:lnTo>
                      <a:pt x="1298" y="1322"/>
                    </a:lnTo>
                    <a:cubicBezTo>
                      <a:pt x="1262" y="881"/>
                      <a:pt x="1250" y="441"/>
                      <a:pt x="1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36"/>
              <p:cNvSpPr/>
              <p:nvPr/>
            </p:nvSpPr>
            <p:spPr>
              <a:xfrm>
                <a:off x="904275" y="1554775"/>
                <a:ext cx="42575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728" extrusionOk="0">
                    <a:moveTo>
                      <a:pt x="1215" y="1"/>
                    </a:moveTo>
                    <a:lnTo>
                      <a:pt x="0" y="263"/>
                    </a:lnTo>
                    <a:cubicBezTo>
                      <a:pt x="60" y="382"/>
                      <a:pt x="119" y="501"/>
                      <a:pt x="167" y="620"/>
                    </a:cubicBezTo>
                    <a:cubicBezTo>
                      <a:pt x="298" y="953"/>
                      <a:pt x="393" y="1299"/>
                      <a:pt x="465" y="1656"/>
                    </a:cubicBezTo>
                    <a:lnTo>
                      <a:pt x="1703" y="1727"/>
                    </a:lnTo>
                    <a:cubicBezTo>
                      <a:pt x="1596" y="1120"/>
                      <a:pt x="1441" y="537"/>
                      <a:pt x="1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36"/>
              <p:cNvSpPr/>
              <p:nvPr/>
            </p:nvSpPr>
            <p:spPr>
              <a:xfrm>
                <a:off x="726575" y="1554500"/>
                <a:ext cx="417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727" extrusionOk="0">
                    <a:moveTo>
                      <a:pt x="405" y="0"/>
                    </a:moveTo>
                    <a:cubicBezTo>
                      <a:pt x="214" y="548"/>
                      <a:pt x="84" y="1131"/>
                      <a:pt x="0" y="1726"/>
                    </a:cubicBezTo>
                    <a:lnTo>
                      <a:pt x="1298" y="1667"/>
                    </a:lnTo>
                    <a:cubicBezTo>
                      <a:pt x="1310" y="1584"/>
                      <a:pt x="1322" y="1488"/>
                      <a:pt x="1346" y="1405"/>
                    </a:cubicBezTo>
                    <a:cubicBezTo>
                      <a:pt x="1417" y="1036"/>
                      <a:pt x="1524" y="655"/>
                      <a:pt x="1667" y="274"/>
                    </a:cubicBezTo>
                    <a:lnTo>
                      <a:pt x="4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36"/>
              <p:cNvSpPr/>
              <p:nvPr/>
            </p:nvSpPr>
            <p:spPr>
              <a:xfrm>
                <a:off x="725675" y="1668775"/>
                <a:ext cx="34075" cy="37100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1484" extrusionOk="0">
                    <a:moveTo>
                      <a:pt x="1215" y="1"/>
                    </a:moveTo>
                    <a:lnTo>
                      <a:pt x="0" y="287"/>
                    </a:lnTo>
                    <a:cubicBezTo>
                      <a:pt x="24" y="561"/>
                      <a:pt x="48" y="823"/>
                      <a:pt x="84" y="1061"/>
                    </a:cubicBezTo>
                    <a:cubicBezTo>
                      <a:pt x="127" y="1355"/>
                      <a:pt x="346" y="1483"/>
                      <a:pt x="587" y="1483"/>
                    </a:cubicBezTo>
                    <a:cubicBezTo>
                      <a:pt x="950" y="1483"/>
                      <a:pt x="1363" y="1194"/>
                      <a:pt x="1298" y="751"/>
                    </a:cubicBezTo>
                    <a:cubicBezTo>
                      <a:pt x="1263" y="501"/>
                      <a:pt x="1239" y="251"/>
                      <a:pt x="1215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36"/>
              <p:cNvSpPr/>
              <p:nvPr/>
            </p:nvSpPr>
            <p:spPr>
              <a:xfrm>
                <a:off x="912350" y="1669075"/>
                <a:ext cx="36000" cy="368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472" extrusionOk="0">
                    <a:moveTo>
                      <a:pt x="225" y="1"/>
                    </a:moveTo>
                    <a:cubicBezTo>
                      <a:pt x="189" y="251"/>
                      <a:pt x="142" y="501"/>
                      <a:pt x="94" y="739"/>
                    </a:cubicBezTo>
                    <a:cubicBezTo>
                      <a:pt x="1" y="1182"/>
                      <a:pt x="398" y="1471"/>
                      <a:pt x="765" y="1471"/>
                    </a:cubicBezTo>
                    <a:cubicBezTo>
                      <a:pt x="1010" y="1471"/>
                      <a:pt x="1242" y="1343"/>
                      <a:pt x="1308" y="1049"/>
                    </a:cubicBezTo>
                    <a:cubicBezTo>
                      <a:pt x="1356" y="811"/>
                      <a:pt x="1404" y="549"/>
                      <a:pt x="1439" y="287"/>
                    </a:cubicBezTo>
                    <a:lnTo>
                      <a:pt x="225" y="1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36"/>
              <p:cNvSpPr/>
              <p:nvPr/>
            </p:nvSpPr>
            <p:spPr>
              <a:xfrm>
                <a:off x="915875" y="1596150"/>
                <a:ext cx="34550" cy="39625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585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08" y="525"/>
                      <a:pt x="167" y="1061"/>
                      <a:pt x="167" y="1584"/>
                    </a:cubicBezTo>
                    <a:lnTo>
                      <a:pt x="1382" y="1584"/>
                    </a:lnTo>
                    <a:cubicBezTo>
                      <a:pt x="1370" y="1084"/>
                      <a:pt x="1322" y="572"/>
                      <a:pt x="1239" y="72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36"/>
              <p:cNvSpPr/>
              <p:nvPr/>
            </p:nvSpPr>
            <p:spPr>
              <a:xfrm>
                <a:off x="723900" y="1596150"/>
                <a:ext cx="35125" cy="39625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1585" extrusionOk="0">
                    <a:moveTo>
                      <a:pt x="1405" y="1"/>
                    </a:moveTo>
                    <a:lnTo>
                      <a:pt x="107" y="72"/>
                    </a:lnTo>
                    <a:cubicBezTo>
                      <a:pt x="36" y="572"/>
                      <a:pt x="0" y="1084"/>
                      <a:pt x="0" y="1584"/>
                    </a:cubicBezTo>
                    <a:lnTo>
                      <a:pt x="1250" y="1584"/>
                    </a:lnTo>
                    <a:cubicBezTo>
                      <a:pt x="1262" y="1049"/>
                      <a:pt x="1322" y="525"/>
                      <a:pt x="140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36"/>
              <p:cNvSpPr/>
              <p:nvPr/>
            </p:nvSpPr>
            <p:spPr>
              <a:xfrm>
                <a:off x="736675" y="1484225"/>
                <a:ext cx="197975" cy="77425"/>
              </a:xfrm>
              <a:custGeom>
                <a:avLst/>
                <a:gdLst/>
                <a:ahLst/>
                <a:cxnLst/>
                <a:rect l="l" t="t" r="r" b="b"/>
                <a:pathLst>
                  <a:path w="7919" h="3097" extrusionOk="0">
                    <a:moveTo>
                      <a:pt x="3934" y="0"/>
                    </a:moveTo>
                    <a:cubicBezTo>
                      <a:pt x="3730" y="0"/>
                      <a:pt x="3519" y="12"/>
                      <a:pt x="3299" y="37"/>
                    </a:cubicBezTo>
                    <a:cubicBezTo>
                      <a:pt x="1525" y="227"/>
                      <a:pt x="525" y="1370"/>
                      <a:pt x="1" y="2811"/>
                    </a:cubicBezTo>
                    <a:lnTo>
                      <a:pt x="1263" y="3097"/>
                    </a:lnTo>
                    <a:cubicBezTo>
                      <a:pt x="1608" y="2228"/>
                      <a:pt x="2180" y="1466"/>
                      <a:pt x="3204" y="1227"/>
                    </a:cubicBezTo>
                    <a:cubicBezTo>
                      <a:pt x="3434" y="1174"/>
                      <a:pt x="3658" y="1149"/>
                      <a:pt x="3875" y="1149"/>
                    </a:cubicBezTo>
                    <a:cubicBezTo>
                      <a:pt x="5157" y="1149"/>
                      <a:pt x="6175" y="2026"/>
                      <a:pt x="6704" y="3085"/>
                    </a:cubicBezTo>
                    <a:lnTo>
                      <a:pt x="7919" y="2823"/>
                    </a:lnTo>
                    <a:cubicBezTo>
                      <a:pt x="7247" y="1219"/>
                      <a:pt x="5993" y="0"/>
                      <a:pt x="39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36"/>
              <p:cNvSpPr/>
              <p:nvPr/>
            </p:nvSpPr>
            <p:spPr>
              <a:xfrm>
                <a:off x="703350" y="1279450"/>
                <a:ext cx="267625" cy="263450"/>
              </a:xfrm>
              <a:custGeom>
                <a:avLst/>
                <a:gdLst/>
                <a:ahLst/>
                <a:cxnLst/>
                <a:rect l="l" t="t" r="r" b="b"/>
                <a:pathLst>
                  <a:path w="10705" h="10538" extrusionOk="0">
                    <a:moveTo>
                      <a:pt x="0" y="1"/>
                    </a:moveTo>
                    <a:lnTo>
                      <a:pt x="0" y="10538"/>
                    </a:lnTo>
                    <a:lnTo>
                      <a:pt x="10704" y="10538"/>
                    </a:lnTo>
                    <a:lnTo>
                      <a:pt x="107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36"/>
              <p:cNvSpPr/>
              <p:nvPr/>
            </p:nvSpPr>
            <p:spPr>
              <a:xfrm>
                <a:off x="788775" y="1237775"/>
                <a:ext cx="96775" cy="640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2561" extrusionOk="0">
                    <a:moveTo>
                      <a:pt x="1" y="1"/>
                    </a:moveTo>
                    <a:lnTo>
                      <a:pt x="1" y="2561"/>
                    </a:lnTo>
                    <a:lnTo>
                      <a:pt x="3870" y="2561"/>
                    </a:lnTo>
                    <a:lnTo>
                      <a:pt x="38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36"/>
              <p:cNvSpPr/>
              <p:nvPr/>
            </p:nvSpPr>
            <p:spPr>
              <a:xfrm>
                <a:off x="988500" y="1127350"/>
                <a:ext cx="75325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3013" h="644" extrusionOk="0">
                    <a:moveTo>
                      <a:pt x="1" y="1"/>
                    </a:moveTo>
                    <a:lnTo>
                      <a:pt x="1" y="644"/>
                    </a:lnTo>
                    <a:lnTo>
                      <a:pt x="3013" y="644"/>
                    </a:lnTo>
                    <a:lnTo>
                      <a:pt x="30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36"/>
              <p:cNvSpPr/>
              <p:nvPr/>
            </p:nvSpPr>
            <p:spPr>
              <a:xfrm>
                <a:off x="976900" y="1118725"/>
                <a:ext cx="23825" cy="33350"/>
              </a:xfrm>
              <a:custGeom>
                <a:avLst/>
                <a:gdLst/>
                <a:ahLst/>
                <a:cxnLst/>
                <a:rect l="l" t="t" r="r" b="b"/>
                <a:pathLst>
                  <a:path w="953" h="1334" extrusionOk="0">
                    <a:moveTo>
                      <a:pt x="0" y="0"/>
                    </a:moveTo>
                    <a:lnTo>
                      <a:pt x="0" y="1334"/>
                    </a:lnTo>
                    <a:lnTo>
                      <a:pt x="953" y="1334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36"/>
              <p:cNvSpPr/>
              <p:nvPr/>
            </p:nvSpPr>
            <p:spPr>
              <a:xfrm>
                <a:off x="965275" y="1096400"/>
                <a:ext cx="232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3192" extrusionOk="0">
                    <a:moveTo>
                      <a:pt x="465" y="0"/>
                    </a:moveTo>
                    <a:cubicBezTo>
                      <a:pt x="215" y="0"/>
                      <a:pt x="1" y="203"/>
                      <a:pt x="1" y="465"/>
                    </a:cubicBezTo>
                    <a:lnTo>
                      <a:pt x="1" y="2727"/>
                    </a:lnTo>
                    <a:cubicBezTo>
                      <a:pt x="1" y="2977"/>
                      <a:pt x="215" y="3191"/>
                      <a:pt x="465" y="3191"/>
                    </a:cubicBezTo>
                    <a:cubicBezTo>
                      <a:pt x="727" y="3191"/>
                      <a:pt x="930" y="2977"/>
                      <a:pt x="930" y="2727"/>
                    </a:cubicBezTo>
                    <a:lnTo>
                      <a:pt x="930" y="465"/>
                    </a:lnTo>
                    <a:cubicBezTo>
                      <a:pt x="930" y="203"/>
                      <a:pt x="727" y="0"/>
                      <a:pt x="4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36"/>
              <p:cNvSpPr/>
              <p:nvPr/>
            </p:nvSpPr>
            <p:spPr>
              <a:xfrm>
                <a:off x="1035825" y="1108000"/>
                <a:ext cx="55700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2228" extrusionOk="0">
                    <a:moveTo>
                      <a:pt x="1120" y="1"/>
                    </a:moveTo>
                    <a:cubicBezTo>
                      <a:pt x="501" y="1"/>
                      <a:pt x="1" y="501"/>
                      <a:pt x="1" y="1108"/>
                    </a:cubicBezTo>
                    <a:cubicBezTo>
                      <a:pt x="1" y="1727"/>
                      <a:pt x="501" y="2227"/>
                      <a:pt x="1120" y="2227"/>
                    </a:cubicBezTo>
                    <a:cubicBezTo>
                      <a:pt x="1727" y="2227"/>
                      <a:pt x="2227" y="1727"/>
                      <a:pt x="2227" y="1108"/>
                    </a:cubicBezTo>
                    <a:cubicBezTo>
                      <a:pt x="2227" y="501"/>
                      <a:pt x="1727" y="1"/>
                      <a:pt x="112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36"/>
              <p:cNvSpPr/>
              <p:nvPr/>
            </p:nvSpPr>
            <p:spPr>
              <a:xfrm>
                <a:off x="1063800" y="1108000"/>
                <a:ext cx="27725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1109" h="2228" extrusionOk="0">
                    <a:moveTo>
                      <a:pt x="1" y="1"/>
                    </a:moveTo>
                    <a:lnTo>
                      <a:pt x="1" y="2227"/>
                    </a:lnTo>
                    <a:cubicBezTo>
                      <a:pt x="608" y="2227"/>
                      <a:pt x="1108" y="1727"/>
                      <a:pt x="1108" y="1108"/>
                    </a:cubicBezTo>
                    <a:cubicBezTo>
                      <a:pt x="1108" y="489"/>
                      <a:pt x="608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36"/>
              <p:cNvSpPr/>
              <p:nvPr/>
            </p:nvSpPr>
            <p:spPr>
              <a:xfrm>
                <a:off x="611075" y="1128850"/>
                <a:ext cx="75325" cy="16375"/>
              </a:xfrm>
              <a:custGeom>
                <a:avLst/>
                <a:gdLst/>
                <a:ahLst/>
                <a:cxnLst/>
                <a:rect l="l" t="t" r="r" b="b"/>
                <a:pathLst>
                  <a:path w="3013" h="655" extrusionOk="0">
                    <a:moveTo>
                      <a:pt x="1" y="0"/>
                    </a:moveTo>
                    <a:lnTo>
                      <a:pt x="1" y="655"/>
                    </a:lnTo>
                    <a:lnTo>
                      <a:pt x="3013" y="655"/>
                    </a:lnTo>
                    <a:lnTo>
                      <a:pt x="301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36"/>
              <p:cNvSpPr/>
              <p:nvPr/>
            </p:nvSpPr>
            <p:spPr>
              <a:xfrm>
                <a:off x="674175" y="1120200"/>
                <a:ext cx="2385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954" h="1347" extrusionOk="0">
                    <a:moveTo>
                      <a:pt x="1" y="1"/>
                    </a:moveTo>
                    <a:lnTo>
                      <a:pt x="1" y="1346"/>
                    </a:lnTo>
                    <a:lnTo>
                      <a:pt x="953" y="1346"/>
                    </a:lnTo>
                    <a:lnTo>
                      <a:pt x="95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36"/>
              <p:cNvSpPr/>
              <p:nvPr/>
            </p:nvSpPr>
            <p:spPr>
              <a:xfrm>
                <a:off x="686375" y="1096400"/>
                <a:ext cx="232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3192" extrusionOk="0">
                    <a:moveTo>
                      <a:pt x="465" y="0"/>
                    </a:moveTo>
                    <a:cubicBezTo>
                      <a:pt x="203" y="0"/>
                      <a:pt x="1" y="203"/>
                      <a:pt x="1" y="465"/>
                    </a:cubicBezTo>
                    <a:lnTo>
                      <a:pt x="1" y="2727"/>
                    </a:lnTo>
                    <a:cubicBezTo>
                      <a:pt x="1" y="2977"/>
                      <a:pt x="203" y="3191"/>
                      <a:pt x="465" y="3191"/>
                    </a:cubicBezTo>
                    <a:cubicBezTo>
                      <a:pt x="715" y="3191"/>
                      <a:pt x="930" y="2977"/>
                      <a:pt x="930" y="2727"/>
                    </a:cubicBezTo>
                    <a:lnTo>
                      <a:pt x="930" y="465"/>
                    </a:lnTo>
                    <a:cubicBezTo>
                      <a:pt x="930" y="203"/>
                      <a:pt x="715" y="0"/>
                      <a:pt x="4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36"/>
              <p:cNvSpPr/>
              <p:nvPr/>
            </p:nvSpPr>
            <p:spPr>
              <a:xfrm>
                <a:off x="583400" y="1108900"/>
                <a:ext cx="55675" cy="55675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227" extrusionOk="0">
                    <a:moveTo>
                      <a:pt x="1119" y="0"/>
                    </a:moveTo>
                    <a:cubicBezTo>
                      <a:pt x="500" y="0"/>
                      <a:pt x="0" y="500"/>
                      <a:pt x="0" y="1108"/>
                    </a:cubicBezTo>
                    <a:cubicBezTo>
                      <a:pt x="0" y="1727"/>
                      <a:pt x="500" y="2227"/>
                      <a:pt x="1119" y="2227"/>
                    </a:cubicBezTo>
                    <a:cubicBezTo>
                      <a:pt x="1727" y="2227"/>
                      <a:pt x="2227" y="1727"/>
                      <a:pt x="2227" y="1108"/>
                    </a:cubicBezTo>
                    <a:cubicBezTo>
                      <a:pt x="2227" y="500"/>
                      <a:pt x="1727" y="0"/>
                      <a:pt x="11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36"/>
              <p:cNvSpPr/>
              <p:nvPr/>
            </p:nvSpPr>
            <p:spPr>
              <a:xfrm>
                <a:off x="583400" y="1108900"/>
                <a:ext cx="28000" cy="5567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227" extrusionOk="0">
                    <a:moveTo>
                      <a:pt x="1119" y="0"/>
                    </a:moveTo>
                    <a:cubicBezTo>
                      <a:pt x="500" y="0"/>
                      <a:pt x="0" y="500"/>
                      <a:pt x="0" y="1108"/>
                    </a:cubicBezTo>
                    <a:cubicBezTo>
                      <a:pt x="0" y="1727"/>
                      <a:pt x="500" y="2227"/>
                      <a:pt x="1119" y="2227"/>
                    </a:cubicBez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36"/>
              <p:cNvSpPr/>
              <p:nvPr/>
            </p:nvSpPr>
            <p:spPr>
              <a:xfrm>
                <a:off x="697400" y="1021375"/>
                <a:ext cx="279525" cy="236975"/>
              </a:xfrm>
              <a:custGeom>
                <a:avLst/>
                <a:gdLst/>
                <a:ahLst/>
                <a:cxnLst/>
                <a:rect l="l" t="t" r="r" b="b"/>
                <a:pathLst>
                  <a:path w="11181" h="9479" extrusionOk="0">
                    <a:moveTo>
                      <a:pt x="1084" y="1"/>
                    </a:moveTo>
                    <a:cubicBezTo>
                      <a:pt x="489" y="1"/>
                      <a:pt x="0" y="477"/>
                      <a:pt x="0" y="1084"/>
                    </a:cubicBezTo>
                    <a:lnTo>
                      <a:pt x="0" y="8395"/>
                    </a:lnTo>
                    <a:cubicBezTo>
                      <a:pt x="0" y="8990"/>
                      <a:pt x="489" y="9478"/>
                      <a:pt x="1084" y="9478"/>
                    </a:cubicBezTo>
                    <a:lnTo>
                      <a:pt x="10097" y="9478"/>
                    </a:lnTo>
                    <a:cubicBezTo>
                      <a:pt x="10692" y="9478"/>
                      <a:pt x="11180" y="8990"/>
                      <a:pt x="11180" y="8395"/>
                    </a:cubicBezTo>
                    <a:lnTo>
                      <a:pt x="11180" y="1084"/>
                    </a:lnTo>
                    <a:cubicBezTo>
                      <a:pt x="11180" y="477"/>
                      <a:pt x="10692" y="1"/>
                      <a:pt x="100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36"/>
              <p:cNvSpPr/>
              <p:nvPr/>
            </p:nvSpPr>
            <p:spPr>
              <a:xfrm>
                <a:off x="723000" y="1160975"/>
                <a:ext cx="228325" cy="72075"/>
              </a:xfrm>
              <a:custGeom>
                <a:avLst/>
                <a:gdLst/>
                <a:ahLst/>
                <a:cxnLst/>
                <a:rect l="l" t="t" r="r" b="b"/>
                <a:pathLst>
                  <a:path w="9133" h="2883" extrusionOk="0">
                    <a:moveTo>
                      <a:pt x="1381" y="1"/>
                    </a:moveTo>
                    <a:cubicBezTo>
                      <a:pt x="619" y="1"/>
                      <a:pt x="0" y="644"/>
                      <a:pt x="0" y="1442"/>
                    </a:cubicBezTo>
                    <a:cubicBezTo>
                      <a:pt x="0" y="2227"/>
                      <a:pt x="619" y="2882"/>
                      <a:pt x="1381" y="2882"/>
                    </a:cubicBezTo>
                    <a:lnTo>
                      <a:pt x="7739" y="2882"/>
                    </a:lnTo>
                    <a:cubicBezTo>
                      <a:pt x="8513" y="2882"/>
                      <a:pt x="9132" y="2227"/>
                      <a:pt x="9132" y="1442"/>
                    </a:cubicBezTo>
                    <a:cubicBezTo>
                      <a:pt x="9132" y="644"/>
                      <a:pt x="8513" y="1"/>
                      <a:pt x="77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36"/>
              <p:cNvSpPr/>
              <p:nvPr/>
            </p:nvSpPr>
            <p:spPr>
              <a:xfrm>
                <a:off x="750650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489" y="1"/>
                    </a:moveTo>
                    <a:cubicBezTo>
                      <a:pt x="230" y="1"/>
                      <a:pt x="1" y="339"/>
                      <a:pt x="240" y="577"/>
                    </a:cubicBezTo>
                    <a:cubicBezTo>
                      <a:pt x="787" y="1125"/>
                      <a:pt x="1335" y="1697"/>
                      <a:pt x="1895" y="2232"/>
                    </a:cubicBezTo>
                    <a:cubicBezTo>
                      <a:pt x="1966" y="2299"/>
                      <a:pt x="2046" y="2327"/>
                      <a:pt x="2122" y="2327"/>
                    </a:cubicBezTo>
                    <a:cubicBezTo>
                      <a:pt x="2389" y="2327"/>
                      <a:pt x="2621" y="1987"/>
                      <a:pt x="2371" y="1756"/>
                    </a:cubicBezTo>
                    <a:cubicBezTo>
                      <a:pt x="1811" y="1220"/>
                      <a:pt x="1264" y="649"/>
                      <a:pt x="716" y="101"/>
                    </a:cubicBezTo>
                    <a:cubicBezTo>
                      <a:pt x="645" y="30"/>
                      <a:pt x="566" y="1"/>
                      <a:pt x="4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36"/>
              <p:cNvSpPr/>
              <p:nvPr/>
            </p:nvSpPr>
            <p:spPr>
              <a:xfrm>
                <a:off x="750375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2133" y="1"/>
                    </a:moveTo>
                    <a:cubicBezTo>
                      <a:pt x="2056" y="1"/>
                      <a:pt x="1976" y="30"/>
                      <a:pt x="1906" y="101"/>
                    </a:cubicBezTo>
                    <a:cubicBezTo>
                      <a:pt x="1358" y="649"/>
                      <a:pt x="810" y="1220"/>
                      <a:pt x="251" y="1756"/>
                    </a:cubicBezTo>
                    <a:cubicBezTo>
                      <a:pt x="1" y="1987"/>
                      <a:pt x="240" y="2327"/>
                      <a:pt x="504" y="2327"/>
                    </a:cubicBezTo>
                    <a:cubicBezTo>
                      <a:pt x="580" y="2327"/>
                      <a:pt x="658" y="2299"/>
                      <a:pt x="727" y="2232"/>
                    </a:cubicBezTo>
                    <a:cubicBezTo>
                      <a:pt x="1287" y="1697"/>
                      <a:pt x="1834" y="1125"/>
                      <a:pt x="2382" y="577"/>
                    </a:cubicBezTo>
                    <a:cubicBezTo>
                      <a:pt x="2621" y="339"/>
                      <a:pt x="2392" y="1"/>
                      <a:pt x="21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36"/>
              <p:cNvSpPr/>
              <p:nvPr/>
            </p:nvSpPr>
            <p:spPr>
              <a:xfrm>
                <a:off x="854550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488" y="1"/>
                    </a:moveTo>
                    <a:cubicBezTo>
                      <a:pt x="229" y="1"/>
                      <a:pt x="0" y="339"/>
                      <a:pt x="239" y="577"/>
                    </a:cubicBezTo>
                    <a:cubicBezTo>
                      <a:pt x="787" y="1125"/>
                      <a:pt x="1334" y="1697"/>
                      <a:pt x="1894" y="2232"/>
                    </a:cubicBezTo>
                    <a:cubicBezTo>
                      <a:pt x="1963" y="2299"/>
                      <a:pt x="2041" y="2327"/>
                      <a:pt x="2117" y="2327"/>
                    </a:cubicBezTo>
                    <a:cubicBezTo>
                      <a:pt x="2381" y="2327"/>
                      <a:pt x="2620" y="1987"/>
                      <a:pt x="2370" y="1756"/>
                    </a:cubicBezTo>
                    <a:cubicBezTo>
                      <a:pt x="1811" y="1220"/>
                      <a:pt x="1263" y="649"/>
                      <a:pt x="715" y="101"/>
                    </a:cubicBezTo>
                    <a:cubicBezTo>
                      <a:pt x="644" y="30"/>
                      <a:pt x="565" y="1"/>
                      <a:pt x="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36"/>
              <p:cNvSpPr/>
              <p:nvPr/>
            </p:nvSpPr>
            <p:spPr>
              <a:xfrm>
                <a:off x="854275" y="1078700"/>
                <a:ext cx="65500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0" h="2327" extrusionOk="0">
                    <a:moveTo>
                      <a:pt x="2132" y="1"/>
                    </a:moveTo>
                    <a:cubicBezTo>
                      <a:pt x="2055" y="1"/>
                      <a:pt x="1976" y="30"/>
                      <a:pt x="1905" y="101"/>
                    </a:cubicBezTo>
                    <a:cubicBezTo>
                      <a:pt x="1357" y="649"/>
                      <a:pt x="810" y="1220"/>
                      <a:pt x="250" y="1756"/>
                    </a:cubicBezTo>
                    <a:cubicBezTo>
                      <a:pt x="0" y="1987"/>
                      <a:pt x="239" y="2327"/>
                      <a:pt x="504" y="2327"/>
                    </a:cubicBezTo>
                    <a:cubicBezTo>
                      <a:pt x="579" y="2327"/>
                      <a:pt x="657" y="2299"/>
                      <a:pt x="726" y="2232"/>
                    </a:cubicBezTo>
                    <a:cubicBezTo>
                      <a:pt x="1286" y="1697"/>
                      <a:pt x="1834" y="1125"/>
                      <a:pt x="2381" y="577"/>
                    </a:cubicBezTo>
                    <a:cubicBezTo>
                      <a:pt x="2620" y="339"/>
                      <a:pt x="2391" y="1"/>
                      <a:pt x="2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36"/>
              <p:cNvSpPr/>
              <p:nvPr/>
            </p:nvSpPr>
            <p:spPr>
              <a:xfrm>
                <a:off x="734900" y="1170500"/>
                <a:ext cx="28000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121" extrusionOk="0">
                    <a:moveTo>
                      <a:pt x="1060" y="1"/>
                    </a:moveTo>
                    <a:cubicBezTo>
                      <a:pt x="477" y="1"/>
                      <a:pt x="1" y="477"/>
                      <a:pt x="1" y="1061"/>
                    </a:cubicBezTo>
                    <a:cubicBezTo>
                      <a:pt x="1" y="1644"/>
                      <a:pt x="477" y="2120"/>
                      <a:pt x="1060" y="2120"/>
                    </a:cubicBezTo>
                    <a:lnTo>
                      <a:pt x="1120" y="2120"/>
                    </a:lnTo>
                    <a:lnTo>
                      <a:pt x="112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36"/>
              <p:cNvSpPr/>
              <p:nvPr/>
            </p:nvSpPr>
            <p:spPr>
              <a:xfrm>
                <a:off x="762875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1489" y="2120"/>
                    </a:lnTo>
                    <a:lnTo>
                      <a:pt x="148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36"/>
              <p:cNvSpPr/>
              <p:nvPr/>
            </p:nvSpPr>
            <p:spPr>
              <a:xfrm>
                <a:off x="800100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0" y="1"/>
                    </a:moveTo>
                    <a:lnTo>
                      <a:pt x="0" y="2120"/>
                    </a:lnTo>
                    <a:lnTo>
                      <a:pt x="1488" y="2120"/>
                    </a:lnTo>
                    <a:lnTo>
                      <a:pt x="148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36"/>
              <p:cNvSpPr/>
              <p:nvPr/>
            </p:nvSpPr>
            <p:spPr>
              <a:xfrm>
                <a:off x="874200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1489" y="2120"/>
                    </a:lnTo>
                    <a:lnTo>
                      <a:pt x="148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36"/>
              <p:cNvSpPr/>
              <p:nvPr/>
            </p:nvSpPr>
            <p:spPr>
              <a:xfrm>
                <a:off x="911400" y="1170500"/>
                <a:ext cx="280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60" y="2120"/>
                    </a:lnTo>
                    <a:cubicBezTo>
                      <a:pt x="644" y="2120"/>
                      <a:pt x="1120" y="1644"/>
                      <a:pt x="1120" y="1061"/>
                    </a:cubicBezTo>
                    <a:cubicBezTo>
                      <a:pt x="1120" y="465"/>
                      <a:pt x="644" y="1"/>
                      <a:pt x="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36"/>
              <p:cNvSpPr/>
              <p:nvPr/>
            </p:nvSpPr>
            <p:spPr>
              <a:xfrm>
                <a:off x="837300" y="1170500"/>
                <a:ext cx="369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2121" extrusionOk="0">
                    <a:moveTo>
                      <a:pt x="0" y="1"/>
                    </a:moveTo>
                    <a:lnTo>
                      <a:pt x="0" y="2120"/>
                    </a:lnTo>
                    <a:lnTo>
                      <a:pt x="1477" y="2120"/>
                    </a:lnTo>
                    <a:lnTo>
                      <a:pt x="14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36"/>
              <p:cNvSpPr/>
              <p:nvPr/>
            </p:nvSpPr>
            <p:spPr>
              <a:xfrm>
                <a:off x="667025" y="1279450"/>
                <a:ext cx="339950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3598" h="1692" extrusionOk="0">
                    <a:moveTo>
                      <a:pt x="1" y="1"/>
                    </a:moveTo>
                    <a:lnTo>
                      <a:pt x="1" y="1691"/>
                    </a:lnTo>
                    <a:lnTo>
                      <a:pt x="13598" y="1691"/>
                    </a:lnTo>
                    <a:lnTo>
                      <a:pt x="135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36"/>
              <p:cNvSpPr/>
              <p:nvPr/>
            </p:nvSpPr>
            <p:spPr>
              <a:xfrm>
                <a:off x="667025" y="1301775"/>
                <a:ext cx="339950" cy="18775"/>
              </a:xfrm>
              <a:custGeom>
                <a:avLst/>
                <a:gdLst/>
                <a:ahLst/>
                <a:cxnLst/>
                <a:rect l="l" t="t" r="r" b="b"/>
                <a:pathLst>
                  <a:path w="13598" h="751" extrusionOk="0">
                    <a:moveTo>
                      <a:pt x="1" y="1"/>
                    </a:moveTo>
                    <a:lnTo>
                      <a:pt x="1" y="751"/>
                    </a:lnTo>
                    <a:lnTo>
                      <a:pt x="13598" y="751"/>
                    </a:lnTo>
                    <a:lnTo>
                      <a:pt x="1359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36"/>
              <p:cNvSpPr/>
              <p:nvPr/>
            </p:nvSpPr>
            <p:spPr>
              <a:xfrm>
                <a:off x="738175" y="1405350"/>
                <a:ext cx="197975" cy="112850"/>
              </a:xfrm>
              <a:custGeom>
                <a:avLst/>
                <a:gdLst/>
                <a:ahLst/>
                <a:cxnLst/>
                <a:rect l="l" t="t" r="r" b="b"/>
                <a:pathLst>
                  <a:path w="7919" h="4514" extrusionOk="0">
                    <a:moveTo>
                      <a:pt x="1477" y="1"/>
                    </a:moveTo>
                    <a:cubicBezTo>
                      <a:pt x="667" y="1"/>
                      <a:pt x="1" y="668"/>
                      <a:pt x="1" y="1477"/>
                    </a:cubicBezTo>
                    <a:lnTo>
                      <a:pt x="1" y="3037"/>
                    </a:lnTo>
                    <a:cubicBezTo>
                      <a:pt x="1" y="3847"/>
                      <a:pt x="667" y="4513"/>
                      <a:pt x="1477" y="4513"/>
                    </a:cubicBezTo>
                    <a:lnTo>
                      <a:pt x="6442" y="4513"/>
                    </a:lnTo>
                    <a:cubicBezTo>
                      <a:pt x="7251" y="4513"/>
                      <a:pt x="7918" y="3847"/>
                      <a:pt x="7918" y="3037"/>
                    </a:cubicBezTo>
                    <a:lnTo>
                      <a:pt x="7918" y="1477"/>
                    </a:lnTo>
                    <a:cubicBezTo>
                      <a:pt x="7918" y="668"/>
                      <a:pt x="7251" y="1"/>
                      <a:pt x="64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36"/>
              <p:cNvSpPr/>
              <p:nvPr/>
            </p:nvSpPr>
            <p:spPr>
              <a:xfrm>
                <a:off x="738175" y="1348200"/>
                <a:ext cx="37225" cy="3695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478" extrusionOk="0">
                    <a:moveTo>
                      <a:pt x="739" y="1"/>
                    </a:moveTo>
                    <a:cubicBezTo>
                      <a:pt x="334" y="1"/>
                      <a:pt x="1" y="334"/>
                      <a:pt x="1" y="739"/>
                    </a:cubicBezTo>
                    <a:cubicBezTo>
                      <a:pt x="1" y="1144"/>
                      <a:pt x="334" y="1477"/>
                      <a:pt x="739" y="1477"/>
                    </a:cubicBezTo>
                    <a:cubicBezTo>
                      <a:pt x="1155" y="1477"/>
                      <a:pt x="1489" y="1144"/>
                      <a:pt x="1489" y="739"/>
                    </a:cubicBezTo>
                    <a:cubicBezTo>
                      <a:pt x="1489" y="334"/>
                      <a:pt x="1155" y="1"/>
                      <a:pt x="73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36"/>
              <p:cNvSpPr/>
              <p:nvPr/>
            </p:nvSpPr>
            <p:spPr>
              <a:xfrm>
                <a:off x="808425" y="1348200"/>
                <a:ext cx="127725" cy="36950"/>
              </a:xfrm>
              <a:custGeom>
                <a:avLst/>
                <a:gdLst/>
                <a:ahLst/>
                <a:cxnLst/>
                <a:rect l="l" t="t" r="r" b="b"/>
                <a:pathLst>
                  <a:path w="5109" h="1478" extrusionOk="0">
                    <a:moveTo>
                      <a:pt x="0" y="1"/>
                    </a:moveTo>
                    <a:lnTo>
                      <a:pt x="0" y="1477"/>
                    </a:lnTo>
                    <a:lnTo>
                      <a:pt x="5108" y="1477"/>
                    </a:lnTo>
                    <a:lnTo>
                      <a:pt x="510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36"/>
              <p:cNvSpPr/>
              <p:nvPr/>
            </p:nvSpPr>
            <p:spPr>
              <a:xfrm>
                <a:off x="907250" y="1665800"/>
                <a:ext cx="48250" cy="5510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2204" extrusionOk="0">
                    <a:moveTo>
                      <a:pt x="965" y="1"/>
                    </a:moveTo>
                    <a:cubicBezTo>
                      <a:pt x="429" y="1"/>
                      <a:pt x="0" y="441"/>
                      <a:pt x="0" y="977"/>
                    </a:cubicBezTo>
                    <a:lnTo>
                      <a:pt x="0" y="1239"/>
                    </a:lnTo>
                    <a:cubicBezTo>
                      <a:pt x="0" y="1775"/>
                      <a:pt x="429" y="2204"/>
                      <a:pt x="965" y="2204"/>
                    </a:cubicBezTo>
                    <a:cubicBezTo>
                      <a:pt x="1500" y="2204"/>
                      <a:pt x="1929" y="1775"/>
                      <a:pt x="1929" y="1239"/>
                    </a:cubicBezTo>
                    <a:lnTo>
                      <a:pt x="1929" y="977"/>
                    </a:lnTo>
                    <a:cubicBezTo>
                      <a:pt x="1929" y="441"/>
                      <a:pt x="1500" y="1"/>
                      <a:pt x="9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36"/>
              <p:cNvSpPr/>
              <p:nvPr/>
            </p:nvSpPr>
            <p:spPr>
              <a:xfrm>
                <a:off x="717625" y="1665800"/>
                <a:ext cx="48550" cy="55100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2204" extrusionOk="0">
                    <a:moveTo>
                      <a:pt x="977" y="1"/>
                    </a:moveTo>
                    <a:cubicBezTo>
                      <a:pt x="442" y="1"/>
                      <a:pt x="1" y="441"/>
                      <a:pt x="1" y="977"/>
                    </a:cubicBezTo>
                    <a:lnTo>
                      <a:pt x="1" y="1239"/>
                    </a:lnTo>
                    <a:cubicBezTo>
                      <a:pt x="1" y="1775"/>
                      <a:pt x="442" y="2204"/>
                      <a:pt x="977" y="2204"/>
                    </a:cubicBezTo>
                    <a:cubicBezTo>
                      <a:pt x="1513" y="2204"/>
                      <a:pt x="1942" y="1775"/>
                      <a:pt x="1942" y="1239"/>
                    </a:cubicBezTo>
                    <a:lnTo>
                      <a:pt x="1942" y="977"/>
                    </a:lnTo>
                    <a:cubicBezTo>
                      <a:pt x="1942" y="441"/>
                      <a:pt x="1513" y="1"/>
                      <a:pt x="9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36"/>
              <p:cNvSpPr/>
              <p:nvPr/>
            </p:nvSpPr>
            <p:spPr>
              <a:xfrm>
                <a:off x="659600" y="1695575"/>
                <a:ext cx="11610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4644" h="1430" extrusionOk="0">
                    <a:moveTo>
                      <a:pt x="0" y="1"/>
                    </a:moveTo>
                    <a:lnTo>
                      <a:pt x="0" y="1429"/>
                    </a:lnTo>
                    <a:lnTo>
                      <a:pt x="4644" y="1429"/>
                    </a:lnTo>
                    <a:lnTo>
                      <a:pt x="464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36"/>
              <p:cNvSpPr/>
              <p:nvPr/>
            </p:nvSpPr>
            <p:spPr>
              <a:xfrm>
                <a:off x="898600" y="1695575"/>
                <a:ext cx="1161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4645" h="1430" extrusionOk="0">
                    <a:moveTo>
                      <a:pt x="1" y="1"/>
                    </a:moveTo>
                    <a:lnTo>
                      <a:pt x="1" y="1429"/>
                    </a:lnTo>
                    <a:lnTo>
                      <a:pt x="4644" y="1429"/>
                    </a:lnTo>
                    <a:lnTo>
                      <a:pt x="464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36"/>
              <p:cNvSpPr/>
              <p:nvPr/>
            </p:nvSpPr>
            <p:spPr>
              <a:xfrm>
                <a:off x="556300" y="1549725"/>
                <a:ext cx="109875" cy="929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3716" extrusionOk="0">
                    <a:moveTo>
                      <a:pt x="2192" y="1"/>
                    </a:moveTo>
                    <a:cubicBezTo>
                      <a:pt x="989" y="1"/>
                      <a:pt x="1" y="989"/>
                      <a:pt x="1" y="2191"/>
                    </a:cubicBezTo>
                    <a:lnTo>
                      <a:pt x="1" y="3703"/>
                    </a:lnTo>
                    <a:lnTo>
                      <a:pt x="1168" y="3703"/>
                    </a:lnTo>
                    <a:lnTo>
                      <a:pt x="1168" y="2191"/>
                    </a:lnTo>
                    <a:cubicBezTo>
                      <a:pt x="1168" y="1632"/>
                      <a:pt x="1632" y="1167"/>
                      <a:pt x="2192" y="1167"/>
                    </a:cubicBezTo>
                    <a:cubicBezTo>
                      <a:pt x="2763" y="1167"/>
                      <a:pt x="3227" y="1632"/>
                      <a:pt x="3227" y="2191"/>
                    </a:cubicBezTo>
                    <a:lnTo>
                      <a:pt x="3227" y="3715"/>
                    </a:lnTo>
                    <a:lnTo>
                      <a:pt x="4394" y="3715"/>
                    </a:lnTo>
                    <a:lnTo>
                      <a:pt x="4394" y="2191"/>
                    </a:lnTo>
                    <a:cubicBezTo>
                      <a:pt x="4394" y="989"/>
                      <a:pt x="3406" y="1"/>
                      <a:pt x="21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36"/>
              <p:cNvSpPr/>
              <p:nvPr/>
            </p:nvSpPr>
            <p:spPr>
              <a:xfrm>
                <a:off x="1006950" y="1549725"/>
                <a:ext cx="109575" cy="92900"/>
              </a:xfrm>
              <a:custGeom>
                <a:avLst/>
                <a:gdLst/>
                <a:ahLst/>
                <a:cxnLst/>
                <a:rect l="l" t="t" r="r" b="b"/>
                <a:pathLst>
                  <a:path w="4383" h="3716" extrusionOk="0">
                    <a:moveTo>
                      <a:pt x="2192" y="1"/>
                    </a:moveTo>
                    <a:cubicBezTo>
                      <a:pt x="977" y="1"/>
                      <a:pt x="1" y="989"/>
                      <a:pt x="1" y="2191"/>
                    </a:cubicBezTo>
                    <a:lnTo>
                      <a:pt x="1" y="3703"/>
                    </a:lnTo>
                    <a:lnTo>
                      <a:pt x="1168" y="3703"/>
                    </a:lnTo>
                    <a:lnTo>
                      <a:pt x="1168" y="2191"/>
                    </a:lnTo>
                    <a:cubicBezTo>
                      <a:pt x="1168" y="1632"/>
                      <a:pt x="1632" y="1167"/>
                      <a:pt x="2192" y="1167"/>
                    </a:cubicBezTo>
                    <a:cubicBezTo>
                      <a:pt x="2763" y="1167"/>
                      <a:pt x="3216" y="1632"/>
                      <a:pt x="3216" y="2191"/>
                    </a:cubicBezTo>
                    <a:lnTo>
                      <a:pt x="3216" y="3715"/>
                    </a:lnTo>
                    <a:lnTo>
                      <a:pt x="4382" y="3715"/>
                    </a:lnTo>
                    <a:lnTo>
                      <a:pt x="4382" y="2191"/>
                    </a:lnTo>
                    <a:cubicBezTo>
                      <a:pt x="4382" y="989"/>
                      <a:pt x="3406" y="1"/>
                      <a:pt x="21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07" name="Google Shape;1207;p36"/>
          <p:cNvGrpSpPr/>
          <p:nvPr/>
        </p:nvGrpSpPr>
        <p:grpSpPr>
          <a:xfrm rot="461313">
            <a:off x="7431031" y="81029"/>
            <a:ext cx="1374880" cy="2436445"/>
            <a:chOff x="2225575" y="3305850"/>
            <a:chExt cx="380125" cy="673625"/>
          </a:xfrm>
        </p:grpSpPr>
        <p:sp>
          <p:nvSpPr>
            <p:cNvPr id="1208" name="Google Shape;1208;p36"/>
            <p:cNvSpPr/>
            <p:nvPr/>
          </p:nvSpPr>
          <p:spPr>
            <a:xfrm>
              <a:off x="2225850" y="3306013"/>
              <a:ext cx="379850" cy="673300"/>
            </a:xfrm>
            <a:custGeom>
              <a:avLst/>
              <a:gdLst/>
              <a:ahLst/>
              <a:cxnLst/>
              <a:rect l="l" t="t" r="r" b="b"/>
              <a:pathLst>
                <a:path w="15194" h="26932" extrusionOk="0">
                  <a:moveTo>
                    <a:pt x="8978" y="16395"/>
                  </a:moveTo>
                  <a:lnTo>
                    <a:pt x="8978" y="17097"/>
                  </a:lnTo>
                  <a:lnTo>
                    <a:pt x="8835" y="17097"/>
                  </a:lnTo>
                  <a:cubicBezTo>
                    <a:pt x="8573" y="17097"/>
                    <a:pt x="8359" y="17312"/>
                    <a:pt x="8359" y="17574"/>
                  </a:cubicBezTo>
                  <a:lnTo>
                    <a:pt x="8359" y="17967"/>
                  </a:lnTo>
                  <a:lnTo>
                    <a:pt x="8252" y="17967"/>
                  </a:lnTo>
                  <a:cubicBezTo>
                    <a:pt x="8121" y="17967"/>
                    <a:pt x="8002" y="18074"/>
                    <a:pt x="8002" y="18217"/>
                  </a:cubicBezTo>
                  <a:cubicBezTo>
                    <a:pt x="8002" y="18348"/>
                    <a:pt x="8121" y="18467"/>
                    <a:pt x="8252" y="18467"/>
                  </a:cubicBezTo>
                  <a:lnTo>
                    <a:pt x="8359" y="18467"/>
                  </a:lnTo>
                  <a:lnTo>
                    <a:pt x="8359" y="21634"/>
                  </a:lnTo>
                  <a:lnTo>
                    <a:pt x="8252" y="21634"/>
                  </a:lnTo>
                  <a:cubicBezTo>
                    <a:pt x="8121" y="21634"/>
                    <a:pt x="8002" y="21741"/>
                    <a:pt x="8002" y="21884"/>
                  </a:cubicBezTo>
                  <a:cubicBezTo>
                    <a:pt x="8002" y="22015"/>
                    <a:pt x="8121" y="22134"/>
                    <a:pt x="8252" y="22134"/>
                  </a:cubicBezTo>
                  <a:lnTo>
                    <a:pt x="8359" y="22134"/>
                  </a:lnTo>
                  <a:lnTo>
                    <a:pt x="8359" y="22527"/>
                  </a:lnTo>
                  <a:cubicBezTo>
                    <a:pt x="8359" y="22789"/>
                    <a:pt x="8573" y="22991"/>
                    <a:pt x="8835" y="22991"/>
                  </a:cubicBezTo>
                  <a:lnTo>
                    <a:pt x="8966" y="22991"/>
                  </a:lnTo>
                  <a:lnTo>
                    <a:pt x="8966" y="24086"/>
                  </a:lnTo>
                  <a:cubicBezTo>
                    <a:pt x="8966" y="24086"/>
                    <a:pt x="8978" y="24098"/>
                    <a:pt x="8978" y="24098"/>
                  </a:cubicBezTo>
                  <a:lnTo>
                    <a:pt x="6216" y="24098"/>
                  </a:lnTo>
                  <a:cubicBezTo>
                    <a:pt x="6216" y="24098"/>
                    <a:pt x="6216" y="24086"/>
                    <a:pt x="6216" y="24086"/>
                  </a:cubicBezTo>
                  <a:lnTo>
                    <a:pt x="6216" y="22991"/>
                  </a:lnTo>
                  <a:lnTo>
                    <a:pt x="6359" y="22991"/>
                  </a:lnTo>
                  <a:cubicBezTo>
                    <a:pt x="6621" y="22991"/>
                    <a:pt x="6835" y="22789"/>
                    <a:pt x="6835" y="22527"/>
                  </a:cubicBezTo>
                  <a:lnTo>
                    <a:pt x="6835" y="22134"/>
                  </a:lnTo>
                  <a:lnTo>
                    <a:pt x="6930" y="22134"/>
                  </a:lnTo>
                  <a:cubicBezTo>
                    <a:pt x="7073" y="22134"/>
                    <a:pt x="7180" y="22015"/>
                    <a:pt x="7180" y="21884"/>
                  </a:cubicBezTo>
                  <a:cubicBezTo>
                    <a:pt x="7180" y="21741"/>
                    <a:pt x="7073" y="21634"/>
                    <a:pt x="6930" y="21634"/>
                  </a:cubicBezTo>
                  <a:lnTo>
                    <a:pt x="6835" y="21634"/>
                  </a:lnTo>
                  <a:lnTo>
                    <a:pt x="6835" y="18467"/>
                  </a:lnTo>
                  <a:lnTo>
                    <a:pt x="6930" y="18467"/>
                  </a:lnTo>
                  <a:cubicBezTo>
                    <a:pt x="7073" y="18467"/>
                    <a:pt x="7180" y="18348"/>
                    <a:pt x="7180" y="18217"/>
                  </a:cubicBezTo>
                  <a:cubicBezTo>
                    <a:pt x="7180" y="18074"/>
                    <a:pt x="7073" y="17967"/>
                    <a:pt x="6930" y="17967"/>
                  </a:cubicBezTo>
                  <a:lnTo>
                    <a:pt x="6835" y="17967"/>
                  </a:lnTo>
                  <a:lnTo>
                    <a:pt x="6835" y="17574"/>
                  </a:lnTo>
                  <a:cubicBezTo>
                    <a:pt x="6835" y="17312"/>
                    <a:pt x="6621" y="17097"/>
                    <a:pt x="6359" y="17097"/>
                  </a:cubicBezTo>
                  <a:lnTo>
                    <a:pt x="6216" y="17097"/>
                  </a:lnTo>
                  <a:lnTo>
                    <a:pt x="6216" y="16395"/>
                  </a:lnTo>
                  <a:close/>
                  <a:moveTo>
                    <a:pt x="7597" y="0"/>
                  </a:moveTo>
                  <a:cubicBezTo>
                    <a:pt x="7204" y="0"/>
                    <a:pt x="6895" y="322"/>
                    <a:pt x="6895" y="703"/>
                  </a:cubicBezTo>
                  <a:lnTo>
                    <a:pt x="4811" y="703"/>
                  </a:lnTo>
                  <a:cubicBezTo>
                    <a:pt x="4561" y="703"/>
                    <a:pt x="4359" y="905"/>
                    <a:pt x="4359" y="1167"/>
                  </a:cubicBezTo>
                  <a:lnTo>
                    <a:pt x="4359" y="3203"/>
                  </a:lnTo>
                  <a:cubicBezTo>
                    <a:pt x="4359" y="3119"/>
                    <a:pt x="4287" y="3048"/>
                    <a:pt x="4204" y="3048"/>
                  </a:cubicBezTo>
                  <a:cubicBezTo>
                    <a:pt x="4121" y="3048"/>
                    <a:pt x="4049" y="3119"/>
                    <a:pt x="4049" y="3203"/>
                  </a:cubicBezTo>
                  <a:lnTo>
                    <a:pt x="4049" y="3322"/>
                  </a:lnTo>
                  <a:cubicBezTo>
                    <a:pt x="3775" y="3441"/>
                    <a:pt x="3573" y="3715"/>
                    <a:pt x="3573" y="4036"/>
                  </a:cubicBezTo>
                  <a:cubicBezTo>
                    <a:pt x="3573" y="4358"/>
                    <a:pt x="3775" y="4632"/>
                    <a:pt x="4049" y="4751"/>
                  </a:cubicBezTo>
                  <a:lnTo>
                    <a:pt x="4049" y="4870"/>
                  </a:lnTo>
                  <a:cubicBezTo>
                    <a:pt x="4049" y="4953"/>
                    <a:pt x="4121" y="5013"/>
                    <a:pt x="4204" y="5013"/>
                  </a:cubicBezTo>
                  <a:cubicBezTo>
                    <a:pt x="4287" y="5013"/>
                    <a:pt x="4359" y="4953"/>
                    <a:pt x="4359" y="4870"/>
                  </a:cubicBezTo>
                  <a:lnTo>
                    <a:pt x="4359" y="6906"/>
                  </a:lnTo>
                  <a:cubicBezTo>
                    <a:pt x="4359" y="7156"/>
                    <a:pt x="4561" y="7358"/>
                    <a:pt x="4811" y="7358"/>
                  </a:cubicBezTo>
                  <a:lnTo>
                    <a:pt x="6609" y="7358"/>
                  </a:lnTo>
                  <a:lnTo>
                    <a:pt x="6609" y="7477"/>
                  </a:lnTo>
                  <a:cubicBezTo>
                    <a:pt x="6537" y="7489"/>
                    <a:pt x="6478" y="7549"/>
                    <a:pt x="6478" y="7620"/>
                  </a:cubicBezTo>
                  <a:cubicBezTo>
                    <a:pt x="6478" y="7691"/>
                    <a:pt x="6537" y="7751"/>
                    <a:pt x="6609" y="7763"/>
                  </a:cubicBezTo>
                  <a:lnTo>
                    <a:pt x="6609" y="7906"/>
                  </a:lnTo>
                  <a:cubicBezTo>
                    <a:pt x="6537" y="7906"/>
                    <a:pt x="6478" y="7965"/>
                    <a:pt x="6478" y="8037"/>
                  </a:cubicBezTo>
                  <a:cubicBezTo>
                    <a:pt x="6478" y="8120"/>
                    <a:pt x="6537" y="8180"/>
                    <a:pt x="6609" y="8180"/>
                  </a:cubicBezTo>
                  <a:lnTo>
                    <a:pt x="6609" y="8311"/>
                  </a:lnTo>
                  <a:lnTo>
                    <a:pt x="4537" y="8311"/>
                  </a:lnTo>
                  <a:cubicBezTo>
                    <a:pt x="4323" y="8311"/>
                    <a:pt x="4144" y="8489"/>
                    <a:pt x="4144" y="8703"/>
                  </a:cubicBezTo>
                  <a:lnTo>
                    <a:pt x="4144" y="8799"/>
                  </a:lnTo>
                  <a:lnTo>
                    <a:pt x="3930" y="8799"/>
                  </a:lnTo>
                  <a:lnTo>
                    <a:pt x="3930" y="8763"/>
                  </a:lnTo>
                  <a:cubicBezTo>
                    <a:pt x="3930" y="8692"/>
                    <a:pt x="3870" y="8632"/>
                    <a:pt x="3799" y="8632"/>
                  </a:cubicBezTo>
                  <a:cubicBezTo>
                    <a:pt x="3728" y="8632"/>
                    <a:pt x="3668" y="8692"/>
                    <a:pt x="3668" y="8763"/>
                  </a:cubicBezTo>
                  <a:lnTo>
                    <a:pt x="3668" y="8799"/>
                  </a:lnTo>
                  <a:lnTo>
                    <a:pt x="3466" y="8799"/>
                  </a:lnTo>
                  <a:lnTo>
                    <a:pt x="3466" y="8763"/>
                  </a:lnTo>
                  <a:cubicBezTo>
                    <a:pt x="3466" y="8692"/>
                    <a:pt x="3406" y="8632"/>
                    <a:pt x="3335" y="8632"/>
                  </a:cubicBezTo>
                  <a:cubicBezTo>
                    <a:pt x="3263" y="8632"/>
                    <a:pt x="3204" y="8692"/>
                    <a:pt x="3204" y="8763"/>
                  </a:cubicBezTo>
                  <a:lnTo>
                    <a:pt x="3204" y="8894"/>
                  </a:lnTo>
                  <a:cubicBezTo>
                    <a:pt x="3192" y="8906"/>
                    <a:pt x="3180" y="8918"/>
                    <a:pt x="3168" y="8930"/>
                  </a:cubicBezTo>
                  <a:lnTo>
                    <a:pt x="2501" y="8930"/>
                  </a:lnTo>
                  <a:cubicBezTo>
                    <a:pt x="1477" y="8930"/>
                    <a:pt x="644" y="9751"/>
                    <a:pt x="644" y="10775"/>
                  </a:cubicBezTo>
                  <a:lnTo>
                    <a:pt x="644" y="10966"/>
                  </a:lnTo>
                  <a:lnTo>
                    <a:pt x="572" y="10966"/>
                  </a:lnTo>
                  <a:cubicBezTo>
                    <a:pt x="489" y="10966"/>
                    <a:pt x="430" y="11025"/>
                    <a:pt x="430" y="11109"/>
                  </a:cubicBezTo>
                  <a:cubicBezTo>
                    <a:pt x="430" y="11180"/>
                    <a:pt x="489" y="11251"/>
                    <a:pt x="572" y="11251"/>
                  </a:cubicBezTo>
                  <a:lnTo>
                    <a:pt x="644" y="11251"/>
                  </a:lnTo>
                  <a:lnTo>
                    <a:pt x="644" y="11799"/>
                  </a:lnTo>
                  <a:lnTo>
                    <a:pt x="572" y="11799"/>
                  </a:lnTo>
                  <a:cubicBezTo>
                    <a:pt x="489" y="11799"/>
                    <a:pt x="430" y="11859"/>
                    <a:pt x="430" y="11942"/>
                  </a:cubicBezTo>
                  <a:cubicBezTo>
                    <a:pt x="430" y="12013"/>
                    <a:pt x="489" y="12085"/>
                    <a:pt x="572" y="12085"/>
                  </a:cubicBezTo>
                  <a:lnTo>
                    <a:pt x="644" y="12085"/>
                  </a:lnTo>
                  <a:lnTo>
                    <a:pt x="644" y="12633"/>
                  </a:lnTo>
                  <a:lnTo>
                    <a:pt x="572" y="12633"/>
                  </a:lnTo>
                  <a:cubicBezTo>
                    <a:pt x="489" y="12633"/>
                    <a:pt x="430" y="12692"/>
                    <a:pt x="430" y="12775"/>
                  </a:cubicBezTo>
                  <a:cubicBezTo>
                    <a:pt x="430" y="12847"/>
                    <a:pt x="489" y="12918"/>
                    <a:pt x="572" y="12918"/>
                  </a:cubicBezTo>
                  <a:lnTo>
                    <a:pt x="644" y="12918"/>
                  </a:lnTo>
                  <a:lnTo>
                    <a:pt x="644" y="13466"/>
                  </a:lnTo>
                  <a:lnTo>
                    <a:pt x="572" y="13466"/>
                  </a:lnTo>
                  <a:cubicBezTo>
                    <a:pt x="489" y="13466"/>
                    <a:pt x="430" y="13526"/>
                    <a:pt x="430" y="13609"/>
                  </a:cubicBezTo>
                  <a:cubicBezTo>
                    <a:pt x="430" y="13680"/>
                    <a:pt x="489" y="13752"/>
                    <a:pt x="572" y="13752"/>
                  </a:cubicBezTo>
                  <a:lnTo>
                    <a:pt x="644" y="13752"/>
                  </a:lnTo>
                  <a:lnTo>
                    <a:pt x="644" y="14002"/>
                  </a:lnTo>
                  <a:lnTo>
                    <a:pt x="906" y="14002"/>
                  </a:lnTo>
                  <a:lnTo>
                    <a:pt x="906" y="14395"/>
                  </a:lnTo>
                  <a:lnTo>
                    <a:pt x="739" y="14395"/>
                  </a:lnTo>
                  <a:cubicBezTo>
                    <a:pt x="561" y="14395"/>
                    <a:pt x="430" y="14526"/>
                    <a:pt x="430" y="14704"/>
                  </a:cubicBezTo>
                  <a:cubicBezTo>
                    <a:pt x="430" y="14871"/>
                    <a:pt x="561" y="15014"/>
                    <a:pt x="739" y="15014"/>
                  </a:cubicBezTo>
                  <a:lnTo>
                    <a:pt x="906" y="15014"/>
                  </a:lnTo>
                  <a:lnTo>
                    <a:pt x="906" y="16145"/>
                  </a:lnTo>
                  <a:cubicBezTo>
                    <a:pt x="382" y="16264"/>
                    <a:pt x="1" y="16728"/>
                    <a:pt x="1" y="17288"/>
                  </a:cubicBezTo>
                  <a:lnTo>
                    <a:pt x="477" y="17288"/>
                  </a:lnTo>
                  <a:cubicBezTo>
                    <a:pt x="477" y="16895"/>
                    <a:pt x="787" y="16585"/>
                    <a:pt x="1180" y="16585"/>
                  </a:cubicBezTo>
                  <a:cubicBezTo>
                    <a:pt x="1561" y="16585"/>
                    <a:pt x="1882" y="16895"/>
                    <a:pt x="1882" y="17288"/>
                  </a:cubicBezTo>
                  <a:lnTo>
                    <a:pt x="2358" y="17288"/>
                  </a:lnTo>
                  <a:cubicBezTo>
                    <a:pt x="2358" y="16728"/>
                    <a:pt x="1965" y="16264"/>
                    <a:pt x="1442" y="16145"/>
                  </a:cubicBezTo>
                  <a:lnTo>
                    <a:pt x="1442" y="15014"/>
                  </a:lnTo>
                  <a:lnTo>
                    <a:pt x="1620" y="15014"/>
                  </a:lnTo>
                  <a:cubicBezTo>
                    <a:pt x="1787" y="15014"/>
                    <a:pt x="1930" y="14871"/>
                    <a:pt x="1930" y="14704"/>
                  </a:cubicBezTo>
                  <a:cubicBezTo>
                    <a:pt x="1930" y="14526"/>
                    <a:pt x="1787" y="14395"/>
                    <a:pt x="1620" y="14395"/>
                  </a:cubicBezTo>
                  <a:lnTo>
                    <a:pt x="1442" y="14395"/>
                  </a:lnTo>
                  <a:lnTo>
                    <a:pt x="1442" y="14002"/>
                  </a:lnTo>
                  <a:lnTo>
                    <a:pt x="1704" y="14002"/>
                  </a:lnTo>
                  <a:lnTo>
                    <a:pt x="1704" y="13752"/>
                  </a:lnTo>
                  <a:lnTo>
                    <a:pt x="1787" y="13752"/>
                  </a:lnTo>
                  <a:cubicBezTo>
                    <a:pt x="1858" y="13752"/>
                    <a:pt x="1930" y="13680"/>
                    <a:pt x="1930" y="13609"/>
                  </a:cubicBezTo>
                  <a:cubicBezTo>
                    <a:pt x="1930" y="13526"/>
                    <a:pt x="1870" y="13466"/>
                    <a:pt x="1787" y="13466"/>
                  </a:cubicBezTo>
                  <a:lnTo>
                    <a:pt x="1704" y="13466"/>
                  </a:lnTo>
                  <a:lnTo>
                    <a:pt x="1704" y="12918"/>
                  </a:lnTo>
                  <a:lnTo>
                    <a:pt x="1787" y="12918"/>
                  </a:lnTo>
                  <a:cubicBezTo>
                    <a:pt x="1858" y="12918"/>
                    <a:pt x="1930" y="12847"/>
                    <a:pt x="1930" y="12775"/>
                  </a:cubicBezTo>
                  <a:cubicBezTo>
                    <a:pt x="1930" y="12692"/>
                    <a:pt x="1870" y="12633"/>
                    <a:pt x="1787" y="12633"/>
                  </a:cubicBezTo>
                  <a:lnTo>
                    <a:pt x="1704" y="12633"/>
                  </a:lnTo>
                  <a:lnTo>
                    <a:pt x="1704" y="12085"/>
                  </a:lnTo>
                  <a:lnTo>
                    <a:pt x="1787" y="12085"/>
                  </a:lnTo>
                  <a:cubicBezTo>
                    <a:pt x="1858" y="12085"/>
                    <a:pt x="1930" y="12013"/>
                    <a:pt x="1930" y="11942"/>
                  </a:cubicBezTo>
                  <a:cubicBezTo>
                    <a:pt x="1930" y="11859"/>
                    <a:pt x="1870" y="11799"/>
                    <a:pt x="1787" y="11799"/>
                  </a:cubicBezTo>
                  <a:lnTo>
                    <a:pt x="1704" y="11799"/>
                  </a:lnTo>
                  <a:lnTo>
                    <a:pt x="1704" y="11251"/>
                  </a:lnTo>
                  <a:lnTo>
                    <a:pt x="1787" y="11251"/>
                  </a:lnTo>
                  <a:cubicBezTo>
                    <a:pt x="1858" y="11251"/>
                    <a:pt x="1930" y="11180"/>
                    <a:pt x="1930" y="11109"/>
                  </a:cubicBezTo>
                  <a:cubicBezTo>
                    <a:pt x="1930" y="11025"/>
                    <a:pt x="1870" y="10966"/>
                    <a:pt x="1787" y="10966"/>
                  </a:cubicBezTo>
                  <a:lnTo>
                    <a:pt x="1704" y="10966"/>
                  </a:lnTo>
                  <a:lnTo>
                    <a:pt x="1704" y="10775"/>
                  </a:lnTo>
                  <a:cubicBezTo>
                    <a:pt x="1704" y="10335"/>
                    <a:pt x="2061" y="9977"/>
                    <a:pt x="2501" y="9977"/>
                  </a:cubicBezTo>
                  <a:lnTo>
                    <a:pt x="3168" y="9977"/>
                  </a:lnTo>
                  <a:cubicBezTo>
                    <a:pt x="3180" y="9989"/>
                    <a:pt x="3192" y="10001"/>
                    <a:pt x="3204" y="10013"/>
                  </a:cubicBezTo>
                  <a:lnTo>
                    <a:pt x="3204" y="10144"/>
                  </a:lnTo>
                  <a:cubicBezTo>
                    <a:pt x="3204" y="10216"/>
                    <a:pt x="3263" y="10275"/>
                    <a:pt x="3335" y="10275"/>
                  </a:cubicBezTo>
                  <a:cubicBezTo>
                    <a:pt x="3418" y="10275"/>
                    <a:pt x="3478" y="10216"/>
                    <a:pt x="3478" y="10144"/>
                  </a:cubicBezTo>
                  <a:lnTo>
                    <a:pt x="3478" y="10108"/>
                  </a:lnTo>
                  <a:lnTo>
                    <a:pt x="3668" y="10108"/>
                  </a:lnTo>
                  <a:lnTo>
                    <a:pt x="3668" y="10144"/>
                  </a:lnTo>
                  <a:cubicBezTo>
                    <a:pt x="3668" y="10216"/>
                    <a:pt x="3728" y="10275"/>
                    <a:pt x="3799" y="10275"/>
                  </a:cubicBezTo>
                  <a:cubicBezTo>
                    <a:pt x="3870" y="10275"/>
                    <a:pt x="3930" y="10216"/>
                    <a:pt x="3930" y="10144"/>
                  </a:cubicBezTo>
                  <a:lnTo>
                    <a:pt x="3930" y="10108"/>
                  </a:lnTo>
                  <a:lnTo>
                    <a:pt x="4144" y="10108"/>
                  </a:lnTo>
                  <a:lnTo>
                    <a:pt x="4144" y="13966"/>
                  </a:lnTo>
                  <a:lnTo>
                    <a:pt x="4144" y="14454"/>
                  </a:lnTo>
                  <a:lnTo>
                    <a:pt x="4144" y="14788"/>
                  </a:lnTo>
                  <a:cubicBezTo>
                    <a:pt x="4144" y="15014"/>
                    <a:pt x="4323" y="15180"/>
                    <a:pt x="4537" y="15180"/>
                  </a:cubicBezTo>
                  <a:lnTo>
                    <a:pt x="4799" y="15180"/>
                  </a:lnTo>
                  <a:lnTo>
                    <a:pt x="4799" y="15990"/>
                  </a:lnTo>
                  <a:cubicBezTo>
                    <a:pt x="4799" y="16204"/>
                    <a:pt x="4978" y="16383"/>
                    <a:pt x="5192" y="16383"/>
                  </a:cubicBezTo>
                  <a:lnTo>
                    <a:pt x="5240" y="16383"/>
                  </a:lnTo>
                  <a:lnTo>
                    <a:pt x="5240" y="17097"/>
                  </a:lnTo>
                  <a:lnTo>
                    <a:pt x="5097" y="17097"/>
                  </a:lnTo>
                  <a:cubicBezTo>
                    <a:pt x="4847" y="17097"/>
                    <a:pt x="4632" y="17300"/>
                    <a:pt x="4632" y="17562"/>
                  </a:cubicBezTo>
                  <a:lnTo>
                    <a:pt x="4632" y="17955"/>
                  </a:lnTo>
                  <a:lnTo>
                    <a:pt x="4502" y="17955"/>
                  </a:lnTo>
                  <a:cubicBezTo>
                    <a:pt x="4359" y="17955"/>
                    <a:pt x="4251" y="18074"/>
                    <a:pt x="4251" y="18205"/>
                  </a:cubicBezTo>
                  <a:cubicBezTo>
                    <a:pt x="4251" y="18348"/>
                    <a:pt x="4359" y="18455"/>
                    <a:pt x="4502" y="18455"/>
                  </a:cubicBezTo>
                  <a:lnTo>
                    <a:pt x="4632" y="18455"/>
                  </a:lnTo>
                  <a:lnTo>
                    <a:pt x="4632" y="21622"/>
                  </a:lnTo>
                  <a:lnTo>
                    <a:pt x="4502" y="21622"/>
                  </a:lnTo>
                  <a:cubicBezTo>
                    <a:pt x="4359" y="21622"/>
                    <a:pt x="4251" y="21741"/>
                    <a:pt x="4251" y="21872"/>
                  </a:cubicBezTo>
                  <a:cubicBezTo>
                    <a:pt x="4251" y="22015"/>
                    <a:pt x="4359" y="22122"/>
                    <a:pt x="4502" y="22122"/>
                  </a:cubicBezTo>
                  <a:lnTo>
                    <a:pt x="4632" y="22122"/>
                  </a:lnTo>
                  <a:lnTo>
                    <a:pt x="4632" y="22515"/>
                  </a:lnTo>
                  <a:cubicBezTo>
                    <a:pt x="4632" y="22777"/>
                    <a:pt x="4835" y="22991"/>
                    <a:pt x="5097" y="22991"/>
                  </a:cubicBezTo>
                  <a:lnTo>
                    <a:pt x="5240" y="22991"/>
                  </a:lnTo>
                  <a:lnTo>
                    <a:pt x="5240" y="24074"/>
                  </a:lnTo>
                  <a:cubicBezTo>
                    <a:pt x="5240" y="24086"/>
                    <a:pt x="5240" y="24086"/>
                    <a:pt x="5240" y="24098"/>
                  </a:cubicBezTo>
                  <a:lnTo>
                    <a:pt x="4406" y="24098"/>
                  </a:lnTo>
                  <a:cubicBezTo>
                    <a:pt x="4275" y="24098"/>
                    <a:pt x="4156" y="24182"/>
                    <a:pt x="4097" y="24289"/>
                  </a:cubicBezTo>
                  <a:lnTo>
                    <a:pt x="3370" y="24289"/>
                  </a:lnTo>
                  <a:lnTo>
                    <a:pt x="3370" y="23229"/>
                  </a:lnTo>
                  <a:cubicBezTo>
                    <a:pt x="3549" y="23170"/>
                    <a:pt x="3680" y="22991"/>
                    <a:pt x="3680" y="22777"/>
                  </a:cubicBezTo>
                  <a:lnTo>
                    <a:pt x="3680" y="21515"/>
                  </a:lnTo>
                  <a:lnTo>
                    <a:pt x="3680" y="20645"/>
                  </a:lnTo>
                  <a:cubicBezTo>
                    <a:pt x="3680" y="20384"/>
                    <a:pt x="3466" y="20157"/>
                    <a:pt x="3192" y="20157"/>
                  </a:cubicBezTo>
                  <a:lnTo>
                    <a:pt x="1311" y="20157"/>
                  </a:lnTo>
                  <a:cubicBezTo>
                    <a:pt x="1049" y="20157"/>
                    <a:pt x="822" y="20384"/>
                    <a:pt x="822" y="20645"/>
                  </a:cubicBezTo>
                  <a:lnTo>
                    <a:pt x="822" y="21515"/>
                  </a:lnTo>
                  <a:lnTo>
                    <a:pt x="822" y="22777"/>
                  </a:lnTo>
                  <a:cubicBezTo>
                    <a:pt x="822" y="22991"/>
                    <a:pt x="953" y="23170"/>
                    <a:pt x="1144" y="23229"/>
                  </a:cubicBezTo>
                  <a:lnTo>
                    <a:pt x="1144" y="25694"/>
                  </a:lnTo>
                  <a:lnTo>
                    <a:pt x="1144" y="26444"/>
                  </a:lnTo>
                  <a:cubicBezTo>
                    <a:pt x="1144" y="26718"/>
                    <a:pt x="1358" y="26932"/>
                    <a:pt x="1632" y="26932"/>
                  </a:cubicBezTo>
                  <a:lnTo>
                    <a:pt x="2870" y="26932"/>
                  </a:lnTo>
                  <a:cubicBezTo>
                    <a:pt x="3144" y="26932"/>
                    <a:pt x="3370" y="26718"/>
                    <a:pt x="3370" y="26444"/>
                  </a:cubicBezTo>
                  <a:lnTo>
                    <a:pt x="3370" y="25694"/>
                  </a:lnTo>
                  <a:lnTo>
                    <a:pt x="3370" y="24574"/>
                  </a:lnTo>
                  <a:lnTo>
                    <a:pt x="4097" y="24574"/>
                  </a:lnTo>
                  <a:cubicBezTo>
                    <a:pt x="4156" y="24682"/>
                    <a:pt x="4275" y="24765"/>
                    <a:pt x="4406" y="24765"/>
                  </a:cubicBezTo>
                  <a:lnTo>
                    <a:pt x="4573" y="24765"/>
                  </a:lnTo>
                  <a:lnTo>
                    <a:pt x="4573" y="25241"/>
                  </a:lnTo>
                  <a:cubicBezTo>
                    <a:pt x="4573" y="25456"/>
                    <a:pt x="4752" y="25634"/>
                    <a:pt x="4978" y="25634"/>
                  </a:cubicBezTo>
                  <a:lnTo>
                    <a:pt x="10217" y="25634"/>
                  </a:lnTo>
                  <a:cubicBezTo>
                    <a:pt x="10431" y="25634"/>
                    <a:pt x="10609" y="25456"/>
                    <a:pt x="10609" y="25241"/>
                  </a:cubicBezTo>
                  <a:lnTo>
                    <a:pt x="10609" y="24765"/>
                  </a:lnTo>
                  <a:lnTo>
                    <a:pt x="10788" y="24765"/>
                  </a:lnTo>
                  <a:cubicBezTo>
                    <a:pt x="10919" y="24765"/>
                    <a:pt x="11038" y="24682"/>
                    <a:pt x="11086" y="24574"/>
                  </a:cubicBezTo>
                  <a:lnTo>
                    <a:pt x="11824" y="24574"/>
                  </a:lnTo>
                  <a:lnTo>
                    <a:pt x="11824" y="25694"/>
                  </a:lnTo>
                  <a:lnTo>
                    <a:pt x="11824" y="26444"/>
                  </a:lnTo>
                  <a:cubicBezTo>
                    <a:pt x="11824" y="26718"/>
                    <a:pt x="12050" y="26932"/>
                    <a:pt x="12312" y="26932"/>
                  </a:cubicBezTo>
                  <a:lnTo>
                    <a:pt x="13562" y="26932"/>
                  </a:lnTo>
                  <a:cubicBezTo>
                    <a:pt x="13824" y="26932"/>
                    <a:pt x="14050" y="26718"/>
                    <a:pt x="14050" y="26444"/>
                  </a:cubicBezTo>
                  <a:lnTo>
                    <a:pt x="14050" y="25694"/>
                  </a:lnTo>
                  <a:lnTo>
                    <a:pt x="14050" y="23229"/>
                  </a:lnTo>
                  <a:cubicBezTo>
                    <a:pt x="14229" y="23170"/>
                    <a:pt x="14372" y="22991"/>
                    <a:pt x="14372" y="22777"/>
                  </a:cubicBezTo>
                  <a:lnTo>
                    <a:pt x="14372" y="21515"/>
                  </a:lnTo>
                  <a:lnTo>
                    <a:pt x="14372" y="20645"/>
                  </a:lnTo>
                  <a:cubicBezTo>
                    <a:pt x="14372" y="20384"/>
                    <a:pt x="14146" y="20157"/>
                    <a:pt x="13872" y="20157"/>
                  </a:cubicBezTo>
                  <a:lnTo>
                    <a:pt x="12002" y="20157"/>
                  </a:lnTo>
                  <a:cubicBezTo>
                    <a:pt x="11729" y="20157"/>
                    <a:pt x="11502" y="20384"/>
                    <a:pt x="11502" y="20645"/>
                  </a:cubicBezTo>
                  <a:lnTo>
                    <a:pt x="11502" y="21515"/>
                  </a:lnTo>
                  <a:lnTo>
                    <a:pt x="11502" y="22777"/>
                  </a:lnTo>
                  <a:cubicBezTo>
                    <a:pt x="11502" y="22991"/>
                    <a:pt x="11645" y="23170"/>
                    <a:pt x="11824" y="23229"/>
                  </a:cubicBezTo>
                  <a:lnTo>
                    <a:pt x="11824" y="24289"/>
                  </a:lnTo>
                  <a:lnTo>
                    <a:pt x="11086" y="24289"/>
                  </a:lnTo>
                  <a:cubicBezTo>
                    <a:pt x="11038" y="24182"/>
                    <a:pt x="10919" y="24098"/>
                    <a:pt x="10788" y="24098"/>
                  </a:cubicBezTo>
                  <a:lnTo>
                    <a:pt x="9943" y="24098"/>
                  </a:lnTo>
                  <a:cubicBezTo>
                    <a:pt x="9943" y="24086"/>
                    <a:pt x="9955" y="24086"/>
                    <a:pt x="9955" y="24074"/>
                  </a:cubicBezTo>
                  <a:lnTo>
                    <a:pt x="9955" y="22991"/>
                  </a:lnTo>
                  <a:lnTo>
                    <a:pt x="10086" y="22991"/>
                  </a:lnTo>
                  <a:cubicBezTo>
                    <a:pt x="10347" y="22991"/>
                    <a:pt x="10562" y="22777"/>
                    <a:pt x="10562" y="22515"/>
                  </a:cubicBezTo>
                  <a:lnTo>
                    <a:pt x="10562" y="22122"/>
                  </a:lnTo>
                  <a:lnTo>
                    <a:pt x="10693" y="22122"/>
                  </a:lnTo>
                  <a:cubicBezTo>
                    <a:pt x="10836" y="22122"/>
                    <a:pt x="10943" y="22015"/>
                    <a:pt x="10943" y="21872"/>
                  </a:cubicBezTo>
                  <a:cubicBezTo>
                    <a:pt x="10943" y="21741"/>
                    <a:pt x="10836" y="21622"/>
                    <a:pt x="10693" y="21622"/>
                  </a:cubicBezTo>
                  <a:lnTo>
                    <a:pt x="10562" y="21622"/>
                  </a:lnTo>
                  <a:lnTo>
                    <a:pt x="10562" y="18455"/>
                  </a:lnTo>
                  <a:lnTo>
                    <a:pt x="10693" y="18455"/>
                  </a:lnTo>
                  <a:cubicBezTo>
                    <a:pt x="10836" y="18455"/>
                    <a:pt x="10943" y="18348"/>
                    <a:pt x="10943" y="18205"/>
                  </a:cubicBezTo>
                  <a:cubicBezTo>
                    <a:pt x="10943" y="18074"/>
                    <a:pt x="10836" y="17955"/>
                    <a:pt x="10693" y="17955"/>
                  </a:cubicBezTo>
                  <a:lnTo>
                    <a:pt x="10562" y="17955"/>
                  </a:lnTo>
                  <a:lnTo>
                    <a:pt x="10562" y="17562"/>
                  </a:lnTo>
                  <a:cubicBezTo>
                    <a:pt x="10562" y="17300"/>
                    <a:pt x="10347" y="17097"/>
                    <a:pt x="10086" y="17097"/>
                  </a:cubicBezTo>
                  <a:lnTo>
                    <a:pt x="9955" y="17097"/>
                  </a:lnTo>
                  <a:lnTo>
                    <a:pt x="9955" y="16383"/>
                  </a:lnTo>
                  <a:lnTo>
                    <a:pt x="10002" y="16383"/>
                  </a:lnTo>
                  <a:cubicBezTo>
                    <a:pt x="10217" y="16383"/>
                    <a:pt x="10395" y="16204"/>
                    <a:pt x="10395" y="15990"/>
                  </a:cubicBezTo>
                  <a:lnTo>
                    <a:pt x="10395" y="15180"/>
                  </a:lnTo>
                  <a:lnTo>
                    <a:pt x="10645" y="15180"/>
                  </a:lnTo>
                  <a:cubicBezTo>
                    <a:pt x="10871" y="15180"/>
                    <a:pt x="11050" y="15014"/>
                    <a:pt x="11050" y="14788"/>
                  </a:cubicBezTo>
                  <a:lnTo>
                    <a:pt x="11050" y="14454"/>
                  </a:lnTo>
                  <a:lnTo>
                    <a:pt x="11050" y="13966"/>
                  </a:lnTo>
                  <a:lnTo>
                    <a:pt x="11050" y="10108"/>
                  </a:lnTo>
                  <a:lnTo>
                    <a:pt x="11264" y="10108"/>
                  </a:lnTo>
                  <a:lnTo>
                    <a:pt x="11264" y="10144"/>
                  </a:lnTo>
                  <a:cubicBezTo>
                    <a:pt x="11264" y="10216"/>
                    <a:pt x="11324" y="10275"/>
                    <a:pt x="11395" y="10275"/>
                  </a:cubicBezTo>
                  <a:cubicBezTo>
                    <a:pt x="11467" y="10275"/>
                    <a:pt x="11526" y="10216"/>
                    <a:pt x="11526" y="10144"/>
                  </a:cubicBezTo>
                  <a:lnTo>
                    <a:pt x="11526" y="10108"/>
                  </a:lnTo>
                  <a:lnTo>
                    <a:pt x="11717" y="10108"/>
                  </a:lnTo>
                  <a:lnTo>
                    <a:pt x="11717" y="10144"/>
                  </a:lnTo>
                  <a:cubicBezTo>
                    <a:pt x="11717" y="10216"/>
                    <a:pt x="11776" y="10275"/>
                    <a:pt x="11848" y="10275"/>
                  </a:cubicBezTo>
                  <a:cubicBezTo>
                    <a:pt x="11931" y="10275"/>
                    <a:pt x="11991" y="10216"/>
                    <a:pt x="11991" y="10144"/>
                  </a:cubicBezTo>
                  <a:lnTo>
                    <a:pt x="11991" y="10013"/>
                  </a:lnTo>
                  <a:cubicBezTo>
                    <a:pt x="12002" y="10001"/>
                    <a:pt x="12014" y="9989"/>
                    <a:pt x="12026" y="9977"/>
                  </a:cubicBezTo>
                  <a:lnTo>
                    <a:pt x="12693" y="9977"/>
                  </a:lnTo>
                  <a:cubicBezTo>
                    <a:pt x="13134" y="9977"/>
                    <a:pt x="13479" y="10335"/>
                    <a:pt x="13479" y="10775"/>
                  </a:cubicBezTo>
                  <a:lnTo>
                    <a:pt x="13479" y="10966"/>
                  </a:lnTo>
                  <a:lnTo>
                    <a:pt x="13407" y="10966"/>
                  </a:lnTo>
                  <a:cubicBezTo>
                    <a:pt x="13324" y="10966"/>
                    <a:pt x="13265" y="11025"/>
                    <a:pt x="13265" y="11109"/>
                  </a:cubicBezTo>
                  <a:cubicBezTo>
                    <a:pt x="13265" y="11180"/>
                    <a:pt x="13324" y="11251"/>
                    <a:pt x="13407" y="11251"/>
                  </a:cubicBezTo>
                  <a:lnTo>
                    <a:pt x="13479" y="11251"/>
                  </a:lnTo>
                  <a:lnTo>
                    <a:pt x="13479" y="11799"/>
                  </a:lnTo>
                  <a:lnTo>
                    <a:pt x="13407" y="11799"/>
                  </a:lnTo>
                  <a:cubicBezTo>
                    <a:pt x="13324" y="11799"/>
                    <a:pt x="13265" y="11859"/>
                    <a:pt x="13265" y="11942"/>
                  </a:cubicBezTo>
                  <a:cubicBezTo>
                    <a:pt x="13265" y="12013"/>
                    <a:pt x="13324" y="12085"/>
                    <a:pt x="13407" y="12085"/>
                  </a:cubicBezTo>
                  <a:lnTo>
                    <a:pt x="13479" y="12085"/>
                  </a:lnTo>
                  <a:lnTo>
                    <a:pt x="13479" y="12633"/>
                  </a:lnTo>
                  <a:lnTo>
                    <a:pt x="13407" y="12633"/>
                  </a:lnTo>
                  <a:cubicBezTo>
                    <a:pt x="13324" y="12633"/>
                    <a:pt x="13265" y="12692"/>
                    <a:pt x="13265" y="12775"/>
                  </a:cubicBezTo>
                  <a:cubicBezTo>
                    <a:pt x="13265" y="12847"/>
                    <a:pt x="13324" y="12918"/>
                    <a:pt x="13407" y="12918"/>
                  </a:cubicBezTo>
                  <a:lnTo>
                    <a:pt x="13479" y="12918"/>
                  </a:lnTo>
                  <a:lnTo>
                    <a:pt x="13479" y="13466"/>
                  </a:lnTo>
                  <a:lnTo>
                    <a:pt x="13407" y="13466"/>
                  </a:lnTo>
                  <a:cubicBezTo>
                    <a:pt x="13324" y="13466"/>
                    <a:pt x="13265" y="13526"/>
                    <a:pt x="13265" y="13609"/>
                  </a:cubicBezTo>
                  <a:cubicBezTo>
                    <a:pt x="13265" y="13680"/>
                    <a:pt x="13324" y="13752"/>
                    <a:pt x="13407" y="13752"/>
                  </a:cubicBezTo>
                  <a:lnTo>
                    <a:pt x="13479" y="13752"/>
                  </a:lnTo>
                  <a:lnTo>
                    <a:pt x="13479" y="14002"/>
                  </a:lnTo>
                  <a:lnTo>
                    <a:pt x="13753" y="14002"/>
                  </a:lnTo>
                  <a:lnTo>
                    <a:pt x="13753" y="14395"/>
                  </a:lnTo>
                  <a:lnTo>
                    <a:pt x="13574" y="14395"/>
                  </a:lnTo>
                  <a:cubicBezTo>
                    <a:pt x="13407" y="14395"/>
                    <a:pt x="13265" y="14526"/>
                    <a:pt x="13265" y="14704"/>
                  </a:cubicBezTo>
                  <a:cubicBezTo>
                    <a:pt x="13265" y="14871"/>
                    <a:pt x="13407" y="15014"/>
                    <a:pt x="13574" y="15014"/>
                  </a:cubicBezTo>
                  <a:lnTo>
                    <a:pt x="13753" y="15014"/>
                  </a:lnTo>
                  <a:lnTo>
                    <a:pt x="13753" y="16145"/>
                  </a:lnTo>
                  <a:cubicBezTo>
                    <a:pt x="13229" y="16264"/>
                    <a:pt x="12836" y="16728"/>
                    <a:pt x="12836" y="17288"/>
                  </a:cubicBezTo>
                  <a:lnTo>
                    <a:pt x="13312" y="17288"/>
                  </a:lnTo>
                  <a:cubicBezTo>
                    <a:pt x="13312" y="16895"/>
                    <a:pt x="13622" y="16585"/>
                    <a:pt x="14015" y="16585"/>
                  </a:cubicBezTo>
                  <a:cubicBezTo>
                    <a:pt x="14408" y="16585"/>
                    <a:pt x="14717" y="16895"/>
                    <a:pt x="14717" y="17288"/>
                  </a:cubicBezTo>
                  <a:lnTo>
                    <a:pt x="15193" y="17288"/>
                  </a:lnTo>
                  <a:cubicBezTo>
                    <a:pt x="15193" y="16728"/>
                    <a:pt x="14800" y="16264"/>
                    <a:pt x="14277" y="16145"/>
                  </a:cubicBezTo>
                  <a:lnTo>
                    <a:pt x="14277" y="15014"/>
                  </a:lnTo>
                  <a:lnTo>
                    <a:pt x="14455" y="15014"/>
                  </a:lnTo>
                  <a:cubicBezTo>
                    <a:pt x="14622" y="15014"/>
                    <a:pt x="14765" y="14871"/>
                    <a:pt x="14765" y="14704"/>
                  </a:cubicBezTo>
                  <a:cubicBezTo>
                    <a:pt x="14765" y="14526"/>
                    <a:pt x="14622" y="14395"/>
                    <a:pt x="14455" y="14395"/>
                  </a:cubicBezTo>
                  <a:lnTo>
                    <a:pt x="14277" y="14395"/>
                  </a:lnTo>
                  <a:lnTo>
                    <a:pt x="14277" y="14002"/>
                  </a:lnTo>
                  <a:lnTo>
                    <a:pt x="14538" y="14002"/>
                  </a:lnTo>
                  <a:lnTo>
                    <a:pt x="14538" y="13752"/>
                  </a:lnTo>
                  <a:lnTo>
                    <a:pt x="14622" y="13752"/>
                  </a:lnTo>
                  <a:cubicBezTo>
                    <a:pt x="14693" y="13752"/>
                    <a:pt x="14765" y="13680"/>
                    <a:pt x="14765" y="13609"/>
                  </a:cubicBezTo>
                  <a:cubicBezTo>
                    <a:pt x="14765" y="13526"/>
                    <a:pt x="14705" y="13466"/>
                    <a:pt x="14622" y="13466"/>
                  </a:cubicBezTo>
                  <a:lnTo>
                    <a:pt x="14538" y="13466"/>
                  </a:lnTo>
                  <a:lnTo>
                    <a:pt x="14538" y="12918"/>
                  </a:lnTo>
                  <a:lnTo>
                    <a:pt x="14622" y="12918"/>
                  </a:lnTo>
                  <a:cubicBezTo>
                    <a:pt x="14693" y="12918"/>
                    <a:pt x="14765" y="12847"/>
                    <a:pt x="14765" y="12775"/>
                  </a:cubicBezTo>
                  <a:cubicBezTo>
                    <a:pt x="14765" y="12692"/>
                    <a:pt x="14705" y="12633"/>
                    <a:pt x="14622" y="12633"/>
                  </a:cubicBezTo>
                  <a:lnTo>
                    <a:pt x="14538" y="12633"/>
                  </a:lnTo>
                  <a:lnTo>
                    <a:pt x="14538" y="12085"/>
                  </a:lnTo>
                  <a:lnTo>
                    <a:pt x="14622" y="12085"/>
                  </a:lnTo>
                  <a:cubicBezTo>
                    <a:pt x="14693" y="12085"/>
                    <a:pt x="14765" y="12013"/>
                    <a:pt x="14765" y="11942"/>
                  </a:cubicBezTo>
                  <a:cubicBezTo>
                    <a:pt x="14765" y="11859"/>
                    <a:pt x="14705" y="11799"/>
                    <a:pt x="14622" y="11799"/>
                  </a:cubicBezTo>
                  <a:lnTo>
                    <a:pt x="14538" y="11799"/>
                  </a:lnTo>
                  <a:lnTo>
                    <a:pt x="14538" y="11251"/>
                  </a:lnTo>
                  <a:lnTo>
                    <a:pt x="14622" y="11251"/>
                  </a:lnTo>
                  <a:cubicBezTo>
                    <a:pt x="14693" y="11251"/>
                    <a:pt x="14765" y="11180"/>
                    <a:pt x="14765" y="11109"/>
                  </a:cubicBezTo>
                  <a:cubicBezTo>
                    <a:pt x="14765" y="11025"/>
                    <a:pt x="14705" y="10966"/>
                    <a:pt x="14622" y="10966"/>
                  </a:cubicBezTo>
                  <a:lnTo>
                    <a:pt x="14538" y="10966"/>
                  </a:lnTo>
                  <a:lnTo>
                    <a:pt x="14538" y="10775"/>
                  </a:lnTo>
                  <a:cubicBezTo>
                    <a:pt x="14538" y="9751"/>
                    <a:pt x="13705" y="8930"/>
                    <a:pt x="12693" y="8930"/>
                  </a:cubicBezTo>
                  <a:lnTo>
                    <a:pt x="12026" y="8930"/>
                  </a:lnTo>
                  <a:cubicBezTo>
                    <a:pt x="12014" y="8918"/>
                    <a:pt x="12002" y="8906"/>
                    <a:pt x="11991" y="8894"/>
                  </a:cubicBezTo>
                  <a:lnTo>
                    <a:pt x="11991" y="8763"/>
                  </a:lnTo>
                  <a:cubicBezTo>
                    <a:pt x="11991" y="8692"/>
                    <a:pt x="11931" y="8632"/>
                    <a:pt x="11848" y="8632"/>
                  </a:cubicBezTo>
                  <a:cubicBezTo>
                    <a:pt x="11776" y="8632"/>
                    <a:pt x="11717" y="8692"/>
                    <a:pt x="11717" y="8763"/>
                  </a:cubicBezTo>
                  <a:lnTo>
                    <a:pt x="11717" y="8799"/>
                  </a:lnTo>
                  <a:lnTo>
                    <a:pt x="11526" y="8799"/>
                  </a:lnTo>
                  <a:lnTo>
                    <a:pt x="11526" y="8763"/>
                  </a:lnTo>
                  <a:cubicBezTo>
                    <a:pt x="11526" y="8692"/>
                    <a:pt x="11467" y="8632"/>
                    <a:pt x="11395" y="8632"/>
                  </a:cubicBezTo>
                  <a:cubicBezTo>
                    <a:pt x="11324" y="8632"/>
                    <a:pt x="11264" y="8692"/>
                    <a:pt x="11264" y="8763"/>
                  </a:cubicBezTo>
                  <a:lnTo>
                    <a:pt x="11264" y="8799"/>
                  </a:lnTo>
                  <a:lnTo>
                    <a:pt x="11050" y="8799"/>
                  </a:lnTo>
                  <a:lnTo>
                    <a:pt x="11050" y="8703"/>
                  </a:lnTo>
                  <a:cubicBezTo>
                    <a:pt x="11050" y="8489"/>
                    <a:pt x="10871" y="8311"/>
                    <a:pt x="10645" y="8311"/>
                  </a:cubicBezTo>
                  <a:lnTo>
                    <a:pt x="8573" y="8311"/>
                  </a:lnTo>
                  <a:lnTo>
                    <a:pt x="8573" y="8180"/>
                  </a:lnTo>
                  <a:cubicBezTo>
                    <a:pt x="8645" y="8180"/>
                    <a:pt x="8716" y="8120"/>
                    <a:pt x="8716" y="8037"/>
                  </a:cubicBezTo>
                  <a:cubicBezTo>
                    <a:pt x="8716" y="7965"/>
                    <a:pt x="8657" y="7906"/>
                    <a:pt x="8573" y="7906"/>
                  </a:cubicBezTo>
                  <a:lnTo>
                    <a:pt x="8573" y="7763"/>
                  </a:lnTo>
                  <a:cubicBezTo>
                    <a:pt x="8645" y="7751"/>
                    <a:pt x="8716" y="7691"/>
                    <a:pt x="8716" y="7620"/>
                  </a:cubicBezTo>
                  <a:cubicBezTo>
                    <a:pt x="8716" y="7549"/>
                    <a:pt x="8657" y="7489"/>
                    <a:pt x="8573" y="7477"/>
                  </a:cubicBezTo>
                  <a:lnTo>
                    <a:pt x="8573" y="7358"/>
                  </a:lnTo>
                  <a:lnTo>
                    <a:pt x="10371" y="7358"/>
                  </a:lnTo>
                  <a:cubicBezTo>
                    <a:pt x="10633" y="7358"/>
                    <a:pt x="10836" y="7156"/>
                    <a:pt x="10836" y="6906"/>
                  </a:cubicBezTo>
                  <a:lnTo>
                    <a:pt x="10836" y="4870"/>
                  </a:lnTo>
                  <a:cubicBezTo>
                    <a:pt x="10836" y="4953"/>
                    <a:pt x="10907" y="5013"/>
                    <a:pt x="10990" y="5013"/>
                  </a:cubicBezTo>
                  <a:cubicBezTo>
                    <a:pt x="11074" y="5013"/>
                    <a:pt x="11145" y="4953"/>
                    <a:pt x="11145" y="4870"/>
                  </a:cubicBezTo>
                  <a:lnTo>
                    <a:pt x="11145" y="4751"/>
                  </a:lnTo>
                  <a:cubicBezTo>
                    <a:pt x="11419" y="4632"/>
                    <a:pt x="11610" y="4358"/>
                    <a:pt x="11610" y="4036"/>
                  </a:cubicBezTo>
                  <a:cubicBezTo>
                    <a:pt x="11610" y="3715"/>
                    <a:pt x="11419" y="3441"/>
                    <a:pt x="11145" y="3322"/>
                  </a:cubicBezTo>
                  <a:lnTo>
                    <a:pt x="11145" y="3203"/>
                  </a:lnTo>
                  <a:cubicBezTo>
                    <a:pt x="11145" y="3119"/>
                    <a:pt x="11074" y="3048"/>
                    <a:pt x="10990" y="3048"/>
                  </a:cubicBezTo>
                  <a:cubicBezTo>
                    <a:pt x="10907" y="3048"/>
                    <a:pt x="10836" y="3119"/>
                    <a:pt x="10836" y="3203"/>
                  </a:cubicBezTo>
                  <a:lnTo>
                    <a:pt x="10836" y="1167"/>
                  </a:lnTo>
                  <a:cubicBezTo>
                    <a:pt x="10836" y="905"/>
                    <a:pt x="10633" y="703"/>
                    <a:pt x="10371" y="703"/>
                  </a:cubicBezTo>
                  <a:lnTo>
                    <a:pt x="8300" y="703"/>
                  </a:lnTo>
                  <a:cubicBezTo>
                    <a:pt x="8300" y="322"/>
                    <a:pt x="7978" y="0"/>
                    <a:pt x="759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09" name="Google Shape;1209;p36"/>
            <p:cNvGrpSpPr/>
            <p:nvPr/>
          </p:nvGrpSpPr>
          <p:grpSpPr>
            <a:xfrm>
              <a:off x="2225575" y="3305850"/>
              <a:ext cx="380125" cy="673625"/>
              <a:chOff x="2225575" y="2801950"/>
              <a:chExt cx="380125" cy="673625"/>
            </a:xfrm>
          </p:grpSpPr>
          <p:sp>
            <p:nvSpPr>
              <p:cNvPr id="1210" name="Google Shape;1210;p36"/>
              <p:cNvSpPr/>
              <p:nvPr/>
            </p:nvSpPr>
            <p:spPr>
              <a:xfrm>
                <a:off x="2356825" y="3197850"/>
                <a:ext cx="244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180" extrusionOk="0">
                    <a:moveTo>
                      <a:pt x="465" y="0"/>
                    </a:moveTo>
                    <a:cubicBezTo>
                      <a:pt x="215" y="0"/>
                      <a:pt x="1" y="203"/>
                      <a:pt x="1" y="465"/>
                    </a:cubicBezTo>
                    <a:lnTo>
                      <a:pt x="1" y="1703"/>
                    </a:lnTo>
                    <a:cubicBezTo>
                      <a:pt x="1" y="1965"/>
                      <a:pt x="215" y="2179"/>
                      <a:pt x="465" y="2179"/>
                    </a:cubicBezTo>
                    <a:lnTo>
                      <a:pt x="513" y="2179"/>
                    </a:lnTo>
                    <a:cubicBezTo>
                      <a:pt x="763" y="2179"/>
                      <a:pt x="977" y="1965"/>
                      <a:pt x="977" y="1703"/>
                    </a:cubicBezTo>
                    <a:lnTo>
                      <a:pt x="977" y="465"/>
                    </a:lnTo>
                    <a:cubicBezTo>
                      <a:pt x="977" y="203"/>
                      <a:pt x="763" y="0"/>
                      <a:pt x="5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36"/>
              <p:cNvSpPr/>
              <p:nvPr/>
            </p:nvSpPr>
            <p:spPr>
              <a:xfrm>
                <a:off x="2356825" y="3361250"/>
                <a:ext cx="244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180" extrusionOk="0">
                    <a:moveTo>
                      <a:pt x="465" y="1"/>
                    </a:moveTo>
                    <a:cubicBezTo>
                      <a:pt x="215" y="1"/>
                      <a:pt x="1" y="215"/>
                      <a:pt x="1" y="477"/>
                    </a:cubicBezTo>
                    <a:lnTo>
                      <a:pt x="1" y="1715"/>
                    </a:lnTo>
                    <a:cubicBezTo>
                      <a:pt x="1" y="1977"/>
                      <a:pt x="215" y="2180"/>
                      <a:pt x="465" y="2180"/>
                    </a:cubicBezTo>
                    <a:lnTo>
                      <a:pt x="513" y="2180"/>
                    </a:lnTo>
                    <a:cubicBezTo>
                      <a:pt x="763" y="2180"/>
                      <a:pt x="977" y="1977"/>
                      <a:pt x="977" y="1715"/>
                    </a:cubicBezTo>
                    <a:lnTo>
                      <a:pt x="977" y="477"/>
                    </a:lnTo>
                    <a:cubicBezTo>
                      <a:pt x="977" y="215"/>
                      <a:pt x="763" y="1"/>
                      <a:pt x="51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36"/>
              <p:cNvSpPr/>
              <p:nvPr/>
            </p:nvSpPr>
            <p:spPr>
              <a:xfrm>
                <a:off x="2341650" y="3229400"/>
                <a:ext cx="54800" cy="147350"/>
              </a:xfrm>
              <a:custGeom>
                <a:avLst/>
                <a:gdLst/>
                <a:ahLst/>
                <a:cxnLst/>
                <a:rect l="l" t="t" r="r" b="b"/>
                <a:pathLst>
                  <a:path w="2192" h="5894" extrusionOk="0">
                    <a:moveTo>
                      <a:pt x="465" y="0"/>
                    </a:moveTo>
                    <a:cubicBezTo>
                      <a:pt x="203" y="0"/>
                      <a:pt x="0" y="215"/>
                      <a:pt x="0" y="477"/>
                    </a:cubicBezTo>
                    <a:lnTo>
                      <a:pt x="0" y="5430"/>
                    </a:lnTo>
                    <a:cubicBezTo>
                      <a:pt x="0" y="5692"/>
                      <a:pt x="203" y="5894"/>
                      <a:pt x="465" y="5894"/>
                    </a:cubicBezTo>
                    <a:lnTo>
                      <a:pt x="1727" y="5894"/>
                    </a:lnTo>
                    <a:cubicBezTo>
                      <a:pt x="1989" y="5894"/>
                      <a:pt x="2191" y="5692"/>
                      <a:pt x="2191" y="5430"/>
                    </a:cubicBezTo>
                    <a:lnTo>
                      <a:pt x="2191" y="477"/>
                    </a:lnTo>
                    <a:cubicBezTo>
                      <a:pt x="2191" y="215"/>
                      <a:pt x="1989" y="0"/>
                      <a:pt x="1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36"/>
              <p:cNvSpPr/>
              <p:nvPr/>
            </p:nvSpPr>
            <p:spPr>
              <a:xfrm>
                <a:off x="2349100" y="3283275"/>
                <a:ext cx="39900" cy="39900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1596" extrusionOk="0">
                    <a:moveTo>
                      <a:pt x="798" y="0"/>
                    </a:moveTo>
                    <a:cubicBezTo>
                      <a:pt x="357" y="0"/>
                      <a:pt x="0" y="358"/>
                      <a:pt x="0" y="798"/>
                    </a:cubicBezTo>
                    <a:cubicBezTo>
                      <a:pt x="0" y="1239"/>
                      <a:pt x="357" y="1596"/>
                      <a:pt x="798" y="1596"/>
                    </a:cubicBezTo>
                    <a:cubicBezTo>
                      <a:pt x="1238" y="1596"/>
                      <a:pt x="1596" y="1239"/>
                      <a:pt x="1596" y="798"/>
                    </a:cubicBezTo>
                    <a:cubicBezTo>
                      <a:pt x="1596" y="358"/>
                      <a:pt x="1238" y="0"/>
                      <a:pt x="7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36"/>
              <p:cNvSpPr/>
              <p:nvPr/>
            </p:nvSpPr>
            <p:spPr>
              <a:xfrm>
                <a:off x="2332125" y="3250525"/>
                <a:ext cx="732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489" extrusionOk="0">
                    <a:moveTo>
                      <a:pt x="251" y="0"/>
                    </a:moveTo>
                    <a:cubicBezTo>
                      <a:pt x="108" y="0"/>
                      <a:pt x="0" y="108"/>
                      <a:pt x="0" y="251"/>
                    </a:cubicBezTo>
                    <a:cubicBezTo>
                      <a:pt x="0" y="381"/>
                      <a:pt x="108" y="489"/>
                      <a:pt x="251" y="489"/>
                    </a:cubicBezTo>
                    <a:lnTo>
                      <a:pt x="2679" y="489"/>
                    </a:lnTo>
                    <a:cubicBezTo>
                      <a:pt x="2822" y="489"/>
                      <a:pt x="2929" y="381"/>
                      <a:pt x="2929" y="251"/>
                    </a:cubicBezTo>
                    <a:cubicBezTo>
                      <a:pt x="2929" y="108"/>
                      <a:pt x="2822" y="0"/>
                      <a:pt x="26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36"/>
              <p:cNvSpPr/>
              <p:nvPr/>
            </p:nvSpPr>
            <p:spPr>
              <a:xfrm>
                <a:off x="2332125" y="3342200"/>
                <a:ext cx="73250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501" extrusionOk="0">
                    <a:moveTo>
                      <a:pt x="251" y="1"/>
                    </a:moveTo>
                    <a:cubicBezTo>
                      <a:pt x="108" y="1"/>
                      <a:pt x="0" y="108"/>
                      <a:pt x="0" y="251"/>
                    </a:cubicBezTo>
                    <a:cubicBezTo>
                      <a:pt x="0" y="382"/>
                      <a:pt x="108" y="501"/>
                      <a:pt x="251" y="501"/>
                    </a:cubicBezTo>
                    <a:lnTo>
                      <a:pt x="2679" y="501"/>
                    </a:lnTo>
                    <a:cubicBezTo>
                      <a:pt x="2822" y="501"/>
                      <a:pt x="2929" y="382"/>
                      <a:pt x="2929" y="251"/>
                    </a:cubicBezTo>
                    <a:cubicBezTo>
                      <a:pt x="2929" y="108"/>
                      <a:pt x="2822" y="1"/>
                      <a:pt x="26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36"/>
              <p:cNvSpPr/>
              <p:nvPr/>
            </p:nvSpPr>
            <p:spPr>
              <a:xfrm>
                <a:off x="2450000" y="3197850"/>
                <a:ext cx="247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89" h="2180" extrusionOk="0">
                    <a:moveTo>
                      <a:pt x="477" y="0"/>
                    </a:moveTo>
                    <a:cubicBezTo>
                      <a:pt x="215" y="0"/>
                      <a:pt x="0" y="203"/>
                      <a:pt x="0" y="465"/>
                    </a:cubicBezTo>
                    <a:lnTo>
                      <a:pt x="0" y="1703"/>
                    </a:lnTo>
                    <a:cubicBezTo>
                      <a:pt x="0" y="1965"/>
                      <a:pt x="215" y="2179"/>
                      <a:pt x="477" y="2179"/>
                    </a:cubicBezTo>
                    <a:lnTo>
                      <a:pt x="512" y="2179"/>
                    </a:lnTo>
                    <a:cubicBezTo>
                      <a:pt x="774" y="2179"/>
                      <a:pt x="989" y="1965"/>
                      <a:pt x="989" y="1703"/>
                    </a:cubicBezTo>
                    <a:lnTo>
                      <a:pt x="989" y="465"/>
                    </a:lnTo>
                    <a:cubicBezTo>
                      <a:pt x="989" y="203"/>
                      <a:pt x="774" y="0"/>
                      <a:pt x="51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36"/>
              <p:cNvSpPr/>
              <p:nvPr/>
            </p:nvSpPr>
            <p:spPr>
              <a:xfrm>
                <a:off x="2450000" y="3361250"/>
                <a:ext cx="247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89" h="2180" extrusionOk="0">
                    <a:moveTo>
                      <a:pt x="477" y="1"/>
                    </a:moveTo>
                    <a:cubicBezTo>
                      <a:pt x="215" y="1"/>
                      <a:pt x="0" y="215"/>
                      <a:pt x="0" y="477"/>
                    </a:cubicBezTo>
                    <a:lnTo>
                      <a:pt x="0" y="1715"/>
                    </a:lnTo>
                    <a:cubicBezTo>
                      <a:pt x="0" y="1977"/>
                      <a:pt x="215" y="2180"/>
                      <a:pt x="477" y="2180"/>
                    </a:cubicBezTo>
                    <a:lnTo>
                      <a:pt x="512" y="2180"/>
                    </a:lnTo>
                    <a:cubicBezTo>
                      <a:pt x="774" y="2180"/>
                      <a:pt x="989" y="1977"/>
                      <a:pt x="989" y="1715"/>
                    </a:cubicBezTo>
                    <a:lnTo>
                      <a:pt x="989" y="477"/>
                    </a:lnTo>
                    <a:cubicBezTo>
                      <a:pt x="989" y="215"/>
                      <a:pt x="774" y="1"/>
                      <a:pt x="5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36"/>
              <p:cNvSpPr/>
              <p:nvPr/>
            </p:nvSpPr>
            <p:spPr>
              <a:xfrm>
                <a:off x="2434825" y="3229400"/>
                <a:ext cx="55075" cy="147350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5894" extrusionOk="0">
                    <a:moveTo>
                      <a:pt x="464" y="0"/>
                    </a:moveTo>
                    <a:cubicBezTo>
                      <a:pt x="214" y="0"/>
                      <a:pt x="0" y="215"/>
                      <a:pt x="0" y="477"/>
                    </a:cubicBezTo>
                    <a:lnTo>
                      <a:pt x="0" y="5430"/>
                    </a:lnTo>
                    <a:cubicBezTo>
                      <a:pt x="0" y="5692"/>
                      <a:pt x="214" y="5894"/>
                      <a:pt x="464" y="5894"/>
                    </a:cubicBezTo>
                    <a:lnTo>
                      <a:pt x="1727" y="5894"/>
                    </a:lnTo>
                    <a:cubicBezTo>
                      <a:pt x="1988" y="5894"/>
                      <a:pt x="2203" y="5692"/>
                      <a:pt x="2203" y="5430"/>
                    </a:cubicBezTo>
                    <a:lnTo>
                      <a:pt x="2203" y="477"/>
                    </a:lnTo>
                    <a:cubicBezTo>
                      <a:pt x="2203" y="215"/>
                      <a:pt x="1988" y="0"/>
                      <a:pt x="1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36"/>
              <p:cNvSpPr/>
              <p:nvPr/>
            </p:nvSpPr>
            <p:spPr>
              <a:xfrm>
                <a:off x="2442250" y="3283275"/>
                <a:ext cx="40225" cy="39900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596" extrusionOk="0">
                    <a:moveTo>
                      <a:pt x="799" y="0"/>
                    </a:moveTo>
                    <a:cubicBezTo>
                      <a:pt x="358" y="0"/>
                      <a:pt x="1" y="358"/>
                      <a:pt x="1" y="798"/>
                    </a:cubicBezTo>
                    <a:cubicBezTo>
                      <a:pt x="1" y="1239"/>
                      <a:pt x="358" y="1596"/>
                      <a:pt x="799" y="1596"/>
                    </a:cubicBezTo>
                    <a:cubicBezTo>
                      <a:pt x="1251" y="1596"/>
                      <a:pt x="1608" y="1239"/>
                      <a:pt x="1608" y="798"/>
                    </a:cubicBezTo>
                    <a:cubicBezTo>
                      <a:pt x="1608" y="358"/>
                      <a:pt x="1239" y="0"/>
                      <a:pt x="7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36"/>
              <p:cNvSpPr/>
              <p:nvPr/>
            </p:nvSpPr>
            <p:spPr>
              <a:xfrm>
                <a:off x="2426175" y="3251125"/>
                <a:ext cx="732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489" extrusionOk="0">
                    <a:moveTo>
                      <a:pt x="251" y="0"/>
                    </a:moveTo>
                    <a:cubicBezTo>
                      <a:pt x="108" y="0"/>
                      <a:pt x="1" y="108"/>
                      <a:pt x="1" y="251"/>
                    </a:cubicBezTo>
                    <a:cubicBezTo>
                      <a:pt x="1" y="381"/>
                      <a:pt x="108" y="489"/>
                      <a:pt x="251" y="489"/>
                    </a:cubicBezTo>
                    <a:lnTo>
                      <a:pt x="2680" y="489"/>
                    </a:lnTo>
                    <a:cubicBezTo>
                      <a:pt x="2811" y="489"/>
                      <a:pt x="2930" y="381"/>
                      <a:pt x="2930" y="251"/>
                    </a:cubicBezTo>
                    <a:cubicBezTo>
                      <a:pt x="2930" y="108"/>
                      <a:pt x="2811" y="0"/>
                      <a:pt x="26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36"/>
              <p:cNvSpPr/>
              <p:nvPr/>
            </p:nvSpPr>
            <p:spPr>
              <a:xfrm>
                <a:off x="2426175" y="3342800"/>
                <a:ext cx="73250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501" extrusionOk="0">
                    <a:moveTo>
                      <a:pt x="251" y="1"/>
                    </a:moveTo>
                    <a:cubicBezTo>
                      <a:pt x="108" y="1"/>
                      <a:pt x="1" y="108"/>
                      <a:pt x="1" y="251"/>
                    </a:cubicBezTo>
                    <a:cubicBezTo>
                      <a:pt x="1" y="382"/>
                      <a:pt x="108" y="501"/>
                      <a:pt x="251" y="501"/>
                    </a:cubicBezTo>
                    <a:lnTo>
                      <a:pt x="2680" y="501"/>
                    </a:lnTo>
                    <a:cubicBezTo>
                      <a:pt x="2811" y="501"/>
                      <a:pt x="2930" y="382"/>
                      <a:pt x="2930" y="251"/>
                    </a:cubicBezTo>
                    <a:cubicBezTo>
                      <a:pt x="2930" y="108"/>
                      <a:pt x="2811" y="1"/>
                      <a:pt x="268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36"/>
              <p:cNvSpPr/>
              <p:nvPr/>
            </p:nvSpPr>
            <p:spPr>
              <a:xfrm>
                <a:off x="2340150" y="3415725"/>
                <a:ext cx="150950" cy="27400"/>
              </a:xfrm>
              <a:custGeom>
                <a:avLst/>
                <a:gdLst/>
                <a:ahLst/>
                <a:cxnLst/>
                <a:rect l="l" t="t" r="r" b="b"/>
                <a:pathLst>
                  <a:path w="6038" h="1096" extrusionOk="0">
                    <a:moveTo>
                      <a:pt x="1" y="1"/>
                    </a:moveTo>
                    <a:lnTo>
                      <a:pt x="1" y="691"/>
                    </a:lnTo>
                    <a:cubicBezTo>
                      <a:pt x="1" y="917"/>
                      <a:pt x="180" y="1096"/>
                      <a:pt x="394" y="1096"/>
                    </a:cubicBezTo>
                    <a:lnTo>
                      <a:pt x="5645" y="1096"/>
                    </a:lnTo>
                    <a:cubicBezTo>
                      <a:pt x="5859" y="1096"/>
                      <a:pt x="6037" y="917"/>
                      <a:pt x="6037" y="691"/>
                    </a:cubicBezTo>
                    <a:lnTo>
                      <a:pt x="603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36"/>
              <p:cNvSpPr/>
              <p:nvPr/>
            </p:nvSpPr>
            <p:spPr>
              <a:xfrm>
                <a:off x="2299675" y="3409475"/>
                <a:ext cx="2319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9276" h="275" extrusionOk="0">
                    <a:moveTo>
                      <a:pt x="155" y="1"/>
                    </a:moveTo>
                    <a:cubicBezTo>
                      <a:pt x="72" y="1"/>
                      <a:pt x="1" y="60"/>
                      <a:pt x="1" y="143"/>
                    </a:cubicBezTo>
                    <a:cubicBezTo>
                      <a:pt x="1" y="215"/>
                      <a:pt x="72" y="274"/>
                      <a:pt x="155" y="274"/>
                    </a:cubicBezTo>
                    <a:lnTo>
                      <a:pt x="9121" y="274"/>
                    </a:lnTo>
                    <a:cubicBezTo>
                      <a:pt x="9204" y="274"/>
                      <a:pt x="9276" y="215"/>
                      <a:pt x="9276" y="143"/>
                    </a:cubicBezTo>
                    <a:cubicBezTo>
                      <a:pt x="9276" y="60"/>
                      <a:pt x="9204" y="1"/>
                      <a:pt x="9121" y="1"/>
                    </a:cubicBezTo>
                    <a:close/>
                  </a:path>
                </a:pathLst>
              </a:custGeom>
              <a:solidFill>
                <a:srgbClr val="B0B0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36"/>
              <p:cNvSpPr/>
              <p:nvPr/>
            </p:nvSpPr>
            <p:spPr>
              <a:xfrm>
                <a:off x="2345825" y="3169575"/>
                <a:ext cx="139925" cy="42275"/>
              </a:xfrm>
              <a:custGeom>
                <a:avLst/>
                <a:gdLst/>
                <a:ahLst/>
                <a:cxnLst/>
                <a:rect l="l" t="t" r="r" b="b"/>
                <a:pathLst>
                  <a:path w="5597" h="1691" extrusionOk="0">
                    <a:moveTo>
                      <a:pt x="393" y="0"/>
                    </a:moveTo>
                    <a:cubicBezTo>
                      <a:pt x="179" y="0"/>
                      <a:pt x="0" y="179"/>
                      <a:pt x="0" y="393"/>
                    </a:cubicBezTo>
                    <a:lnTo>
                      <a:pt x="0" y="1286"/>
                    </a:lnTo>
                    <a:cubicBezTo>
                      <a:pt x="0" y="1512"/>
                      <a:pt x="179" y="1691"/>
                      <a:pt x="393" y="1691"/>
                    </a:cubicBezTo>
                    <a:lnTo>
                      <a:pt x="5191" y="1691"/>
                    </a:lnTo>
                    <a:cubicBezTo>
                      <a:pt x="5418" y="1691"/>
                      <a:pt x="5596" y="1512"/>
                      <a:pt x="5596" y="1286"/>
                    </a:cubicBezTo>
                    <a:lnTo>
                      <a:pt x="5596" y="393"/>
                    </a:lnTo>
                    <a:cubicBezTo>
                      <a:pt x="5596" y="179"/>
                      <a:pt x="5418" y="0"/>
                      <a:pt x="51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36"/>
              <p:cNvSpPr/>
              <p:nvPr/>
            </p:nvSpPr>
            <p:spPr>
              <a:xfrm>
                <a:off x="2248475" y="3133550"/>
                <a:ext cx="13425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442" extrusionOk="0">
                    <a:moveTo>
                      <a:pt x="1" y="1"/>
                    </a:moveTo>
                    <a:lnTo>
                      <a:pt x="1" y="1441"/>
                    </a:lnTo>
                    <a:lnTo>
                      <a:pt x="537" y="1441"/>
                    </a:lnTo>
                    <a:lnTo>
                      <a:pt x="5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36"/>
              <p:cNvSpPr/>
              <p:nvPr/>
            </p:nvSpPr>
            <p:spPr>
              <a:xfrm>
                <a:off x="2248475" y="3173425"/>
                <a:ext cx="134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430" extrusionOk="0">
                    <a:moveTo>
                      <a:pt x="1" y="1"/>
                    </a:moveTo>
                    <a:lnTo>
                      <a:pt x="1" y="1430"/>
                    </a:lnTo>
                    <a:lnTo>
                      <a:pt x="537" y="1430"/>
                    </a:lnTo>
                    <a:lnTo>
                      <a:pt x="5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36"/>
              <p:cNvSpPr/>
              <p:nvPr/>
            </p:nvSpPr>
            <p:spPr>
              <a:xfrm>
                <a:off x="2225575" y="3204700"/>
                <a:ext cx="59250" cy="29475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179" extrusionOk="0">
                    <a:moveTo>
                      <a:pt x="1179" y="0"/>
                    </a:moveTo>
                    <a:cubicBezTo>
                      <a:pt x="536" y="0"/>
                      <a:pt x="0" y="524"/>
                      <a:pt x="0" y="1179"/>
                    </a:cubicBezTo>
                    <a:lnTo>
                      <a:pt x="476" y="1179"/>
                    </a:lnTo>
                    <a:cubicBezTo>
                      <a:pt x="476" y="786"/>
                      <a:pt x="798" y="476"/>
                      <a:pt x="1179" y="476"/>
                    </a:cubicBezTo>
                    <a:cubicBezTo>
                      <a:pt x="1572" y="476"/>
                      <a:pt x="1893" y="786"/>
                      <a:pt x="1893" y="1179"/>
                    </a:cubicBezTo>
                    <a:lnTo>
                      <a:pt x="2369" y="1179"/>
                    </a:lnTo>
                    <a:cubicBezTo>
                      <a:pt x="2369" y="524"/>
                      <a:pt x="1834" y="0"/>
                      <a:pt x="117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36"/>
              <p:cNvSpPr/>
              <p:nvPr/>
            </p:nvSpPr>
            <p:spPr>
              <a:xfrm>
                <a:off x="2236575" y="3161825"/>
                <a:ext cx="37525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620" extrusionOk="0">
                    <a:moveTo>
                      <a:pt x="310" y="1"/>
                    </a:moveTo>
                    <a:cubicBezTo>
                      <a:pt x="132" y="1"/>
                      <a:pt x="1" y="132"/>
                      <a:pt x="1" y="310"/>
                    </a:cubicBezTo>
                    <a:cubicBezTo>
                      <a:pt x="1" y="477"/>
                      <a:pt x="132" y="620"/>
                      <a:pt x="310" y="620"/>
                    </a:cubicBezTo>
                    <a:lnTo>
                      <a:pt x="1191" y="620"/>
                    </a:lnTo>
                    <a:cubicBezTo>
                      <a:pt x="1358" y="620"/>
                      <a:pt x="1501" y="477"/>
                      <a:pt x="1501" y="310"/>
                    </a:cubicBezTo>
                    <a:cubicBezTo>
                      <a:pt x="1501" y="132"/>
                      <a:pt x="1358" y="1"/>
                      <a:pt x="11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36"/>
              <p:cNvSpPr/>
              <p:nvPr/>
            </p:nvSpPr>
            <p:spPr>
              <a:xfrm>
                <a:off x="2241925" y="3025200"/>
                <a:ext cx="90525" cy="126825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5073" extrusionOk="0">
                    <a:moveTo>
                      <a:pt x="1846" y="1"/>
                    </a:moveTo>
                    <a:cubicBezTo>
                      <a:pt x="834" y="1"/>
                      <a:pt x="1" y="834"/>
                      <a:pt x="1" y="1846"/>
                    </a:cubicBezTo>
                    <a:lnTo>
                      <a:pt x="1" y="5073"/>
                    </a:lnTo>
                    <a:lnTo>
                      <a:pt x="1061" y="5073"/>
                    </a:lnTo>
                    <a:lnTo>
                      <a:pt x="1061" y="1846"/>
                    </a:lnTo>
                    <a:cubicBezTo>
                      <a:pt x="1061" y="1418"/>
                      <a:pt x="1418" y="1060"/>
                      <a:pt x="1858" y="1060"/>
                    </a:cubicBezTo>
                    <a:lnTo>
                      <a:pt x="3620" y="1060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36"/>
              <p:cNvSpPr/>
              <p:nvPr/>
            </p:nvSpPr>
            <p:spPr>
              <a:xfrm>
                <a:off x="2302350" y="3022225"/>
                <a:ext cx="4140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299" extrusionOk="0">
                    <a:moveTo>
                      <a:pt x="394" y="1"/>
                    </a:moveTo>
                    <a:cubicBezTo>
                      <a:pt x="179" y="1"/>
                      <a:pt x="1" y="167"/>
                      <a:pt x="1" y="394"/>
                    </a:cubicBezTo>
                    <a:lnTo>
                      <a:pt x="1" y="905"/>
                    </a:lnTo>
                    <a:cubicBezTo>
                      <a:pt x="1" y="1120"/>
                      <a:pt x="179" y="1298"/>
                      <a:pt x="394" y="1298"/>
                    </a:cubicBezTo>
                    <a:lnTo>
                      <a:pt x="1263" y="1298"/>
                    </a:lnTo>
                    <a:cubicBezTo>
                      <a:pt x="1477" y="1298"/>
                      <a:pt x="1656" y="1120"/>
                      <a:pt x="1656" y="905"/>
                    </a:cubicBezTo>
                    <a:lnTo>
                      <a:pt x="1656" y="394"/>
                    </a:lnTo>
                    <a:cubicBezTo>
                      <a:pt x="1656" y="167"/>
                      <a:pt x="1477" y="1"/>
                      <a:pt x="12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36"/>
              <p:cNvSpPr/>
              <p:nvPr/>
            </p:nvSpPr>
            <p:spPr>
              <a:xfrm>
                <a:off x="2305925" y="3016725"/>
                <a:ext cx="65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644" extrusionOk="0">
                    <a:moveTo>
                      <a:pt x="132" y="0"/>
                    </a:moveTo>
                    <a:cubicBezTo>
                      <a:pt x="60" y="0"/>
                      <a:pt x="1" y="60"/>
                      <a:pt x="1" y="143"/>
                    </a:cubicBezTo>
                    <a:lnTo>
                      <a:pt x="1" y="1512"/>
                    </a:lnTo>
                    <a:cubicBezTo>
                      <a:pt x="1" y="1584"/>
                      <a:pt x="60" y="1643"/>
                      <a:pt x="132" y="1643"/>
                    </a:cubicBezTo>
                    <a:cubicBezTo>
                      <a:pt x="203" y="1643"/>
                      <a:pt x="263" y="1584"/>
                      <a:pt x="263" y="1512"/>
                    </a:cubicBezTo>
                    <a:lnTo>
                      <a:pt x="263" y="143"/>
                    </a:lnTo>
                    <a:cubicBezTo>
                      <a:pt x="263" y="60"/>
                      <a:pt x="203" y="0"/>
                      <a:pt x="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36"/>
              <p:cNvSpPr/>
              <p:nvPr/>
            </p:nvSpPr>
            <p:spPr>
              <a:xfrm>
                <a:off x="2317250" y="3016725"/>
                <a:ext cx="6850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74" h="1644" extrusionOk="0">
                    <a:moveTo>
                      <a:pt x="143" y="0"/>
                    </a:moveTo>
                    <a:cubicBezTo>
                      <a:pt x="60" y="0"/>
                      <a:pt x="0" y="60"/>
                      <a:pt x="0" y="143"/>
                    </a:cubicBezTo>
                    <a:lnTo>
                      <a:pt x="0" y="1512"/>
                    </a:lnTo>
                    <a:cubicBezTo>
                      <a:pt x="0" y="1584"/>
                      <a:pt x="60" y="1643"/>
                      <a:pt x="143" y="1643"/>
                    </a:cubicBezTo>
                    <a:cubicBezTo>
                      <a:pt x="214" y="1643"/>
                      <a:pt x="274" y="1584"/>
                      <a:pt x="274" y="1512"/>
                    </a:cubicBezTo>
                    <a:lnTo>
                      <a:pt x="274" y="143"/>
                    </a:lnTo>
                    <a:cubicBezTo>
                      <a:pt x="274" y="60"/>
                      <a:pt x="214" y="0"/>
                      <a:pt x="1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36"/>
              <p:cNvSpPr/>
              <p:nvPr/>
            </p:nvSpPr>
            <p:spPr>
              <a:xfrm>
                <a:off x="2236275" y="3076100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1"/>
                    </a:moveTo>
                    <a:cubicBezTo>
                      <a:pt x="72" y="1"/>
                      <a:pt x="1" y="72"/>
                      <a:pt x="1" y="144"/>
                    </a:cubicBezTo>
                    <a:cubicBezTo>
                      <a:pt x="1" y="227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5"/>
                      <a:pt x="1513" y="144"/>
                    </a:cubicBezTo>
                    <a:cubicBezTo>
                      <a:pt x="1513" y="60"/>
                      <a:pt x="1441" y="1"/>
                      <a:pt x="13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36"/>
              <p:cNvSpPr/>
              <p:nvPr/>
            </p:nvSpPr>
            <p:spPr>
              <a:xfrm>
                <a:off x="2236275" y="3117775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0"/>
                    </a:moveTo>
                    <a:cubicBezTo>
                      <a:pt x="72" y="0"/>
                      <a:pt x="1" y="60"/>
                      <a:pt x="1" y="143"/>
                    </a:cubicBezTo>
                    <a:cubicBezTo>
                      <a:pt x="1" y="227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5"/>
                      <a:pt x="1513" y="143"/>
                    </a:cubicBezTo>
                    <a:cubicBezTo>
                      <a:pt x="1513" y="60"/>
                      <a:pt x="1441" y="0"/>
                      <a:pt x="13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36"/>
              <p:cNvSpPr/>
              <p:nvPr/>
            </p:nvSpPr>
            <p:spPr>
              <a:xfrm>
                <a:off x="2236275" y="3096950"/>
                <a:ext cx="378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6" extrusionOk="0">
                    <a:moveTo>
                      <a:pt x="144" y="0"/>
                    </a:moveTo>
                    <a:cubicBezTo>
                      <a:pt x="72" y="0"/>
                      <a:pt x="1" y="60"/>
                      <a:pt x="1" y="143"/>
                    </a:cubicBezTo>
                    <a:cubicBezTo>
                      <a:pt x="1" y="226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4"/>
                      <a:pt x="1513" y="143"/>
                    </a:cubicBezTo>
                    <a:cubicBezTo>
                      <a:pt x="1513" y="60"/>
                      <a:pt x="1441" y="0"/>
                      <a:pt x="13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36"/>
              <p:cNvSpPr/>
              <p:nvPr/>
            </p:nvSpPr>
            <p:spPr>
              <a:xfrm>
                <a:off x="2236275" y="3138600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1"/>
                    </a:moveTo>
                    <a:cubicBezTo>
                      <a:pt x="72" y="1"/>
                      <a:pt x="1" y="60"/>
                      <a:pt x="1" y="144"/>
                    </a:cubicBezTo>
                    <a:cubicBezTo>
                      <a:pt x="1" y="227"/>
                      <a:pt x="72" y="287"/>
                      <a:pt x="144" y="287"/>
                    </a:cubicBezTo>
                    <a:lnTo>
                      <a:pt x="1370" y="287"/>
                    </a:lnTo>
                    <a:cubicBezTo>
                      <a:pt x="1441" y="287"/>
                      <a:pt x="1513" y="215"/>
                      <a:pt x="1513" y="144"/>
                    </a:cubicBezTo>
                    <a:cubicBezTo>
                      <a:pt x="1513" y="60"/>
                      <a:pt x="1441" y="1"/>
                      <a:pt x="13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36"/>
              <p:cNvSpPr/>
              <p:nvPr/>
            </p:nvSpPr>
            <p:spPr>
              <a:xfrm>
                <a:off x="2569650" y="3133550"/>
                <a:ext cx="13125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42" extrusionOk="0">
                    <a:moveTo>
                      <a:pt x="1" y="1"/>
                    </a:moveTo>
                    <a:lnTo>
                      <a:pt x="1" y="1441"/>
                    </a:lnTo>
                    <a:lnTo>
                      <a:pt x="525" y="1441"/>
                    </a:lnTo>
                    <a:lnTo>
                      <a:pt x="5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36"/>
              <p:cNvSpPr/>
              <p:nvPr/>
            </p:nvSpPr>
            <p:spPr>
              <a:xfrm>
                <a:off x="2569650" y="3173425"/>
                <a:ext cx="131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30" extrusionOk="0">
                    <a:moveTo>
                      <a:pt x="1" y="1"/>
                    </a:moveTo>
                    <a:lnTo>
                      <a:pt x="1" y="1430"/>
                    </a:lnTo>
                    <a:lnTo>
                      <a:pt x="525" y="1430"/>
                    </a:lnTo>
                    <a:lnTo>
                      <a:pt x="5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36"/>
              <p:cNvSpPr/>
              <p:nvPr/>
            </p:nvSpPr>
            <p:spPr>
              <a:xfrm>
                <a:off x="2546725" y="3204700"/>
                <a:ext cx="58975" cy="29475"/>
              </a:xfrm>
              <a:custGeom>
                <a:avLst/>
                <a:gdLst/>
                <a:ahLst/>
                <a:cxnLst/>
                <a:rect l="l" t="t" r="r" b="b"/>
                <a:pathLst>
                  <a:path w="2359" h="1179" extrusionOk="0">
                    <a:moveTo>
                      <a:pt x="1180" y="0"/>
                    </a:moveTo>
                    <a:cubicBezTo>
                      <a:pt x="525" y="0"/>
                      <a:pt x="1" y="524"/>
                      <a:pt x="1" y="1179"/>
                    </a:cubicBezTo>
                    <a:lnTo>
                      <a:pt x="477" y="1179"/>
                    </a:lnTo>
                    <a:cubicBezTo>
                      <a:pt x="477" y="786"/>
                      <a:pt x="787" y="476"/>
                      <a:pt x="1180" y="476"/>
                    </a:cubicBezTo>
                    <a:cubicBezTo>
                      <a:pt x="1573" y="476"/>
                      <a:pt x="1882" y="786"/>
                      <a:pt x="1882" y="1179"/>
                    </a:cubicBezTo>
                    <a:lnTo>
                      <a:pt x="2358" y="1179"/>
                    </a:lnTo>
                    <a:cubicBezTo>
                      <a:pt x="2358" y="524"/>
                      <a:pt x="1834" y="0"/>
                      <a:pt x="118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36"/>
              <p:cNvSpPr/>
              <p:nvPr/>
            </p:nvSpPr>
            <p:spPr>
              <a:xfrm>
                <a:off x="2557438" y="3161825"/>
                <a:ext cx="37525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620" extrusionOk="0">
                    <a:moveTo>
                      <a:pt x="310" y="1"/>
                    </a:moveTo>
                    <a:cubicBezTo>
                      <a:pt x="143" y="1"/>
                      <a:pt x="1" y="132"/>
                      <a:pt x="1" y="310"/>
                    </a:cubicBezTo>
                    <a:cubicBezTo>
                      <a:pt x="1" y="477"/>
                      <a:pt x="143" y="620"/>
                      <a:pt x="310" y="620"/>
                    </a:cubicBezTo>
                    <a:lnTo>
                      <a:pt x="1191" y="620"/>
                    </a:lnTo>
                    <a:cubicBezTo>
                      <a:pt x="1358" y="620"/>
                      <a:pt x="1501" y="477"/>
                      <a:pt x="1501" y="310"/>
                    </a:cubicBezTo>
                    <a:cubicBezTo>
                      <a:pt x="1501" y="132"/>
                      <a:pt x="1358" y="1"/>
                      <a:pt x="11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36"/>
              <p:cNvSpPr/>
              <p:nvPr/>
            </p:nvSpPr>
            <p:spPr>
              <a:xfrm>
                <a:off x="2498800" y="3025200"/>
                <a:ext cx="90525" cy="126825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5073" extrusionOk="0">
                    <a:moveTo>
                      <a:pt x="1" y="1"/>
                    </a:moveTo>
                    <a:lnTo>
                      <a:pt x="1" y="1060"/>
                    </a:lnTo>
                    <a:lnTo>
                      <a:pt x="1775" y="1060"/>
                    </a:lnTo>
                    <a:cubicBezTo>
                      <a:pt x="2216" y="1060"/>
                      <a:pt x="2573" y="1418"/>
                      <a:pt x="2573" y="1846"/>
                    </a:cubicBezTo>
                    <a:lnTo>
                      <a:pt x="2573" y="5073"/>
                    </a:lnTo>
                    <a:lnTo>
                      <a:pt x="3620" y="5073"/>
                    </a:lnTo>
                    <a:lnTo>
                      <a:pt x="3620" y="1846"/>
                    </a:lnTo>
                    <a:cubicBezTo>
                      <a:pt x="3620" y="834"/>
                      <a:pt x="2799" y="1"/>
                      <a:pt x="177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36"/>
              <p:cNvSpPr/>
              <p:nvPr/>
            </p:nvSpPr>
            <p:spPr>
              <a:xfrm>
                <a:off x="2487800" y="3022225"/>
                <a:ext cx="4140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299" extrusionOk="0">
                    <a:moveTo>
                      <a:pt x="393" y="1"/>
                    </a:moveTo>
                    <a:cubicBezTo>
                      <a:pt x="167" y="1"/>
                      <a:pt x="0" y="167"/>
                      <a:pt x="0" y="394"/>
                    </a:cubicBezTo>
                    <a:lnTo>
                      <a:pt x="0" y="905"/>
                    </a:lnTo>
                    <a:cubicBezTo>
                      <a:pt x="0" y="1120"/>
                      <a:pt x="179" y="1298"/>
                      <a:pt x="393" y="1298"/>
                    </a:cubicBezTo>
                    <a:lnTo>
                      <a:pt x="1251" y="1298"/>
                    </a:lnTo>
                    <a:cubicBezTo>
                      <a:pt x="1477" y="1298"/>
                      <a:pt x="1655" y="1120"/>
                      <a:pt x="1655" y="905"/>
                    </a:cubicBezTo>
                    <a:lnTo>
                      <a:pt x="1655" y="394"/>
                    </a:lnTo>
                    <a:cubicBezTo>
                      <a:pt x="1655" y="167"/>
                      <a:pt x="1477" y="1"/>
                      <a:pt x="1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36"/>
              <p:cNvSpPr/>
              <p:nvPr/>
            </p:nvSpPr>
            <p:spPr>
              <a:xfrm>
                <a:off x="2518750" y="3016725"/>
                <a:ext cx="68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75" h="1644" extrusionOk="0">
                    <a:moveTo>
                      <a:pt x="132" y="0"/>
                    </a:moveTo>
                    <a:cubicBezTo>
                      <a:pt x="60" y="0"/>
                      <a:pt x="1" y="60"/>
                      <a:pt x="1" y="143"/>
                    </a:cubicBezTo>
                    <a:lnTo>
                      <a:pt x="1" y="1512"/>
                    </a:lnTo>
                    <a:cubicBezTo>
                      <a:pt x="1" y="1584"/>
                      <a:pt x="60" y="1643"/>
                      <a:pt x="132" y="1643"/>
                    </a:cubicBezTo>
                    <a:cubicBezTo>
                      <a:pt x="215" y="1643"/>
                      <a:pt x="275" y="1584"/>
                      <a:pt x="275" y="1512"/>
                    </a:cubicBezTo>
                    <a:lnTo>
                      <a:pt x="275" y="143"/>
                    </a:lnTo>
                    <a:cubicBezTo>
                      <a:pt x="275" y="60"/>
                      <a:pt x="215" y="0"/>
                      <a:pt x="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36"/>
              <p:cNvSpPr/>
              <p:nvPr/>
            </p:nvSpPr>
            <p:spPr>
              <a:xfrm>
                <a:off x="2507450" y="3016725"/>
                <a:ext cx="65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644" extrusionOk="0">
                    <a:moveTo>
                      <a:pt x="131" y="0"/>
                    </a:moveTo>
                    <a:cubicBezTo>
                      <a:pt x="60" y="0"/>
                      <a:pt x="0" y="60"/>
                      <a:pt x="0" y="143"/>
                    </a:cubicBezTo>
                    <a:lnTo>
                      <a:pt x="0" y="1512"/>
                    </a:lnTo>
                    <a:cubicBezTo>
                      <a:pt x="0" y="1584"/>
                      <a:pt x="60" y="1643"/>
                      <a:pt x="131" y="1643"/>
                    </a:cubicBezTo>
                    <a:cubicBezTo>
                      <a:pt x="203" y="1643"/>
                      <a:pt x="262" y="1584"/>
                      <a:pt x="262" y="1512"/>
                    </a:cubicBezTo>
                    <a:lnTo>
                      <a:pt x="262" y="143"/>
                    </a:lnTo>
                    <a:cubicBezTo>
                      <a:pt x="262" y="60"/>
                      <a:pt x="203" y="0"/>
                      <a:pt x="1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36"/>
              <p:cNvSpPr/>
              <p:nvPr/>
            </p:nvSpPr>
            <p:spPr>
              <a:xfrm>
                <a:off x="2557450" y="3076100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1"/>
                    </a:moveTo>
                    <a:cubicBezTo>
                      <a:pt x="60" y="1"/>
                      <a:pt x="1" y="60"/>
                      <a:pt x="1" y="144"/>
                    </a:cubicBezTo>
                    <a:cubicBezTo>
                      <a:pt x="1" y="215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7"/>
                      <a:pt x="1501" y="144"/>
                    </a:cubicBezTo>
                    <a:cubicBezTo>
                      <a:pt x="1501" y="72"/>
                      <a:pt x="1441" y="1"/>
                      <a:pt x="13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36"/>
              <p:cNvSpPr/>
              <p:nvPr/>
            </p:nvSpPr>
            <p:spPr>
              <a:xfrm>
                <a:off x="2557450" y="3117775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0"/>
                    </a:moveTo>
                    <a:cubicBezTo>
                      <a:pt x="60" y="0"/>
                      <a:pt x="1" y="60"/>
                      <a:pt x="1" y="143"/>
                    </a:cubicBezTo>
                    <a:cubicBezTo>
                      <a:pt x="1" y="215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7"/>
                      <a:pt x="1501" y="143"/>
                    </a:cubicBezTo>
                    <a:cubicBezTo>
                      <a:pt x="1501" y="60"/>
                      <a:pt x="1441" y="0"/>
                      <a:pt x="13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36"/>
              <p:cNvSpPr/>
              <p:nvPr/>
            </p:nvSpPr>
            <p:spPr>
              <a:xfrm>
                <a:off x="2557450" y="3096950"/>
                <a:ext cx="375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6" extrusionOk="0">
                    <a:moveTo>
                      <a:pt x="143" y="0"/>
                    </a:moveTo>
                    <a:cubicBezTo>
                      <a:pt x="60" y="0"/>
                      <a:pt x="1" y="60"/>
                      <a:pt x="1" y="143"/>
                    </a:cubicBezTo>
                    <a:cubicBezTo>
                      <a:pt x="1" y="214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6"/>
                      <a:pt x="1501" y="143"/>
                    </a:cubicBezTo>
                    <a:cubicBezTo>
                      <a:pt x="1501" y="60"/>
                      <a:pt x="1441" y="0"/>
                      <a:pt x="13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36"/>
              <p:cNvSpPr/>
              <p:nvPr/>
            </p:nvSpPr>
            <p:spPr>
              <a:xfrm>
                <a:off x="2557450" y="3138600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1"/>
                    </a:moveTo>
                    <a:cubicBezTo>
                      <a:pt x="60" y="1"/>
                      <a:pt x="1" y="60"/>
                      <a:pt x="1" y="144"/>
                    </a:cubicBezTo>
                    <a:cubicBezTo>
                      <a:pt x="1" y="215"/>
                      <a:pt x="60" y="287"/>
                      <a:pt x="143" y="287"/>
                    </a:cubicBezTo>
                    <a:lnTo>
                      <a:pt x="1358" y="287"/>
                    </a:lnTo>
                    <a:cubicBezTo>
                      <a:pt x="1441" y="287"/>
                      <a:pt x="1501" y="227"/>
                      <a:pt x="1501" y="144"/>
                    </a:cubicBezTo>
                    <a:cubicBezTo>
                      <a:pt x="1501" y="60"/>
                      <a:pt x="1441" y="1"/>
                      <a:pt x="13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36"/>
              <p:cNvSpPr/>
              <p:nvPr/>
            </p:nvSpPr>
            <p:spPr>
              <a:xfrm>
                <a:off x="2391050" y="2983525"/>
                <a:ext cx="49150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966" h="1216" extrusionOk="0">
                    <a:moveTo>
                      <a:pt x="1" y="1"/>
                    </a:moveTo>
                    <a:lnTo>
                      <a:pt x="1" y="1215"/>
                    </a:lnTo>
                    <a:lnTo>
                      <a:pt x="1965" y="1215"/>
                    </a:lnTo>
                    <a:lnTo>
                      <a:pt x="196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36"/>
              <p:cNvSpPr/>
              <p:nvPr/>
            </p:nvSpPr>
            <p:spPr>
              <a:xfrm>
                <a:off x="2398200" y="2801950"/>
                <a:ext cx="351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1406" extrusionOk="0">
                    <a:moveTo>
                      <a:pt x="703" y="1"/>
                    </a:moveTo>
                    <a:cubicBezTo>
                      <a:pt x="310" y="1"/>
                      <a:pt x="1" y="322"/>
                      <a:pt x="1" y="703"/>
                    </a:cubicBezTo>
                    <a:cubicBezTo>
                      <a:pt x="1" y="1096"/>
                      <a:pt x="310" y="1406"/>
                      <a:pt x="703" y="1406"/>
                    </a:cubicBezTo>
                    <a:cubicBezTo>
                      <a:pt x="1084" y="1406"/>
                      <a:pt x="1406" y="1096"/>
                      <a:pt x="1406" y="703"/>
                    </a:cubicBezTo>
                    <a:cubicBezTo>
                      <a:pt x="1406" y="322"/>
                      <a:pt x="1084" y="1"/>
                      <a:pt x="7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36"/>
              <p:cNvSpPr/>
              <p:nvPr/>
            </p:nvSpPr>
            <p:spPr>
              <a:xfrm>
                <a:off x="2315150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87" y="1548"/>
                    </a:cubicBezTo>
                    <a:cubicBezTo>
                      <a:pt x="1215" y="1548"/>
                      <a:pt x="1561" y="1203"/>
                      <a:pt x="1561" y="774"/>
                    </a:cubicBezTo>
                    <a:cubicBezTo>
                      <a:pt x="1561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36"/>
              <p:cNvSpPr/>
              <p:nvPr/>
            </p:nvSpPr>
            <p:spPr>
              <a:xfrm>
                <a:off x="2477075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58" y="0"/>
                      <a:pt x="1" y="346"/>
                      <a:pt x="1" y="774"/>
                    </a:cubicBezTo>
                    <a:cubicBezTo>
                      <a:pt x="1" y="1203"/>
                      <a:pt x="358" y="1548"/>
                      <a:pt x="787" y="1548"/>
                    </a:cubicBezTo>
                    <a:cubicBezTo>
                      <a:pt x="1215" y="1548"/>
                      <a:pt x="1561" y="1203"/>
                      <a:pt x="1561" y="774"/>
                    </a:cubicBezTo>
                    <a:cubicBezTo>
                      <a:pt x="1561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36"/>
              <p:cNvSpPr/>
              <p:nvPr/>
            </p:nvSpPr>
            <p:spPr>
              <a:xfrm>
                <a:off x="2334800" y="2819525"/>
                <a:ext cx="161950" cy="166700"/>
              </a:xfrm>
              <a:custGeom>
                <a:avLst/>
                <a:gdLst/>
                <a:ahLst/>
                <a:cxnLst/>
                <a:rect l="l" t="t" r="r" b="b"/>
                <a:pathLst>
                  <a:path w="6478" h="6668" extrusionOk="0">
                    <a:moveTo>
                      <a:pt x="453" y="0"/>
                    </a:moveTo>
                    <a:cubicBezTo>
                      <a:pt x="203" y="0"/>
                      <a:pt x="1" y="215"/>
                      <a:pt x="1" y="465"/>
                    </a:cubicBezTo>
                    <a:lnTo>
                      <a:pt x="1" y="6204"/>
                    </a:lnTo>
                    <a:cubicBezTo>
                      <a:pt x="1" y="6454"/>
                      <a:pt x="203" y="6668"/>
                      <a:pt x="453" y="6668"/>
                    </a:cubicBezTo>
                    <a:lnTo>
                      <a:pt x="6013" y="6668"/>
                    </a:lnTo>
                    <a:cubicBezTo>
                      <a:pt x="6275" y="6668"/>
                      <a:pt x="6478" y="6454"/>
                      <a:pt x="6478" y="6204"/>
                    </a:cubicBezTo>
                    <a:lnTo>
                      <a:pt x="6478" y="465"/>
                    </a:lnTo>
                    <a:cubicBezTo>
                      <a:pt x="6478" y="215"/>
                      <a:pt x="6275" y="0"/>
                      <a:pt x="60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36"/>
              <p:cNvSpPr/>
              <p:nvPr/>
            </p:nvSpPr>
            <p:spPr>
              <a:xfrm>
                <a:off x="2327075" y="2878150"/>
                <a:ext cx="7750" cy="4945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1978" extrusionOk="0">
                    <a:moveTo>
                      <a:pt x="155" y="1"/>
                    </a:moveTo>
                    <a:cubicBezTo>
                      <a:pt x="60" y="1"/>
                      <a:pt x="0" y="72"/>
                      <a:pt x="0" y="156"/>
                    </a:cubicBezTo>
                    <a:lnTo>
                      <a:pt x="0" y="1823"/>
                    </a:lnTo>
                    <a:cubicBezTo>
                      <a:pt x="0" y="1906"/>
                      <a:pt x="60" y="1977"/>
                      <a:pt x="155" y="1977"/>
                    </a:cubicBezTo>
                    <a:cubicBezTo>
                      <a:pt x="238" y="1977"/>
                      <a:pt x="310" y="1906"/>
                      <a:pt x="310" y="1823"/>
                    </a:cubicBezTo>
                    <a:lnTo>
                      <a:pt x="310" y="156"/>
                    </a:lnTo>
                    <a:cubicBezTo>
                      <a:pt x="310" y="72"/>
                      <a:pt x="238" y="1"/>
                      <a:pt x="1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36"/>
              <p:cNvSpPr/>
              <p:nvPr/>
            </p:nvSpPr>
            <p:spPr>
              <a:xfrm>
                <a:off x="2496725" y="2878150"/>
                <a:ext cx="7775" cy="49450"/>
              </a:xfrm>
              <a:custGeom>
                <a:avLst/>
                <a:gdLst/>
                <a:ahLst/>
                <a:cxnLst/>
                <a:rect l="l" t="t" r="r" b="b"/>
                <a:pathLst>
                  <a:path w="311" h="1978" extrusionOk="0">
                    <a:moveTo>
                      <a:pt x="155" y="1"/>
                    </a:moveTo>
                    <a:cubicBezTo>
                      <a:pt x="72" y="1"/>
                      <a:pt x="1" y="72"/>
                      <a:pt x="1" y="156"/>
                    </a:cubicBezTo>
                    <a:lnTo>
                      <a:pt x="1" y="1823"/>
                    </a:lnTo>
                    <a:cubicBezTo>
                      <a:pt x="1" y="1906"/>
                      <a:pt x="72" y="1977"/>
                      <a:pt x="155" y="1977"/>
                    </a:cubicBezTo>
                    <a:cubicBezTo>
                      <a:pt x="239" y="1977"/>
                      <a:pt x="310" y="1906"/>
                      <a:pt x="310" y="1823"/>
                    </a:cubicBezTo>
                    <a:lnTo>
                      <a:pt x="310" y="156"/>
                    </a:lnTo>
                    <a:cubicBezTo>
                      <a:pt x="310" y="72"/>
                      <a:pt x="239" y="1"/>
                      <a:pt x="1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36"/>
              <p:cNvSpPr/>
              <p:nvPr/>
            </p:nvSpPr>
            <p:spPr>
              <a:xfrm>
                <a:off x="2355350" y="2937400"/>
                <a:ext cx="120875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1406" extrusionOk="0">
                    <a:moveTo>
                      <a:pt x="465" y="0"/>
                    </a:moveTo>
                    <a:cubicBezTo>
                      <a:pt x="203" y="0"/>
                      <a:pt x="0" y="203"/>
                      <a:pt x="0" y="465"/>
                    </a:cubicBezTo>
                    <a:lnTo>
                      <a:pt x="0" y="953"/>
                    </a:lnTo>
                    <a:cubicBezTo>
                      <a:pt x="0" y="1203"/>
                      <a:pt x="203" y="1405"/>
                      <a:pt x="465" y="1405"/>
                    </a:cubicBezTo>
                    <a:lnTo>
                      <a:pt x="4370" y="1405"/>
                    </a:lnTo>
                    <a:cubicBezTo>
                      <a:pt x="4620" y="1405"/>
                      <a:pt x="4834" y="1203"/>
                      <a:pt x="4834" y="953"/>
                    </a:cubicBezTo>
                    <a:lnTo>
                      <a:pt x="4834" y="465"/>
                    </a:lnTo>
                    <a:cubicBezTo>
                      <a:pt x="4834" y="203"/>
                      <a:pt x="4620" y="0"/>
                      <a:pt x="43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36"/>
              <p:cNvSpPr/>
              <p:nvPr/>
            </p:nvSpPr>
            <p:spPr>
              <a:xfrm>
                <a:off x="2351475" y="2933825"/>
                <a:ext cx="128300" cy="42600"/>
              </a:xfrm>
              <a:custGeom>
                <a:avLst/>
                <a:gdLst/>
                <a:ahLst/>
                <a:cxnLst/>
                <a:rect l="l" t="t" r="r" b="b"/>
                <a:pathLst>
                  <a:path w="5132" h="1704" extrusionOk="0">
                    <a:moveTo>
                      <a:pt x="4525" y="298"/>
                    </a:moveTo>
                    <a:cubicBezTo>
                      <a:pt x="4691" y="298"/>
                      <a:pt x="4834" y="429"/>
                      <a:pt x="4834" y="608"/>
                    </a:cubicBezTo>
                    <a:lnTo>
                      <a:pt x="4834" y="1096"/>
                    </a:lnTo>
                    <a:cubicBezTo>
                      <a:pt x="4834" y="1263"/>
                      <a:pt x="4691" y="1405"/>
                      <a:pt x="4525" y="1405"/>
                    </a:cubicBezTo>
                    <a:lnTo>
                      <a:pt x="620" y="1405"/>
                    </a:lnTo>
                    <a:cubicBezTo>
                      <a:pt x="441" y="1405"/>
                      <a:pt x="298" y="1263"/>
                      <a:pt x="298" y="1096"/>
                    </a:cubicBezTo>
                    <a:lnTo>
                      <a:pt x="298" y="608"/>
                    </a:lnTo>
                    <a:cubicBezTo>
                      <a:pt x="298" y="429"/>
                      <a:pt x="441" y="298"/>
                      <a:pt x="620" y="298"/>
                    </a:cubicBezTo>
                    <a:close/>
                    <a:moveTo>
                      <a:pt x="620" y="0"/>
                    </a:moveTo>
                    <a:cubicBezTo>
                      <a:pt x="274" y="0"/>
                      <a:pt x="0" y="274"/>
                      <a:pt x="0" y="608"/>
                    </a:cubicBezTo>
                    <a:lnTo>
                      <a:pt x="0" y="1096"/>
                    </a:lnTo>
                    <a:cubicBezTo>
                      <a:pt x="0" y="1429"/>
                      <a:pt x="274" y="1703"/>
                      <a:pt x="620" y="1703"/>
                    </a:cubicBezTo>
                    <a:lnTo>
                      <a:pt x="4525" y="1703"/>
                    </a:lnTo>
                    <a:cubicBezTo>
                      <a:pt x="4858" y="1703"/>
                      <a:pt x="5132" y="1429"/>
                      <a:pt x="5132" y="1096"/>
                    </a:cubicBezTo>
                    <a:lnTo>
                      <a:pt x="5132" y="608"/>
                    </a:lnTo>
                    <a:cubicBezTo>
                      <a:pt x="5132" y="274"/>
                      <a:pt x="4858" y="0"/>
                      <a:pt x="45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36"/>
              <p:cNvSpPr/>
              <p:nvPr/>
            </p:nvSpPr>
            <p:spPr>
              <a:xfrm>
                <a:off x="2356525" y="2883525"/>
                <a:ext cx="387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549" extrusionOk="0">
                    <a:moveTo>
                      <a:pt x="775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75" y="1548"/>
                    </a:cubicBezTo>
                    <a:cubicBezTo>
                      <a:pt x="1203" y="1548"/>
                      <a:pt x="1549" y="1203"/>
                      <a:pt x="1549" y="774"/>
                    </a:cubicBezTo>
                    <a:cubicBezTo>
                      <a:pt x="1549" y="346"/>
                      <a:pt x="1203" y="0"/>
                      <a:pt x="7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36"/>
              <p:cNvSpPr/>
              <p:nvPr/>
            </p:nvSpPr>
            <p:spPr>
              <a:xfrm>
                <a:off x="2352675" y="2879650"/>
                <a:ext cx="46450" cy="46450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58" extrusionOk="0">
                    <a:moveTo>
                      <a:pt x="929" y="298"/>
                    </a:moveTo>
                    <a:cubicBezTo>
                      <a:pt x="1274" y="298"/>
                      <a:pt x="1560" y="584"/>
                      <a:pt x="1560" y="929"/>
                    </a:cubicBezTo>
                    <a:cubicBezTo>
                      <a:pt x="1560" y="1274"/>
                      <a:pt x="1274" y="1560"/>
                      <a:pt x="929" y="1560"/>
                    </a:cubicBezTo>
                    <a:cubicBezTo>
                      <a:pt x="583" y="1560"/>
                      <a:pt x="298" y="1274"/>
                      <a:pt x="298" y="929"/>
                    </a:cubicBezTo>
                    <a:cubicBezTo>
                      <a:pt x="298" y="584"/>
                      <a:pt x="583" y="298"/>
                      <a:pt x="929" y="298"/>
                    </a:cubicBezTo>
                    <a:close/>
                    <a:moveTo>
                      <a:pt x="929" y="1"/>
                    </a:moveTo>
                    <a:cubicBezTo>
                      <a:pt x="417" y="1"/>
                      <a:pt x="0" y="417"/>
                      <a:pt x="0" y="929"/>
                    </a:cubicBezTo>
                    <a:cubicBezTo>
                      <a:pt x="0" y="1441"/>
                      <a:pt x="417" y="1858"/>
                      <a:pt x="929" y="1858"/>
                    </a:cubicBezTo>
                    <a:cubicBezTo>
                      <a:pt x="1441" y="1858"/>
                      <a:pt x="1857" y="1441"/>
                      <a:pt x="1857" y="929"/>
                    </a:cubicBezTo>
                    <a:cubicBezTo>
                      <a:pt x="1857" y="417"/>
                      <a:pt x="1441" y="1"/>
                      <a:pt x="9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36"/>
              <p:cNvSpPr/>
              <p:nvPr/>
            </p:nvSpPr>
            <p:spPr>
              <a:xfrm>
                <a:off x="2436000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87" y="1548"/>
                    </a:cubicBezTo>
                    <a:cubicBezTo>
                      <a:pt x="1215" y="1548"/>
                      <a:pt x="1560" y="1203"/>
                      <a:pt x="1560" y="774"/>
                    </a:cubicBezTo>
                    <a:cubicBezTo>
                      <a:pt x="1560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36"/>
              <p:cNvSpPr/>
              <p:nvPr/>
            </p:nvSpPr>
            <p:spPr>
              <a:xfrm>
                <a:off x="2432425" y="2879650"/>
                <a:ext cx="46175" cy="46450"/>
              </a:xfrm>
              <a:custGeom>
                <a:avLst/>
                <a:gdLst/>
                <a:ahLst/>
                <a:cxnLst/>
                <a:rect l="l" t="t" r="r" b="b"/>
                <a:pathLst>
                  <a:path w="1847" h="1858" extrusionOk="0">
                    <a:moveTo>
                      <a:pt x="930" y="298"/>
                    </a:moveTo>
                    <a:cubicBezTo>
                      <a:pt x="1275" y="298"/>
                      <a:pt x="1549" y="584"/>
                      <a:pt x="1549" y="929"/>
                    </a:cubicBezTo>
                    <a:cubicBezTo>
                      <a:pt x="1549" y="1274"/>
                      <a:pt x="1275" y="1560"/>
                      <a:pt x="930" y="1560"/>
                    </a:cubicBezTo>
                    <a:cubicBezTo>
                      <a:pt x="572" y="1560"/>
                      <a:pt x="299" y="1274"/>
                      <a:pt x="299" y="929"/>
                    </a:cubicBezTo>
                    <a:cubicBezTo>
                      <a:pt x="299" y="584"/>
                      <a:pt x="572" y="298"/>
                      <a:pt x="930" y="298"/>
                    </a:cubicBezTo>
                    <a:close/>
                    <a:moveTo>
                      <a:pt x="930" y="1"/>
                    </a:moveTo>
                    <a:cubicBezTo>
                      <a:pt x="418" y="1"/>
                      <a:pt x="1" y="417"/>
                      <a:pt x="1" y="929"/>
                    </a:cubicBezTo>
                    <a:cubicBezTo>
                      <a:pt x="1" y="1441"/>
                      <a:pt x="418" y="1858"/>
                      <a:pt x="930" y="1858"/>
                    </a:cubicBezTo>
                    <a:cubicBezTo>
                      <a:pt x="1430" y="1858"/>
                      <a:pt x="1846" y="1441"/>
                      <a:pt x="1846" y="929"/>
                    </a:cubicBezTo>
                    <a:cubicBezTo>
                      <a:pt x="1846" y="417"/>
                      <a:pt x="1442" y="1"/>
                      <a:pt x="9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36"/>
              <p:cNvSpPr/>
              <p:nvPr/>
            </p:nvSpPr>
            <p:spPr>
              <a:xfrm>
                <a:off x="2377975" y="2890375"/>
                <a:ext cx="8050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22" extrusionOk="0">
                    <a:moveTo>
                      <a:pt x="155" y="0"/>
                    </a:moveTo>
                    <a:cubicBezTo>
                      <a:pt x="71" y="0"/>
                      <a:pt x="0" y="72"/>
                      <a:pt x="0" y="155"/>
                    </a:cubicBezTo>
                    <a:cubicBezTo>
                      <a:pt x="0" y="250"/>
                      <a:pt x="71" y="322"/>
                      <a:pt x="155" y="322"/>
                    </a:cubicBezTo>
                    <a:cubicBezTo>
                      <a:pt x="250" y="322"/>
                      <a:pt x="322" y="250"/>
                      <a:pt x="322" y="155"/>
                    </a:cubicBezTo>
                    <a:cubicBezTo>
                      <a:pt x="322" y="72"/>
                      <a:pt x="250" y="0"/>
                      <a:pt x="1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36"/>
              <p:cNvSpPr/>
              <p:nvPr/>
            </p:nvSpPr>
            <p:spPr>
              <a:xfrm>
                <a:off x="2458025" y="2890375"/>
                <a:ext cx="8075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322" extrusionOk="0">
                    <a:moveTo>
                      <a:pt x="156" y="0"/>
                    </a:moveTo>
                    <a:cubicBezTo>
                      <a:pt x="72" y="0"/>
                      <a:pt x="1" y="72"/>
                      <a:pt x="1" y="155"/>
                    </a:cubicBezTo>
                    <a:cubicBezTo>
                      <a:pt x="1" y="250"/>
                      <a:pt x="72" y="322"/>
                      <a:pt x="156" y="322"/>
                    </a:cubicBezTo>
                    <a:cubicBezTo>
                      <a:pt x="251" y="322"/>
                      <a:pt x="322" y="250"/>
                      <a:pt x="322" y="155"/>
                    </a:cubicBezTo>
                    <a:cubicBezTo>
                      <a:pt x="322" y="72"/>
                      <a:pt x="251" y="0"/>
                      <a:pt x="15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36"/>
              <p:cNvSpPr/>
              <p:nvPr/>
            </p:nvSpPr>
            <p:spPr>
              <a:xfrm>
                <a:off x="2329450" y="3009725"/>
                <a:ext cx="172650" cy="172075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6883" extrusionOk="0">
                    <a:moveTo>
                      <a:pt x="393" y="1"/>
                    </a:moveTo>
                    <a:cubicBezTo>
                      <a:pt x="179" y="1"/>
                      <a:pt x="0" y="179"/>
                      <a:pt x="0" y="393"/>
                    </a:cubicBezTo>
                    <a:lnTo>
                      <a:pt x="0" y="6478"/>
                    </a:lnTo>
                    <a:cubicBezTo>
                      <a:pt x="0" y="6704"/>
                      <a:pt x="179" y="6882"/>
                      <a:pt x="393" y="6882"/>
                    </a:cubicBezTo>
                    <a:lnTo>
                      <a:pt x="6501" y="6882"/>
                    </a:lnTo>
                    <a:cubicBezTo>
                      <a:pt x="6727" y="6882"/>
                      <a:pt x="6906" y="6704"/>
                      <a:pt x="6906" y="6478"/>
                    </a:cubicBezTo>
                    <a:lnTo>
                      <a:pt x="6906" y="393"/>
                    </a:lnTo>
                    <a:cubicBezTo>
                      <a:pt x="6906" y="179"/>
                      <a:pt x="6727" y="1"/>
                      <a:pt x="65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36"/>
              <p:cNvSpPr/>
              <p:nvPr/>
            </p:nvSpPr>
            <p:spPr>
              <a:xfrm>
                <a:off x="2387788" y="2988900"/>
                <a:ext cx="56000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286" extrusionOk="0">
                    <a:moveTo>
                      <a:pt x="144" y="0"/>
                    </a:moveTo>
                    <a:cubicBezTo>
                      <a:pt x="60" y="0"/>
                      <a:pt x="1" y="72"/>
                      <a:pt x="1" y="143"/>
                    </a:cubicBezTo>
                    <a:cubicBezTo>
                      <a:pt x="1" y="226"/>
                      <a:pt x="60" y="286"/>
                      <a:pt x="144" y="286"/>
                    </a:cubicBezTo>
                    <a:lnTo>
                      <a:pt x="2096" y="286"/>
                    </a:lnTo>
                    <a:cubicBezTo>
                      <a:pt x="2168" y="286"/>
                      <a:pt x="2239" y="226"/>
                      <a:pt x="2239" y="143"/>
                    </a:cubicBezTo>
                    <a:cubicBezTo>
                      <a:pt x="2239" y="72"/>
                      <a:pt x="2168" y="0"/>
                      <a:pt x="20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36"/>
              <p:cNvSpPr/>
              <p:nvPr/>
            </p:nvSpPr>
            <p:spPr>
              <a:xfrm>
                <a:off x="2387788" y="2999600"/>
                <a:ext cx="560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275" extrusionOk="0">
                    <a:moveTo>
                      <a:pt x="144" y="1"/>
                    </a:moveTo>
                    <a:cubicBezTo>
                      <a:pt x="60" y="1"/>
                      <a:pt x="1" y="60"/>
                      <a:pt x="1" y="132"/>
                    </a:cubicBezTo>
                    <a:cubicBezTo>
                      <a:pt x="1" y="215"/>
                      <a:pt x="60" y="275"/>
                      <a:pt x="144" y="275"/>
                    </a:cubicBezTo>
                    <a:lnTo>
                      <a:pt x="2096" y="275"/>
                    </a:lnTo>
                    <a:cubicBezTo>
                      <a:pt x="2168" y="275"/>
                      <a:pt x="2239" y="215"/>
                      <a:pt x="2239" y="132"/>
                    </a:cubicBezTo>
                    <a:cubicBezTo>
                      <a:pt x="2239" y="60"/>
                      <a:pt x="2168" y="1"/>
                      <a:pt x="209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36"/>
              <p:cNvSpPr/>
              <p:nvPr/>
            </p:nvSpPr>
            <p:spPr>
              <a:xfrm>
                <a:off x="2329450" y="3032350"/>
                <a:ext cx="1726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489" extrusionOk="0">
                    <a:moveTo>
                      <a:pt x="0" y="0"/>
                    </a:moveTo>
                    <a:lnTo>
                      <a:pt x="0" y="489"/>
                    </a:lnTo>
                    <a:lnTo>
                      <a:pt x="6906" y="489"/>
                    </a:lnTo>
                    <a:lnTo>
                      <a:pt x="690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36"/>
              <p:cNvSpPr/>
              <p:nvPr/>
            </p:nvSpPr>
            <p:spPr>
              <a:xfrm>
                <a:off x="2329450" y="3151100"/>
                <a:ext cx="172650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490" extrusionOk="0">
                    <a:moveTo>
                      <a:pt x="0" y="1"/>
                    </a:moveTo>
                    <a:lnTo>
                      <a:pt x="0" y="489"/>
                    </a:lnTo>
                    <a:lnTo>
                      <a:pt x="6906" y="489"/>
                    </a:lnTo>
                    <a:lnTo>
                      <a:pt x="690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36"/>
              <p:cNvSpPr/>
              <p:nvPr/>
            </p:nvSpPr>
            <p:spPr>
              <a:xfrm>
                <a:off x="2384225" y="3064200"/>
                <a:ext cx="62825" cy="62825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2513" extrusionOk="0">
                    <a:moveTo>
                      <a:pt x="1262" y="0"/>
                    </a:moveTo>
                    <a:cubicBezTo>
                      <a:pt x="560" y="0"/>
                      <a:pt x="0" y="572"/>
                      <a:pt x="0" y="1262"/>
                    </a:cubicBezTo>
                    <a:cubicBezTo>
                      <a:pt x="0" y="1953"/>
                      <a:pt x="560" y="2513"/>
                      <a:pt x="1262" y="2513"/>
                    </a:cubicBezTo>
                    <a:cubicBezTo>
                      <a:pt x="1953" y="2513"/>
                      <a:pt x="2512" y="1953"/>
                      <a:pt x="2512" y="1262"/>
                    </a:cubicBezTo>
                    <a:cubicBezTo>
                      <a:pt x="2512" y="572"/>
                      <a:pt x="1953" y="0"/>
                      <a:pt x="126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36"/>
              <p:cNvSpPr/>
              <p:nvPr/>
            </p:nvSpPr>
            <p:spPr>
              <a:xfrm>
                <a:off x="2380650" y="3060625"/>
                <a:ext cx="70275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2811" extrusionOk="0">
                    <a:moveTo>
                      <a:pt x="1405" y="298"/>
                    </a:moveTo>
                    <a:cubicBezTo>
                      <a:pt x="2012" y="298"/>
                      <a:pt x="2512" y="798"/>
                      <a:pt x="2512" y="1405"/>
                    </a:cubicBezTo>
                    <a:cubicBezTo>
                      <a:pt x="2512" y="2013"/>
                      <a:pt x="2012" y="2513"/>
                      <a:pt x="1405" y="2513"/>
                    </a:cubicBezTo>
                    <a:cubicBezTo>
                      <a:pt x="786" y="2513"/>
                      <a:pt x="298" y="2013"/>
                      <a:pt x="298" y="1405"/>
                    </a:cubicBezTo>
                    <a:cubicBezTo>
                      <a:pt x="298" y="798"/>
                      <a:pt x="786" y="298"/>
                      <a:pt x="1405" y="298"/>
                    </a:cubicBezTo>
                    <a:close/>
                    <a:moveTo>
                      <a:pt x="1405" y="1"/>
                    </a:moveTo>
                    <a:cubicBezTo>
                      <a:pt x="631" y="1"/>
                      <a:pt x="0" y="632"/>
                      <a:pt x="0" y="1405"/>
                    </a:cubicBezTo>
                    <a:cubicBezTo>
                      <a:pt x="0" y="2179"/>
                      <a:pt x="631" y="2810"/>
                      <a:pt x="1405" y="2810"/>
                    </a:cubicBezTo>
                    <a:cubicBezTo>
                      <a:pt x="2179" y="2810"/>
                      <a:pt x="2810" y="2179"/>
                      <a:pt x="2810" y="1405"/>
                    </a:cubicBezTo>
                    <a:cubicBezTo>
                      <a:pt x="2810" y="632"/>
                      <a:pt x="2179" y="1"/>
                      <a:pt x="14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36"/>
              <p:cNvSpPr/>
              <p:nvPr/>
            </p:nvSpPr>
            <p:spPr>
              <a:xfrm>
                <a:off x="2327650" y="3404725"/>
                <a:ext cx="1762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7050" h="667" extrusionOk="0">
                    <a:moveTo>
                      <a:pt x="334" y="0"/>
                    </a:moveTo>
                    <a:cubicBezTo>
                      <a:pt x="144" y="0"/>
                      <a:pt x="1" y="143"/>
                      <a:pt x="1" y="333"/>
                    </a:cubicBezTo>
                    <a:cubicBezTo>
                      <a:pt x="1" y="512"/>
                      <a:pt x="144" y="667"/>
                      <a:pt x="334" y="667"/>
                    </a:cubicBezTo>
                    <a:lnTo>
                      <a:pt x="6716" y="667"/>
                    </a:lnTo>
                    <a:cubicBezTo>
                      <a:pt x="6895" y="667"/>
                      <a:pt x="7049" y="512"/>
                      <a:pt x="7049" y="333"/>
                    </a:cubicBezTo>
                    <a:cubicBezTo>
                      <a:pt x="7049" y="143"/>
                      <a:pt x="6895" y="0"/>
                      <a:pt x="67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36"/>
              <p:cNvSpPr/>
              <p:nvPr/>
            </p:nvSpPr>
            <p:spPr>
              <a:xfrm>
                <a:off x="2254425" y="3320775"/>
                <a:ext cx="55400" cy="154800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6192" extrusionOk="0">
                    <a:moveTo>
                      <a:pt x="489" y="1"/>
                    </a:moveTo>
                    <a:cubicBezTo>
                      <a:pt x="215" y="1"/>
                      <a:pt x="1" y="227"/>
                      <a:pt x="1" y="489"/>
                    </a:cubicBezTo>
                    <a:lnTo>
                      <a:pt x="1" y="5704"/>
                    </a:lnTo>
                    <a:cubicBezTo>
                      <a:pt x="1" y="5966"/>
                      <a:pt x="215" y="6192"/>
                      <a:pt x="489" y="6192"/>
                    </a:cubicBezTo>
                    <a:lnTo>
                      <a:pt x="1727" y="6192"/>
                    </a:lnTo>
                    <a:cubicBezTo>
                      <a:pt x="2001" y="6192"/>
                      <a:pt x="2216" y="5966"/>
                      <a:pt x="2216" y="5704"/>
                    </a:cubicBezTo>
                    <a:lnTo>
                      <a:pt x="2216" y="489"/>
                    </a:lnTo>
                    <a:cubicBezTo>
                      <a:pt x="2216" y="227"/>
                      <a:pt x="2001" y="1"/>
                      <a:pt x="17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36"/>
              <p:cNvSpPr/>
              <p:nvPr/>
            </p:nvSpPr>
            <p:spPr>
              <a:xfrm>
                <a:off x="2254425" y="3444600"/>
                <a:ext cx="55400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1239" extrusionOk="0">
                    <a:moveTo>
                      <a:pt x="1" y="1"/>
                    </a:moveTo>
                    <a:lnTo>
                      <a:pt x="1" y="751"/>
                    </a:lnTo>
                    <a:cubicBezTo>
                      <a:pt x="1" y="1013"/>
                      <a:pt x="215" y="1239"/>
                      <a:pt x="489" y="1239"/>
                    </a:cubicBezTo>
                    <a:lnTo>
                      <a:pt x="1727" y="1239"/>
                    </a:lnTo>
                    <a:cubicBezTo>
                      <a:pt x="2001" y="1239"/>
                      <a:pt x="2216" y="1013"/>
                      <a:pt x="2216" y="751"/>
                    </a:cubicBezTo>
                    <a:lnTo>
                      <a:pt x="2216" y="1"/>
                    </a:lnTo>
                    <a:cubicBezTo>
                      <a:pt x="2216" y="262"/>
                      <a:pt x="2001" y="489"/>
                      <a:pt x="1727" y="489"/>
                    </a:cubicBezTo>
                    <a:lnTo>
                      <a:pt x="489" y="489"/>
                    </a:lnTo>
                    <a:cubicBezTo>
                      <a:pt x="215" y="489"/>
                      <a:pt x="1" y="262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36"/>
              <p:cNvSpPr/>
              <p:nvPr/>
            </p:nvSpPr>
            <p:spPr>
              <a:xfrm>
                <a:off x="2246400" y="3306200"/>
                <a:ext cx="71450" cy="7770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3108" extrusionOk="0">
                    <a:moveTo>
                      <a:pt x="489" y="0"/>
                    </a:moveTo>
                    <a:cubicBezTo>
                      <a:pt x="215" y="0"/>
                      <a:pt x="0" y="214"/>
                      <a:pt x="0" y="488"/>
                    </a:cubicBezTo>
                    <a:lnTo>
                      <a:pt x="0" y="2608"/>
                    </a:lnTo>
                    <a:cubicBezTo>
                      <a:pt x="0" y="2881"/>
                      <a:pt x="215" y="3108"/>
                      <a:pt x="489" y="3108"/>
                    </a:cubicBezTo>
                    <a:lnTo>
                      <a:pt x="2370" y="3108"/>
                    </a:lnTo>
                    <a:cubicBezTo>
                      <a:pt x="2644" y="3108"/>
                      <a:pt x="2858" y="2881"/>
                      <a:pt x="2858" y="2608"/>
                    </a:cubicBezTo>
                    <a:lnTo>
                      <a:pt x="2858" y="488"/>
                    </a:lnTo>
                    <a:cubicBezTo>
                      <a:pt x="2858" y="214"/>
                      <a:pt x="2644" y="0"/>
                      <a:pt x="23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36"/>
              <p:cNvSpPr/>
              <p:nvPr/>
            </p:nvSpPr>
            <p:spPr>
              <a:xfrm>
                <a:off x="2246400" y="3339825"/>
                <a:ext cx="71450" cy="44075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1763" extrusionOk="0">
                    <a:moveTo>
                      <a:pt x="0" y="1"/>
                    </a:moveTo>
                    <a:lnTo>
                      <a:pt x="0" y="1275"/>
                    </a:lnTo>
                    <a:cubicBezTo>
                      <a:pt x="0" y="1536"/>
                      <a:pt x="215" y="1763"/>
                      <a:pt x="489" y="1763"/>
                    </a:cubicBezTo>
                    <a:lnTo>
                      <a:pt x="2370" y="1763"/>
                    </a:lnTo>
                    <a:cubicBezTo>
                      <a:pt x="2644" y="1763"/>
                      <a:pt x="2858" y="1536"/>
                      <a:pt x="2858" y="1275"/>
                    </a:cubicBezTo>
                    <a:lnTo>
                      <a:pt x="2858" y="1"/>
                    </a:lnTo>
                    <a:cubicBezTo>
                      <a:pt x="2858" y="274"/>
                      <a:pt x="2644" y="489"/>
                      <a:pt x="2370" y="489"/>
                    </a:cubicBezTo>
                    <a:lnTo>
                      <a:pt x="489" y="489"/>
                    </a:lnTo>
                    <a:cubicBezTo>
                      <a:pt x="215" y="489"/>
                      <a:pt x="0" y="274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36"/>
              <p:cNvSpPr/>
              <p:nvPr/>
            </p:nvSpPr>
            <p:spPr>
              <a:xfrm>
                <a:off x="2260400" y="3398750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07" y="1"/>
                    </a:moveTo>
                    <a:cubicBezTo>
                      <a:pt x="48" y="1"/>
                      <a:pt x="0" y="49"/>
                      <a:pt x="0" y="120"/>
                    </a:cubicBezTo>
                    <a:lnTo>
                      <a:pt x="0" y="2811"/>
                    </a:lnTo>
                    <a:cubicBezTo>
                      <a:pt x="0" y="2882"/>
                      <a:pt x="48" y="2930"/>
                      <a:pt x="107" y="2930"/>
                    </a:cubicBezTo>
                    <a:cubicBezTo>
                      <a:pt x="167" y="2930"/>
                      <a:pt x="226" y="2882"/>
                      <a:pt x="226" y="2811"/>
                    </a:cubicBezTo>
                    <a:lnTo>
                      <a:pt x="226" y="120"/>
                    </a:lnTo>
                    <a:cubicBezTo>
                      <a:pt x="226" y="49"/>
                      <a:pt x="167" y="1"/>
                      <a:pt x="1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36"/>
              <p:cNvSpPr/>
              <p:nvPr/>
            </p:nvSpPr>
            <p:spPr>
              <a:xfrm>
                <a:off x="2272900" y="3391325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19" y="0"/>
                    </a:moveTo>
                    <a:cubicBezTo>
                      <a:pt x="48" y="0"/>
                      <a:pt x="0" y="60"/>
                      <a:pt x="0" y="119"/>
                    </a:cubicBezTo>
                    <a:lnTo>
                      <a:pt x="0" y="2822"/>
                    </a:lnTo>
                    <a:cubicBezTo>
                      <a:pt x="0" y="2882"/>
                      <a:pt x="48" y="2929"/>
                      <a:pt x="119" y="2929"/>
                    </a:cubicBezTo>
                    <a:cubicBezTo>
                      <a:pt x="179" y="2929"/>
                      <a:pt x="226" y="2882"/>
                      <a:pt x="226" y="2822"/>
                    </a:cubicBezTo>
                    <a:lnTo>
                      <a:pt x="226" y="119"/>
                    </a:lnTo>
                    <a:cubicBezTo>
                      <a:pt x="226" y="48"/>
                      <a:pt x="179" y="0"/>
                      <a:pt x="1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36"/>
              <p:cNvSpPr/>
              <p:nvPr/>
            </p:nvSpPr>
            <p:spPr>
              <a:xfrm>
                <a:off x="2285700" y="3391325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07" y="0"/>
                    </a:moveTo>
                    <a:cubicBezTo>
                      <a:pt x="48" y="0"/>
                      <a:pt x="0" y="60"/>
                      <a:pt x="0" y="119"/>
                    </a:cubicBezTo>
                    <a:lnTo>
                      <a:pt x="0" y="2822"/>
                    </a:lnTo>
                    <a:cubicBezTo>
                      <a:pt x="0" y="2882"/>
                      <a:pt x="48" y="2929"/>
                      <a:pt x="107" y="2929"/>
                    </a:cubicBezTo>
                    <a:cubicBezTo>
                      <a:pt x="179" y="2929"/>
                      <a:pt x="226" y="2882"/>
                      <a:pt x="226" y="2822"/>
                    </a:cubicBezTo>
                    <a:lnTo>
                      <a:pt x="226" y="119"/>
                    </a:lnTo>
                    <a:cubicBezTo>
                      <a:pt x="226" y="48"/>
                      <a:pt x="179" y="0"/>
                      <a:pt x="1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36"/>
              <p:cNvSpPr/>
              <p:nvPr/>
            </p:nvSpPr>
            <p:spPr>
              <a:xfrm>
                <a:off x="2298200" y="3398750"/>
                <a:ext cx="59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39" h="2930" extrusionOk="0">
                    <a:moveTo>
                      <a:pt x="119" y="1"/>
                    </a:moveTo>
                    <a:cubicBezTo>
                      <a:pt x="60" y="1"/>
                      <a:pt x="0" y="49"/>
                      <a:pt x="0" y="120"/>
                    </a:cubicBezTo>
                    <a:lnTo>
                      <a:pt x="0" y="2811"/>
                    </a:lnTo>
                    <a:cubicBezTo>
                      <a:pt x="0" y="2882"/>
                      <a:pt x="60" y="2930"/>
                      <a:pt x="119" y="2930"/>
                    </a:cubicBezTo>
                    <a:cubicBezTo>
                      <a:pt x="179" y="2930"/>
                      <a:pt x="238" y="2882"/>
                      <a:pt x="238" y="2811"/>
                    </a:cubicBezTo>
                    <a:lnTo>
                      <a:pt x="238" y="120"/>
                    </a:lnTo>
                    <a:cubicBezTo>
                      <a:pt x="238" y="49"/>
                      <a:pt x="179" y="1"/>
                      <a:pt x="1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36"/>
              <p:cNvSpPr/>
              <p:nvPr/>
            </p:nvSpPr>
            <p:spPr>
              <a:xfrm>
                <a:off x="2521425" y="3320775"/>
                <a:ext cx="55700" cy="15480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6192" extrusionOk="0">
                    <a:moveTo>
                      <a:pt x="489" y="1"/>
                    </a:moveTo>
                    <a:cubicBezTo>
                      <a:pt x="227" y="1"/>
                      <a:pt x="1" y="227"/>
                      <a:pt x="1" y="489"/>
                    </a:cubicBezTo>
                    <a:lnTo>
                      <a:pt x="1" y="5704"/>
                    </a:lnTo>
                    <a:cubicBezTo>
                      <a:pt x="1" y="5966"/>
                      <a:pt x="227" y="6192"/>
                      <a:pt x="489" y="6192"/>
                    </a:cubicBezTo>
                    <a:lnTo>
                      <a:pt x="1739" y="6192"/>
                    </a:lnTo>
                    <a:cubicBezTo>
                      <a:pt x="2001" y="6192"/>
                      <a:pt x="2227" y="5966"/>
                      <a:pt x="2227" y="5704"/>
                    </a:cubicBezTo>
                    <a:lnTo>
                      <a:pt x="2227" y="489"/>
                    </a:lnTo>
                    <a:cubicBezTo>
                      <a:pt x="2227" y="227"/>
                      <a:pt x="2001" y="1"/>
                      <a:pt x="17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36"/>
              <p:cNvSpPr/>
              <p:nvPr/>
            </p:nvSpPr>
            <p:spPr>
              <a:xfrm>
                <a:off x="2513400" y="3306200"/>
                <a:ext cx="71750" cy="77700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3108" extrusionOk="0">
                    <a:moveTo>
                      <a:pt x="500" y="0"/>
                    </a:moveTo>
                    <a:cubicBezTo>
                      <a:pt x="227" y="0"/>
                      <a:pt x="0" y="214"/>
                      <a:pt x="0" y="488"/>
                    </a:cubicBezTo>
                    <a:lnTo>
                      <a:pt x="0" y="2608"/>
                    </a:lnTo>
                    <a:cubicBezTo>
                      <a:pt x="0" y="2881"/>
                      <a:pt x="227" y="3108"/>
                      <a:pt x="500" y="3108"/>
                    </a:cubicBezTo>
                    <a:lnTo>
                      <a:pt x="2370" y="3108"/>
                    </a:lnTo>
                    <a:cubicBezTo>
                      <a:pt x="2644" y="3108"/>
                      <a:pt x="2870" y="2881"/>
                      <a:pt x="2870" y="2608"/>
                    </a:cubicBezTo>
                    <a:lnTo>
                      <a:pt x="2870" y="488"/>
                    </a:lnTo>
                    <a:cubicBezTo>
                      <a:pt x="2870" y="214"/>
                      <a:pt x="2644" y="0"/>
                      <a:pt x="23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36"/>
              <p:cNvSpPr/>
              <p:nvPr/>
            </p:nvSpPr>
            <p:spPr>
              <a:xfrm>
                <a:off x="2513400" y="3339825"/>
                <a:ext cx="71475" cy="44075"/>
              </a:xfrm>
              <a:custGeom>
                <a:avLst/>
                <a:gdLst/>
                <a:ahLst/>
                <a:cxnLst/>
                <a:rect l="l" t="t" r="r" b="b"/>
                <a:pathLst>
                  <a:path w="2859" h="1763" extrusionOk="0">
                    <a:moveTo>
                      <a:pt x="2858" y="1"/>
                    </a:moveTo>
                    <a:lnTo>
                      <a:pt x="2858" y="42"/>
                    </a:lnTo>
                    <a:lnTo>
                      <a:pt x="2858" y="42"/>
                    </a:lnTo>
                    <a:cubicBezTo>
                      <a:pt x="2858" y="28"/>
                      <a:pt x="2858" y="14"/>
                      <a:pt x="2858" y="1"/>
                    </a:cubicBezTo>
                    <a:close/>
                    <a:moveTo>
                      <a:pt x="0" y="1"/>
                    </a:moveTo>
                    <a:lnTo>
                      <a:pt x="0" y="1275"/>
                    </a:lnTo>
                    <a:cubicBezTo>
                      <a:pt x="0" y="1536"/>
                      <a:pt x="227" y="1763"/>
                      <a:pt x="489" y="1763"/>
                    </a:cubicBezTo>
                    <a:lnTo>
                      <a:pt x="2370" y="1763"/>
                    </a:lnTo>
                    <a:cubicBezTo>
                      <a:pt x="2644" y="1763"/>
                      <a:pt x="2858" y="1536"/>
                      <a:pt x="2858" y="1275"/>
                    </a:cubicBezTo>
                    <a:lnTo>
                      <a:pt x="2858" y="42"/>
                    </a:lnTo>
                    <a:lnTo>
                      <a:pt x="2858" y="42"/>
                    </a:lnTo>
                    <a:cubicBezTo>
                      <a:pt x="2847" y="296"/>
                      <a:pt x="2630" y="489"/>
                      <a:pt x="2370" y="489"/>
                    </a:cubicBezTo>
                    <a:lnTo>
                      <a:pt x="489" y="489"/>
                    </a:lnTo>
                    <a:cubicBezTo>
                      <a:pt x="227" y="489"/>
                      <a:pt x="0" y="274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36"/>
              <p:cNvSpPr/>
              <p:nvPr/>
            </p:nvSpPr>
            <p:spPr>
              <a:xfrm>
                <a:off x="2521425" y="3391325"/>
                <a:ext cx="55700" cy="8425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3370" extrusionOk="0">
                    <a:moveTo>
                      <a:pt x="858" y="0"/>
                    </a:moveTo>
                    <a:cubicBezTo>
                      <a:pt x="799" y="0"/>
                      <a:pt x="739" y="60"/>
                      <a:pt x="739" y="119"/>
                    </a:cubicBezTo>
                    <a:lnTo>
                      <a:pt x="739" y="2620"/>
                    </a:lnTo>
                    <a:lnTo>
                      <a:pt x="489" y="2620"/>
                    </a:lnTo>
                    <a:cubicBezTo>
                      <a:pt x="477" y="2620"/>
                      <a:pt x="477" y="2608"/>
                      <a:pt x="465" y="2608"/>
                    </a:cubicBezTo>
                    <a:lnTo>
                      <a:pt x="465" y="417"/>
                    </a:lnTo>
                    <a:cubicBezTo>
                      <a:pt x="465" y="346"/>
                      <a:pt x="418" y="298"/>
                      <a:pt x="358" y="298"/>
                    </a:cubicBezTo>
                    <a:cubicBezTo>
                      <a:pt x="287" y="298"/>
                      <a:pt x="239" y="346"/>
                      <a:pt x="239" y="417"/>
                    </a:cubicBezTo>
                    <a:lnTo>
                      <a:pt x="239" y="2548"/>
                    </a:lnTo>
                    <a:cubicBezTo>
                      <a:pt x="96" y="2453"/>
                      <a:pt x="1" y="2298"/>
                      <a:pt x="1" y="2132"/>
                    </a:cubicBezTo>
                    <a:lnTo>
                      <a:pt x="1" y="2882"/>
                    </a:lnTo>
                    <a:cubicBezTo>
                      <a:pt x="1" y="3144"/>
                      <a:pt x="215" y="3370"/>
                      <a:pt x="489" y="3370"/>
                    </a:cubicBezTo>
                    <a:lnTo>
                      <a:pt x="1739" y="3370"/>
                    </a:lnTo>
                    <a:cubicBezTo>
                      <a:pt x="2001" y="3370"/>
                      <a:pt x="2227" y="3144"/>
                      <a:pt x="2227" y="2882"/>
                    </a:cubicBezTo>
                    <a:lnTo>
                      <a:pt x="2227" y="2132"/>
                    </a:lnTo>
                    <a:cubicBezTo>
                      <a:pt x="2227" y="2298"/>
                      <a:pt x="2132" y="2453"/>
                      <a:pt x="1989" y="2548"/>
                    </a:cubicBezTo>
                    <a:lnTo>
                      <a:pt x="1989" y="417"/>
                    </a:lnTo>
                    <a:cubicBezTo>
                      <a:pt x="1989" y="346"/>
                      <a:pt x="1930" y="298"/>
                      <a:pt x="1870" y="298"/>
                    </a:cubicBezTo>
                    <a:cubicBezTo>
                      <a:pt x="1811" y="298"/>
                      <a:pt x="1763" y="346"/>
                      <a:pt x="1763" y="417"/>
                    </a:cubicBezTo>
                    <a:lnTo>
                      <a:pt x="1763" y="2608"/>
                    </a:lnTo>
                    <a:cubicBezTo>
                      <a:pt x="1751" y="2608"/>
                      <a:pt x="1739" y="2620"/>
                      <a:pt x="1739" y="2620"/>
                    </a:cubicBezTo>
                    <a:lnTo>
                      <a:pt x="1477" y="2620"/>
                    </a:lnTo>
                    <a:lnTo>
                      <a:pt x="1477" y="119"/>
                    </a:lnTo>
                    <a:cubicBezTo>
                      <a:pt x="1477" y="60"/>
                      <a:pt x="1430" y="0"/>
                      <a:pt x="1370" y="0"/>
                    </a:cubicBezTo>
                    <a:cubicBezTo>
                      <a:pt x="1299" y="0"/>
                      <a:pt x="1251" y="60"/>
                      <a:pt x="1251" y="119"/>
                    </a:cubicBezTo>
                    <a:lnTo>
                      <a:pt x="1251" y="2620"/>
                    </a:lnTo>
                    <a:lnTo>
                      <a:pt x="977" y="2620"/>
                    </a:lnTo>
                    <a:lnTo>
                      <a:pt x="977" y="119"/>
                    </a:lnTo>
                    <a:cubicBezTo>
                      <a:pt x="977" y="60"/>
                      <a:pt x="918" y="0"/>
                      <a:pt x="8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36"/>
              <p:cNvSpPr/>
              <p:nvPr/>
            </p:nvSpPr>
            <p:spPr>
              <a:xfrm>
                <a:off x="236755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36"/>
              <p:cNvSpPr/>
              <p:nvPr/>
            </p:nvSpPr>
            <p:spPr>
              <a:xfrm>
                <a:off x="2389575" y="2937400"/>
                <a:ext cx="7475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9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36"/>
              <p:cNvSpPr/>
              <p:nvPr/>
            </p:nvSpPr>
            <p:spPr>
              <a:xfrm>
                <a:off x="241190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36"/>
              <p:cNvSpPr/>
              <p:nvPr/>
            </p:nvSpPr>
            <p:spPr>
              <a:xfrm>
                <a:off x="2434225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36"/>
              <p:cNvSpPr/>
              <p:nvPr/>
            </p:nvSpPr>
            <p:spPr>
              <a:xfrm>
                <a:off x="245655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89" name="Google Shape;1289;p36"/>
          <p:cNvGrpSpPr/>
          <p:nvPr/>
        </p:nvGrpSpPr>
        <p:grpSpPr>
          <a:xfrm rot="750384">
            <a:off x="6839822" y="3249167"/>
            <a:ext cx="1088316" cy="1251959"/>
            <a:chOff x="2258600" y="1433188"/>
            <a:chExt cx="467050" cy="537300"/>
          </a:xfrm>
        </p:grpSpPr>
        <p:sp>
          <p:nvSpPr>
            <p:cNvPr id="1290" name="Google Shape;1290;p36"/>
            <p:cNvSpPr/>
            <p:nvPr/>
          </p:nvSpPr>
          <p:spPr>
            <a:xfrm>
              <a:off x="2258600" y="1433350"/>
              <a:ext cx="467050" cy="536975"/>
            </a:xfrm>
            <a:custGeom>
              <a:avLst/>
              <a:gdLst/>
              <a:ahLst/>
              <a:cxnLst/>
              <a:rect l="l" t="t" r="r" b="b"/>
              <a:pathLst>
                <a:path w="18682" h="21479" extrusionOk="0">
                  <a:moveTo>
                    <a:pt x="9347" y="607"/>
                  </a:moveTo>
                  <a:cubicBezTo>
                    <a:pt x="9740" y="607"/>
                    <a:pt x="10050" y="929"/>
                    <a:pt x="10050" y="1322"/>
                  </a:cubicBezTo>
                  <a:cubicBezTo>
                    <a:pt x="10050" y="1715"/>
                    <a:pt x="9740" y="2024"/>
                    <a:pt x="9347" y="2024"/>
                  </a:cubicBezTo>
                  <a:cubicBezTo>
                    <a:pt x="8954" y="2024"/>
                    <a:pt x="8633" y="1715"/>
                    <a:pt x="8633" y="1322"/>
                  </a:cubicBezTo>
                  <a:cubicBezTo>
                    <a:pt x="8633" y="929"/>
                    <a:pt x="8954" y="607"/>
                    <a:pt x="9347" y="607"/>
                  </a:cubicBezTo>
                  <a:close/>
                  <a:moveTo>
                    <a:pt x="9347" y="0"/>
                  </a:moveTo>
                  <a:cubicBezTo>
                    <a:pt x="8609" y="0"/>
                    <a:pt x="8025" y="583"/>
                    <a:pt x="8025" y="1322"/>
                  </a:cubicBezTo>
                  <a:cubicBezTo>
                    <a:pt x="8025" y="1905"/>
                    <a:pt x="8395" y="2393"/>
                    <a:pt x="8918" y="2572"/>
                  </a:cubicBezTo>
                  <a:lnTo>
                    <a:pt x="8918" y="3608"/>
                  </a:lnTo>
                  <a:cubicBezTo>
                    <a:pt x="6120" y="3739"/>
                    <a:pt x="3656" y="5155"/>
                    <a:pt x="2108" y="7287"/>
                  </a:cubicBezTo>
                  <a:cubicBezTo>
                    <a:pt x="1906" y="7560"/>
                    <a:pt x="1727" y="7858"/>
                    <a:pt x="1548" y="8156"/>
                  </a:cubicBezTo>
                  <a:lnTo>
                    <a:pt x="1167" y="8156"/>
                  </a:lnTo>
                  <a:cubicBezTo>
                    <a:pt x="417" y="9489"/>
                    <a:pt x="1" y="11037"/>
                    <a:pt x="1" y="12668"/>
                  </a:cubicBezTo>
                  <a:cubicBezTo>
                    <a:pt x="1" y="12847"/>
                    <a:pt x="1" y="13014"/>
                    <a:pt x="13" y="13180"/>
                  </a:cubicBezTo>
                  <a:lnTo>
                    <a:pt x="429" y="13180"/>
                  </a:lnTo>
                  <a:cubicBezTo>
                    <a:pt x="441" y="13442"/>
                    <a:pt x="477" y="13704"/>
                    <a:pt x="513" y="13954"/>
                  </a:cubicBezTo>
                  <a:cubicBezTo>
                    <a:pt x="1191" y="18217"/>
                    <a:pt x="4882" y="21479"/>
                    <a:pt x="9347" y="21479"/>
                  </a:cubicBezTo>
                  <a:cubicBezTo>
                    <a:pt x="13800" y="21479"/>
                    <a:pt x="17491" y="18217"/>
                    <a:pt x="18170" y="13954"/>
                  </a:cubicBezTo>
                  <a:cubicBezTo>
                    <a:pt x="18205" y="13704"/>
                    <a:pt x="18241" y="13442"/>
                    <a:pt x="18253" y="13180"/>
                  </a:cubicBezTo>
                  <a:lnTo>
                    <a:pt x="18670" y="13180"/>
                  </a:lnTo>
                  <a:cubicBezTo>
                    <a:pt x="18682" y="13014"/>
                    <a:pt x="18682" y="12847"/>
                    <a:pt x="18682" y="12668"/>
                  </a:cubicBezTo>
                  <a:cubicBezTo>
                    <a:pt x="18682" y="11025"/>
                    <a:pt x="18265" y="9489"/>
                    <a:pt x="17515" y="8156"/>
                  </a:cubicBezTo>
                  <a:lnTo>
                    <a:pt x="17134" y="8156"/>
                  </a:lnTo>
                  <a:cubicBezTo>
                    <a:pt x="16967" y="7858"/>
                    <a:pt x="16777" y="7572"/>
                    <a:pt x="16574" y="7287"/>
                  </a:cubicBezTo>
                  <a:cubicBezTo>
                    <a:pt x="15026" y="5155"/>
                    <a:pt x="12562" y="3739"/>
                    <a:pt x="9764" y="3608"/>
                  </a:cubicBezTo>
                  <a:lnTo>
                    <a:pt x="9764" y="2572"/>
                  </a:lnTo>
                  <a:cubicBezTo>
                    <a:pt x="10288" y="2393"/>
                    <a:pt x="10657" y="1905"/>
                    <a:pt x="10657" y="1322"/>
                  </a:cubicBezTo>
                  <a:cubicBezTo>
                    <a:pt x="10657" y="583"/>
                    <a:pt x="10073" y="0"/>
                    <a:pt x="934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91" name="Google Shape;1291;p36"/>
            <p:cNvGrpSpPr/>
            <p:nvPr/>
          </p:nvGrpSpPr>
          <p:grpSpPr>
            <a:xfrm>
              <a:off x="2258600" y="1433188"/>
              <a:ext cx="467050" cy="537300"/>
              <a:chOff x="2258600" y="-256450"/>
              <a:chExt cx="467050" cy="537300"/>
            </a:xfrm>
          </p:grpSpPr>
          <p:sp>
            <p:nvSpPr>
              <p:cNvPr id="1292" name="Google Shape;1292;p36"/>
              <p:cNvSpPr/>
              <p:nvPr/>
            </p:nvSpPr>
            <p:spPr>
              <a:xfrm>
                <a:off x="2481850" y="-201675"/>
                <a:ext cx="20850" cy="940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3763" extrusionOk="0">
                    <a:moveTo>
                      <a:pt x="0" y="0"/>
                    </a:moveTo>
                    <a:lnTo>
                      <a:pt x="0" y="3763"/>
                    </a:lnTo>
                    <a:lnTo>
                      <a:pt x="834" y="3763"/>
                    </a:lnTo>
                    <a:lnTo>
                      <a:pt x="8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36"/>
              <p:cNvSpPr/>
              <p:nvPr/>
            </p:nvSpPr>
            <p:spPr>
              <a:xfrm>
                <a:off x="2269025" y="69475"/>
                <a:ext cx="446500" cy="23250"/>
              </a:xfrm>
              <a:custGeom>
                <a:avLst/>
                <a:gdLst/>
                <a:ahLst/>
                <a:cxnLst/>
                <a:rect l="l" t="t" r="r" b="b"/>
                <a:pathLst>
                  <a:path w="17860" h="930" extrusionOk="0">
                    <a:moveTo>
                      <a:pt x="0" y="1"/>
                    </a:moveTo>
                    <a:cubicBezTo>
                      <a:pt x="12" y="322"/>
                      <a:pt x="48" y="620"/>
                      <a:pt x="96" y="930"/>
                    </a:cubicBezTo>
                    <a:lnTo>
                      <a:pt x="17753" y="930"/>
                    </a:lnTo>
                    <a:cubicBezTo>
                      <a:pt x="17800" y="620"/>
                      <a:pt x="17836" y="310"/>
                      <a:pt x="178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36"/>
              <p:cNvSpPr/>
              <p:nvPr/>
            </p:nvSpPr>
            <p:spPr>
              <a:xfrm>
                <a:off x="2271700" y="92700"/>
                <a:ext cx="441150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17646" h="7526" extrusionOk="0">
                    <a:moveTo>
                      <a:pt x="1" y="1"/>
                    </a:moveTo>
                    <a:cubicBezTo>
                      <a:pt x="679" y="4263"/>
                      <a:pt x="4370" y="7525"/>
                      <a:pt x="8823" y="7525"/>
                    </a:cubicBezTo>
                    <a:cubicBezTo>
                      <a:pt x="13276" y="7525"/>
                      <a:pt x="16967" y="4263"/>
                      <a:pt x="1764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36"/>
              <p:cNvSpPr/>
              <p:nvPr/>
            </p:nvSpPr>
            <p:spPr>
              <a:xfrm>
                <a:off x="2311300" y="-166250"/>
                <a:ext cx="361675" cy="92300"/>
              </a:xfrm>
              <a:custGeom>
                <a:avLst/>
                <a:gdLst/>
                <a:ahLst/>
                <a:cxnLst/>
                <a:rect l="l" t="t" r="r" b="b"/>
                <a:pathLst>
                  <a:path w="14467" h="3692" extrusionOk="0">
                    <a:moveTo>
                      <a:pt x="7239" y="0"/>
                    </a:moveTo>
                    <a:cubicBezTo>
                      <a:pt x="4262" y="0"/>
                      <a:pt x="1631" y="1453"/>
                      <a:pt x="0" y="3691"/>
                    </a:cubicBezTo>
                    <a:lnTo>
                      <a:pt x="14466" y="3691"/>
                    </a:lnTo>
                    <a:cubicBezTo>
                      <a:pt x="12847" y="1453"/>
                      <a:pt x="10216" y="0"/>
                      <a:pt x="723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36"/>
              <p:cNvSpPr/>
              <p:nvPr/>
            </p:nvSpPr>
            <p:spPr>
              <a:xfrm>
                <a:off x="2296700" y="-73975"/>
                <a:ext cx="391150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5646" h="929" extrusionOk="0">
                    <a:moveTo>
                      <a:pt x="584" y="0"/>
                    </a:moveTo>
                    <a:cubicBezTo>
                      <a:pt x="370" y="298"/>
                      <a:pt x="179" y="607"/>
                      <a:pt x="1" y="929"/>
                    </a:cubicBezTo>
                    <a:lnTo>
                      <a:pt x="15645" y="929"/>
                    </a:lnTo>
                    <a:cubicBezTo>
                      <a:pt x="15467" y="607"/>
                      <a:pt x="15276" y="298"/>
                      <a:pt x="1506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36"/>
              <p:cNvSpPr/>
              <p:nvPr/>
            </p:nvSpPr>
            <p:spPr>
              <a:xfrm>
                <a:off x="2258600" y="-52550"/>
                <a:ext cx="467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18682" h="5037" extrusionOk="0">
                    <a:moveTo>
                      <a:pt x="1167" y="0"/>
                    </a:moveTo>
                    <a:cubicBezTo>
                      <a:pt x="429" y="1346"/>
                      <a:pt x="1" y="2882"/>
                      <a:pt x="1" y="4525"/>
                    </a:cubicBezTo>
                    <a:cubicBezTo>
                      <a:pt x="1" y="4691"/>
                      <a:pt x="13" y="4870"/>
                      <a:pt x="24" y="5037"/>
                    </a:cubicBezTo>
                    <a:lnTo>
                      <a:pt x="18670" y="5037"/>
                    </a:lnTo>
                    <a:cubicBezTo>
                      <a:pt x="18682" y="4870"/>
                      <a:pt x="18682" y="4691"/>
                      <a:pt x="18682" y="4525"/>
                    </a:cubicBezTo>
                    <a:cubicBezTo>
                      <a:pt x="18682" y="2882"/>
                      <a:pt x="18265" y="1346"/>
                      <a:pt x="1752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36"/>
              <p:cNvSpPr/>
              <p:nvPr/>
            </p:nvSpPr>
            <p:spPr>
              <a:xfrm>
                <a:off x="2459225" y="-256450"/>
                <a:ext cx="66100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2644" h="2644" extrusionOk="0">
                    <a:moveTo>
                      <a:pt x="1322" y="620"/>
                    </a:moveTo>
                    <a:cubicBezTo>
                      <a:pt x="1715" y="620"/>
                      <a:pt x="2036" y="929"/>
                      <a:pt x="2036" y="1322"/>
                    </a:cubicBezTo>
                    <a:cubicBezTo>
                      <a:pt x="2036" y="1715"/>
                      <a:pt x="1715" y="2036"/>
                      <a:pt x="1322" y="2036"/>
                    </a:cubicBezTo>
                    <a:cubicBezTo>
                      <a:pt x="929" y="2036"/>
                      <a:pt x="608" y="1715"/>
                      <a:pt x="608" y="1322"/>
                    </a:cubicBezTo>
                    <a:cubicBezTo>
                      <a:pt x="608" y="929"/>
                      <a:pt x="929" y="620"/>
                      <a:pt x="1322" y="620"/>
                    </a:cubicBezTo>
                    <a:close/>
                    <a:moveTo>
                      <a:pt x="1322" y="1"/>
                    </a:moveTo>
                    <a:cubicBezTo>
                      <a:pt x="596" y="1"/>
                      <a:pt x="0" y="596"/>
                      <a:pt x="0" y="1322"/>
                    </a:cubicBezTo>
                    <a:cubicBezTo>
                      <a:pt x="0" y="2048"/>
                      <a:pt x="596" y="2644"/>
                      <a:pt x="1322" y="2644"/>
                    </a:cubicBezTo>
                    <a:cubicBezTo>
                      <a:pt x="2048" y="2644"/>
                      <a:pt x="2644" y="2048"/>
                      <a:pt x="2644" y="1322"/>
                    </a:cubicBezTo>
                    <a:cubicBezTo>
                      <a:pt x="2644" y="596"/>
                      <a:pt x="2048" y="1"/>
                      <a:pt x="132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36"/>
              <p:cNvSpPr/>
              <p:nvPr/>
            </p:nvSpPr>
            <p:spPr>
              <a:xfrm>
                <a:off x="2578575" y="4900"/>
                <a:ext cx="44375" cy="68475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2739" extrusionOk="0">
                    <a:moveTo>
                      <a:pt x="1656" y="0"/>
                    </a:moveTo>
                    <a:lnTo>
                      <a:pt x="1" y="2739"/>
                    </a:lnTo>
                    <a:lnTo>
                      <a:pt x="1775" y="2739"/>
                    </a:lnTo>
                    <a:lnTo>
                      <a:pt x="1775" y="631"/>
                    </a:lnTo>
                    <a:cubicBezTo>
                      <a:pt x="1775" y="405"/>
                      <a:pt x="1739" y="191"/>
                      <a:pt x="16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36"/>
              <p:cNvSpPr/>
              <p:nvPr/>
            </p:nvSpPr>
            <p:spPr>
              <a:xfrm>
                <a:off x="2479175" y="-22500"/>
                <a:ext cx="99425" cy="95875"/>
              </a:xfrm>
              <a:custGeom>
                <a:avLst/>
                <a:gdLst/>
                <a:ahLst/>
                <a:cxnLst/>
                <a:rect l="l" t="t" r="r" b="b"/>
                <a:pathLst>
                  <a:path w="3977" h="3835" extrusionOk="0">
                    <a:moveTo>
                      <a:pt x="2322" y="1"/>
                    </a:moveTo>
                    <a:lnTo>
                      <a:pt x="0" y="3835"/>
                    </a:lnTo>
                    <a:lnTo>
                      <a:pt x="1655" y="3835"/>
                    </a:lnTo>
                    <a:lnTo>
                      <a:pt x="397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36"/>
              <p:cNvSpPr/>
              <p:nvPr/>
            </p:nvSpPr>
            <p:spPr>
              <a:xfrm>
                <a:off x="2361300" y="-22500"/>
                <a:ext cx="175925" cy="95875"/>
              </a:xfrm>
              <a:custGeom>
                <a:avLst/>
                <a:gdLst/>
                <a:ahLst/>
                <a:cxnLst/>
                <a:rect l="l" t="t" r="r" b="b"/>
                <a:pathLst>
                  <a:path w="7037" h="3835" extrusionOk="0">
                    <a:moveTo>
                      <a:pt x="1739" y="1"/>
                    </a:moveTo>
                    <a:cubicBezTo>
                      <a:pt x="786" y="1"/>
                      <a:pt x="0" y="775"/>
                      <a:pt x="0" y="1727"/>
                    </a:cubicBezTo>
                    <a:lnTo>
                      <a:pt x="0" y="3835"/>
                    </a:lnTo>
                    <a:lnTo>
                      <a:pt x="4715" y="3835"/>
                    </a:lnTo>
                    <a:lnTo>
                      <a:pt x="70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36"/>
              <p:cNvSpPr/>
              <p:nvPr/>
            </p:nvSpPr>
            <p:spPr>
              <a:xfrm>
                <a:off x="2561925" y="-8800"/>
                <a:ext cx="58050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2322" h="3287" extrusionOk="0">
                    <a:moveTo>
                      <a:pt x="1977" y="1"/>
                    </a:moveTo>
                    <a:lnTo>
                      <a:pt x="0" y="3287"/>
                    </a:lnTo>
                    <a:lnTo>
                      <a:pt x="667" y="3287"/>
                    </a:lnTo>
                    <a:lnTo>
                      <a:pt x="2322" y="548"/>
                    </a:lnTo>
                    <a:cubicBezTo>
                      <a:pt x="2238" y="346"/>
                      <a:pt x="2131" y="155"/>
                      <a:pt x="19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6"/>
              <p:cNvSpPr/>
              <p:nvPr/>
            </p:nvSpPr>
            <p:spPr>
              <a:xfrm>
                <a:off x="2520550" y="-22500"/>
                <a:ext cx="90800" cy="95875"/>
              </a:xfrm>
              <a:custGeom>
                <a:avLst/>
                <a:gdLst/>
                <a:ahLst/>
                <a:cxnLst/>
                <a:rect l="l" t="t" r="r" b="b"/>
                <a:pathLst>
                  <a:path w="3632" h="3835" extrusionOk="0">
                    <a:moveTo>
                      <a:pt x="2322" y="1"/>
                    </a:moveTo>
                    <a:lnTo>
                      <a:pt x="0" y="3835"/>
                    </a:lnTo>
                    <a:lnTo>
                      <a:pt x="1655" y="3835"/>
                    </a:lnTo>
                    <a:lnTo>
                      <a:pt x="3632" y="549"/>
                    </a:lnTo>
                    <a:cubicBezTo>
                      <a:pt x="3322" y="215"/>
                      <a:pt x="2870" y="1"/>
                      <a:pt x="23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36"/>
              <p:cNvSpPr/>
              <p:nvPr/>
            </p:nvSpPr>
            <p:spPr>
              <a:xfrm>
                <a:off x="2348500" y="128125"/>
                <a:ext cx="348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82" extrusionOk="0">
                    <a:moveTo>
                      <a:pt x="723" y="0"/>
                    </a:moveTo>
                    <a:cubicBezTo>
                      <a:pt x="716" y="0"/>
                      <a:pt x="710" y="0"/>
                      <a:pt x="703" y="0"/>
                    </a:cubicBezTo>
                    <a:cubicBezTo>
                      <a:pt x="310" y="0"/>
                      <a:pt x="0" y="310"/>
                      <a:pt x="0" y="691"/>
                    </a:cubicBezTo>
                    <a:cubicBezTo>
                      <a:pt x="0" y="1072"/>
                      <a:pt x="310" y="1381"/>
                      <a:pt x="703" y="1381"/>
                    </a:cubicBezTo>
                    <a:cubicBezTo>
                      <a:pt x="1084" y="1381"/>
                      <a:pt x="1393" y="1072"/>
                      <a:pt x="1393" y="691"/>
                    </a:cubicBezTo>
                    <a:cubicBezTo>
                      <a:pt x="1393" y="317"/>
                      <a:pt x="1095" y="0"/>
                      <a:pt x="72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36"/>
              <p:cNvSpPr/>
              <p:nvPr/>
            </p:nvSpPr>
            <p:spPr>
              <a:xfrm>
                <a:off x="23991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0"/>
                    </a:moveTo>
                    <a:cubicBezTo>
                      <a:pt x="310" y="0"/>
                      <a:pt x="0" y="310"/>
                      <a:pt x="0" y="691"/>
                    </a:cubicBezTo>
                    <a:cubicBezTo>
                      <a:pt x="0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0"/>
                      <a:pt x="1072" y="0"/>
                      <a:pt x="6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6"/>
              <p:cNvSpPr/>
              <p:nvPr/>
            </p:nvSpPr>
            <p:spPr>
              <a:xfrm>
                <a:off x="24497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0"/>
                    </a:moveTo>
                    <a:cubicBezTo>
                      <a:pt x="310" y="0"/>
                      <a:pt x="0" y="310"/>
                      <a:pt x="0" y="691"/>
                    </a:cubicBezTo>
                    <a:cubicBezTo>
                      <a:pt x="0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0"/>
                      <a:pt x="1072" y="0"/>
                      <a:pt x="6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6"/>
              <p:cNvSpPr/>
              <p:nvPr/>
            </p:nvSpPr>
            <p:spPr>
              <a:xfrm>
                <a:off x="25003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712" y="0"/>
                    </a:moveTo>
                    <a:cubicBezTo>
                      <a:pt x="705" y="0"/>
                      <a:pt x="698" y="0"/>
                      <a:pt x="691" y="0"/>
                    </a:cubicBezTo>
                    <a:cubicBezTo>
                      <a:pt x="310" y="0"/>
                      <a:pt x="1" y="310"/>
                      <a:pt x="1" y="691"/>
                    </a:cubicBezTo>
                    <a:cubicBezTo>
                      <a:pt x="1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7"/>
                      <a:pt x="1083" y="0"/>
                      <a:pt x="7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36"/>
              <p:cNvSpPr/>
              <p:nvPr/>
            </p:nvSpPr>
            <p:spPr>
              <a:xfrm>
                <a:off x="2550600" y="128125"/>
                <a:ext cx="348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82" extrusionOk="0">
                    <a:moveTo>
                      <a:pt x="712" y="0"/>
                    </a:moveTo>
                    <a:cubicBezTo>
                      <a:pt x="705" y="0"/>
                      <a:pt x="698" y="0"/>
                      <a:pt x="691" y="0"/>
                    </a:cubicBezTo>
                    <a:cubicBezTo>
                      <a:pt x="310" y="0"/>
                      <a:pt x="1" y="310"/>
                      <a:pt x="1" y="691"/>
                    </a:cubicBezTo>
                    <a:cubicBezTo>
                      <a:pt x="1" y="1072"/>
                      <a:pt x="310" y="1381"/>
                      <a:pt x="691" y="1381"/>
                    </a:cubicBezTo>
                    <a:cubicBezTo>
                      <a:pt x="1084" y="1381"/>
                      <a:pt x="1394" y="1072"/>
                      <a:pt x="1394" y="691"/>
                    </a:cubicBezTo>
                    <a:cubicBezTo>
                      <a:pt x="1394" y="317"/>
                      <a:pt x="1095" y="0"/>
                      <a:pt x="7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36"/>
              <p:cNvSpPr/>
              <p:nvPr/>
            </p:nvSpPr>
            <p:spPr>
              <a:xfrm>
                <a:off x="26012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0"/>
                    </a:moveTo>
                    <a:cubicBezTo>
                      <a:pt x="310" y="0"/>
                      <a:pt x="1" y="310"/>
                      <a:pt x="1" y="691"/>
                    </a:cubicBezTo>
                    <a:cubicBezTo>
                      <a:pt x="1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0"/>
                      <a:pt x="1072" y="0"/>
                      <a:pt x="6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36"/>
              <p:cNvSpPr/>
              <p:nvPr/>
            </p:nvSpPr>
            <p:spPr>
              <a:xfrm>
                <a:off x="2392850" y="187050"/>
                <a:ext cx="19885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7954" h="442" extrusionOk="0">
                    <a:moveTo>
                      <a:pt x="0" y="1"/>
                    </a:moveTo>
                    <a:lnTo>
                      <a:pt x="0" y="441"/>
                    </a:lnTo>
                    <a:lnTo>
                      <a:pt x="7954" y="441"/>
                    </a:lnTo>
                    <a:lnTo>
                      <a:pt x="79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36"/>
              <p:cNvSpPr/>
              <p:nvPr/>
            </p:nvSpPr>
            <p:spPr>
              <a:xfrm>
                <a:off x="2392850" y="213250"/>
                <a:ext cx="19885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7954" h="442" extrusionOk="0">
                    <a:moveTo>
                      <a:pt x="0" y="1"/>
                    </a:moveTo>
                    <a:lnTo>
                      <a:pt x="0" y="441"/>
                    </a:lnTo>
                    <a:lnTo>
                      <a:pt x="7954" y="441"/>
                    </a:lnTo>
                    <a:lnTo>
                      <a:pt x="79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12" name="Google Shape;1312;p36"/>
          <p:cNvGrpSpPr/>
          <p:nvPr/>
        </p:nvGrpSpPr>
        <p:grpSpPr>
          <a:xfrm rot="-974363">
            <a:off x="436083" y="343936"/>
            <a:ext cx="752067" cy="1129228"/>
            <a:chOff x="6630575" y="1482600"/>
            <a:chExt cx="292025" cy="438475"/>
          </a:xfrm>
        </p:grpSpPr>
        <p:sp>
          <p:nvSpPr>
            <p:cNvPr id="1313" name="Google Shape;1313;p36"/>
            <p:cNvSpPr/>
            <p:nvPr/>
          </p:nvSpPr>
          <p:spPr>
            <a:xfrm>
              <a:off x="6630575" y="1482750"/>
              <a:ext cx="292025" cy="438175"/>
            </a:xfrm>
            <a:custGeom>
              <a:avLst/>
              <a:gdLst/>
              <a:ahLst/>
              <a:cxnLst/>
              <a:rect l="l" t="t" r="r" b="b"/>
              <a:pathLst>
                <a:path w="11681" h="17527" extrusionOk="0">
                  <a:moveTo>
                    <a:pt x="5847" y="0"/>
                  </a:moveTo>
                  <a:cubicBezTo>
                    <a:pt x="2620" y="0"/>
                    <a:pt x="1" y="2608"/>
                    <a:pt x="1" y="5835"/>
                  </a:cubicBezTo>
                  <a:lnTo>
                    <a:pt x="1" y="9633"/>
                  </a:lnTo>
                  <a:lnTo>
                    <a:pt x="1" y="14586"/>
                  </a:lnTo>
                  <a:lnTo>
                    <a:pt x="1" y="14990"/>
                  </a:lnTo>
                  <a:lnTo>
                    <a:pt x="1" y="15395"/>
                  </a:lnTo>
                  <a:lnTo>
                    <a:pt x="1" y="16538"/>
                  </a:lnTo>
                  <a:lnTo>
                    <a:pt x="1" y="16788"/>
                  </a:lnTo>
                  <a:cubicBezTo>
                    <a:pt x="1" y="16836"/>
                    <a:pt x="13" y="16872"/>
                    <a:pt x="13" y="16919"/>
                  </a:cubicBezTo>
                  <a:lnTo>
                    <a:pt x="24" y="16955"/>
                  </a:lnTo>
                  <a:cubicBezTo>
                    <a:pt x="36" y="16991"/>
                    <a:pt x="36" y="17026"/>
                    <a:pt x="48" y="17050"/>
                  </a:cubicBezTo>
                  <a:cubicBezTo>
                    <a:pt x="60" y="17062"/>
                    <a:pt x="60" y="17074"/>
                    <a:pt x="72" y="17086"/>
                  </a:cubicBezTo>
                  <a:cubicBezTo>
                    <a:pt x="84" y="17122"/>
                    <a:pt x="96" y="17145"/>
                    <a:pt x="120" y="17181"/>
                  </a:cubicBezTo>
                  <a:cubicBezTo>
                    <a:pt x="120" y="17193"/>
                    <a:pt x="132" y="17193"/>
                    <a:pt x="132" y="17205"/>
                  </a:cubicBezTo>
                  <a:cubicBezTo>
                    <a:pt x="155" y="17241"/>
                    <a:pt x="179" y="17265"/>
                    <a:pt x="215" y="17300"/>
                  </a:cubicBezTo>
                  <a:cubicBezTo>
                    <a:pt x="227" y="17312"/>
                    <a:pt x="239" y="17324"/>
                    <a:pt x="239" y="17324"/>
                  </a:cubicBezTo>
                  <a:cubicBezTo>
                    <a:pt x="263" y="17348"/>
                    <a:pt x="286" y="17372"/>
                    <a:pt x="310" y="17384"/>
                  </a:cubicBezTo>
                  <a:cubicBezTo>
                    <a:pt x="322" y="17395"/>
                    <a:pt x="334" y="17407"/>
                    <a:pt x="346" y="17407"/>
                  </a:cubicBezTo>
                  <a:cubicBezTo>
                    <a:pt x="370" y="17431"/>
                    <a:pt x="394" y="17443"/>
                    <a:pt x="429" y="17455"/>
                  </a:cubicBezTo>
                  <a:cubicBezTo>
                    <a:pt x="441" y="17455"/>
                    <a:pt x="453" y="17467"/>
                    <a:pt x="465" y="17467"/>
                  </a:cubicBezTo>
                  <a:cubicBezTo>
                    <a:pt x="465" y="17479"/>
                    <a:pt x="477" y="17479"/>
                    <a:pt x="477" y="17479"/>
                  </a:cubicBezTo>
                  <a:cubicBezTo>
                    <a:pt x="560" y="17503"/>
                    <a:pt x="655" y="17526"/>
                    <a:pt x="751" y="17526"/>
                  </a:cubicBezTo>
                  <a:lnTo>
                    <a:pt x="10931" y="17526"/>
                  </a:lnTo>
                  <a:cubicBezTo>
                    <a:pt x="11347" y="17526"/>
                    <a:pt x="11681" y="17193"/>
                    <a:pt x="11681" y="16788"/>
                  </a:cubicBezTo>
                  <a:lnTo>
                    <a:pt x="11681" y="16133"/>
                  </a:lnTo>
                  <a:lnTo>
                    <a:pt x="11681" y="15383"/>
                  </a:lnTo>
                  <a:lnTo>
                    <a:pt x="11681" y="14979"/>
                  </a:lnTo>
                  <a:lnTo>
                    <a:pt x="11681" y="14574"/>
                  </a:lnTo>
                  <a:lnTo>
                    <a:pt x="11681" y="9633"/>
                  </a:lnTo>
                  <a:lnTo>
                    <a:pt x="11681" y="5835"/>
                  </a:lnTo>
                  <a:cubicBezTo>
                    <a:pt x="11681" y="2608"/>
                    <a:pt x="9061" y="0"/>
                    <a:pt x="584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14" name="Google Shape;1314;p36"/>
            <p:cNvGrpSpPr/>
            <p:nvPr/>
          </p:nvGrpSpPr>
          <p:grpSpPr>
            <a:xfrm>
              <a:off x="6630575" y="1482600"/>
              <a:ext cx="292025" cy="438475"/>
              <a:chOff x="6630575" y="-207050"/>
              <a:chExt cx="292025" cy="438475"/>
            </a:xfrm>
          </p:grpSpPr>
          <p:sp>
            <p:nvSpPr>
              <p:cNvPr id="1315" name="Google Shape;1315;p36"/>
              <p:cNvSpPr/>
              <p:nvPr/>
            </p:nvSpPr>
            <p:spPr>
              <a:xfrm>
                <a:off x="6630575" y="-207050"/>
                <a:ext cx="292025" cy="4384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7539" extrusionOk="0">
                    <a:moveTo>
                      <a:pt x="5847" y="1"/>
                    </a:moveTo>
                    <a:cubicBezTo>
                      <a:pt x="2620" y="1"/>
                      <a:pt x="1" y="2620"/>
                      <a:pt x="1" y="5847"/>
                    </a:cubicBezTo>
                    <a:lnTo>
                      <a:pt x="1" y="9645"/>
                    </a:lnTo>
                    <a:lnTo>
                      <a:pt x="1" y="16789"/>
                    </a:lnTo>
                    <a:cubicBezTo>
                      <a:pt x="1" y="17205"/>
                      <a:pt x="334" y="17539"/>
                      <a:pt x="751" y="17539"/>
                    </a:cubicBezTo>
                    <a:lnTo>
                      <a:pt x="10931" y="17539"/>
                    </a:lnTo>
                    <a:cubicBezTo>
                      <a:pt x="11347" y="17539"/>
                      <a:pt x="11681" y="17205"/>
                      <a:pt x="11681" y="16789"/>
                    </a:cubicBezTo>
                    <a:lnTo>
                      <a:pt x="11681" y="9645"/>
                    </a:lnTo>
                    <a:lnTo>
                      <a:pt x="11681" y="5847"/>
                    </a:lnTo>
                    <a:cubicBezTo>
                      <a:pt x="11681" y="2620"/>
                      <a:pt x="9061" y="1"/>
                      <a:pt x="58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36"/>
              <p:cNvSpPr/>
              <p:nvPr/>
            </p:nvSpPr>
            <p:spPr>
              <a:xfrm>
                <a:off x="6630575" y="167700"/>
                <a:ext cx="292025" cy="6372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2549" extrusionOk="0">
                    <a:moveTo>
                      <a:pt x="1" y="1"/>
                    </a:moveTo>
                    <a:lnTo>
                      <a:pt x="1" y="1799"/>
                    </a:lnTo>
                    <a:cubicBezTo>
                      <a:pt x="1" y="2215"/>
                      <a:pt x="334" y="2549"/>
                      <a:pt x="751" y="2549"/>
                    </a:cubicBezTo>
                    <a:lnTo>
                      <a:pt x="10931" y="2549"/>
                    </a:lnTo>
                    <a:cubicBezTo>
                      <a:pt x="11347" y="2549"/>
                      <a:pt x="11681" y="2215"/>
                      <a:pt x="11681" y="1799"/>
                    </a:cubicBezTo>
                    <a:lnTo>
                      <a:pt x="1168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36"/>
              <p:cNvSpPr/>
              <p:nvPr/>
            </p:nvSpPr>
            <p:spPr>
              <a:xfrm>
                <a:off x="6669275" y="45675"/>
                <a:ext cx="214325" cy="673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2692" extrusionOk="0">
                    <a:moveTo>
                      <a:pt x="1346" y="0"/>
                    </a:moveTo>
                    <a:cubicBezTo>
                      <a:pt x="608" y="0"/>
                      <a:pt x="0" y="608"/>
                      <a:pt x="0" y="1346"/>
                    </a:cubicBezTo>
                    <a:cubicBezTo>
                      <a:pt x="0" y="2084"/>
                      <a:pt x="608" y="2691"/>
                      <a:pt x="1346" y="2691"/>
                    </a:cubicBezTo>
                    <a:lnTo>
                      <a:pt x="7228" y="2691"/>
                    </a:lnTo>
                    <a:cubicBezTo>
                      <a:pt x="7978" y="2691"/>
                      <a:pt x="8573" y="2084"/>
                      <a:pt x="8573" y="1346"/>
                    </a:cubicBezTo>
                    <a:cubicBezTo>
                      <a:pt x="8573" y="608"/>
                      <a:pt x="7978" y="0"/>
                      <a:pt x="72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36"/>
              <p:cNvSpPr/>
              <p:nvPr/>
            </p:nvSpPr>
            <p:spPr>
              <a:xfrm>
                <a:off x="6663025" y="39425"/>
                <a:ext cx="227125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085" h="3192" extrusionOk="0">
                    <a:moveTo>
                      <a:pt x="7489" y="500"/>
                    </a:moveTo>
                    <a:cubicBezTo>
                      <a:pt x="8085" y="500"/>
                      <a:pt x="8573" y="989"/>
                      <a:pt x="8573" y="1596"/>
                    </a:cubicBezTo>
                    <a:cubicBezTo>
                      <a:pt x="8573" y="2203"/>
                      <a:pt x="8085" y="2691"/>
                      <a:pt x="7489" y="2691"/>
                    </a:cubicBezTo>
                    <a:lnTo>
                      <a:pt x="1608" y="2691"/>
                    </a:lnTo>
                    <a:cubicBezTo>
                      <a:pt x="1001" y="2691"/>
                      <a:pt x="512" y="2203"/>
                      <a:pt x="512" y="1596"/>
                    </a:cubicBezTo>
                    <a:cubicBezTo>
                      <a:pt x="512" y="989"/>
                      <a:pt x="1001" y="500"/>
                      <a:pt x="1608" y="500"/>
                    </a:cubicBezTo>
                    <a:close/>
                    <a:moveTo>
                      <a:pt x="1608" y="0"/>
                    </a:moveTo>
                    <a:cubicBezTo>
                      <a:pt x="715" y="0"/>
                      <a:pt x="0" y="715"/>
                      <a:pt x="0" y="1596"/>
                    </a:cubicBezTo>
                    <a:cubicBezTo>
                      <a:pt x="0" y="2477"/>
                      <a:pt x="715" y="3191"/>
                      <a:pt x="1608" y="3191"/>
                    </a:cubicBezTo>
                    <a:lnTo>
                      <a:pt x="7489" y="3191"/>
                    </a:lnTo>
                    <a:cubicBezTo>
                      <a:pt x="8371" y="3191"/>
                      <a:pt x="9085" y="2477"/>
                      <a:pt x="9085" y="1596"/>
                    </a:cubicBezTo>
                    <a:cubicBezTo>
                      <a:pt x="9085" y="715"/>
                      <a:pt x="8371" y="0"/>
                      <a:pt x="74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36"/>
              <p:cNvSpPr/>
              <p:nvPr/>
            </p:nvSpPr>
            <p:spPr>
              <a:xfrm>
                <a:off x="6700225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36"/>
              <p:cNvSpPr/>
              <p:nvPr/>
            </p:nvSpPr>
            <p:spPr>
              <a:xfrm>
                <a:off x="6735350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36"/>
              <p:cNvSpPr/>
              <p:nvPr/>
            </p:nvSpPr>
            <p:spPr>
              <a:xfrm>
                <a:off x="6770175" y="44775"/>
                <a:ext cx="128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13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13" y="2727"/>
                    </a:lnTo>
                    <a:lnTo>
                      <a:pt x="5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36"/>
              <p:cNvSpPr/>
              <p:nvPr/>
            </p:nvSpPr>
            <p:spPr>
              <a:xfrm>
                <a:off x="6805300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36"/>
              <p:cNvSpPr/>
              <p:nvPr/>
            </p:nvSpPr>
            <p:spPr>
              <a:xfrm>
                <a:off x="6840425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36"/>
              <p:cNvSpPr/>
              <p:nvPr/>
            </p:nvSpPr>
            <p:spPr>
              <a:xfrm>
                <a:off x="6630575" y="157600"/>
                <a:ext cx="292025" cy="20250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810" extrusionOk="0">
                    <a:moveTo>
                      <a:pt x="1" y="0"/>
                    </a:moveTo>
                    <a:lnTo>
                      <a:pt x="1" y="810"/>
                    </a:lnTo>
                    <a:lnTo>
                      <a:pt x="11681" y="810"/>
                    </a:lnTo>
                    <a:lnTo>
                      <a:pt x="116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36"/>
              <p:cNvSpPr/>
              <p:nvPr/>
            </p:nvSpPr>
            <p:spPr>
              <a:xfrm>
                <a:off x="6707675" y="-125775"/>
                <a:ext cx="137825" cy="137825"/>
              </a:xfrm>
              <a:custGeom>
                <a:avLst/>
                <a:gdLst/>
                <a:ahLst/>
                <a:cxnLst/>
                <a:rect l="l" t="t" r="r" b="b"/>
                <a:pathLst>
                  <a:path w="5513" h="5513" extrusionOk="0">
                    <a:moveTo>
                      <a:pt x="2751" y="0"/>
                    </a:moveTo>
                    <a:cubicBezTo>
                      <a:pt x="1227" y="0"/>
                      <a:pt x="0" y="1239"/>
                      <a:pt x="0" y="2763"/>
                    </a:cubicBezTo>
                    <a:cubicBezTo>
                      <a:pt x="0" y="4287"/>
                      <a:pt x="1227" y="5513"/>
                      <a:pt x="2751" y="5513"/>
                    </a:cubicBezTo>
                    <a:cubicBezTo>
                      <a:pt x="4287" y="5513"/>
                      <a:pt x="5513" y="4287"/>
                      <a:pt x="5513" y="2763"/>
                    </a:cubicBezTo>
                    <a:cubicBezTo>
                      <a:pt x="5513" y="1239"/>
                      <a:pt x="4287" y="0"/>
                      <a:pt x="27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36"/>
              <p:cNvSpPr/>
              <p:nvPr/>
            </p:nvSpPr>
            <p:spPr>
              <a:xfrm>
                <a:off x="6723450" y="-110000"/>
                <a:ext cx="106275" cy="106275"/>
              </a:xfrm>
              <a:custGeom>
                <a:avLst/>
                <a:gdLst/>
                <a:ahLst/>
                <a:cxnLst/>
                <a:rect l="l" t="t" r="r" b="b"/>
                <a:pathLst>
                  <a:path w="4251" h="4251" extrusionOk="0">
                    <a:moveTo>
                      <a:pt x="2120" y="0"/>
                    </a:moveTo>
                    <a:cubicBezTo>
                      <a:pt x="953" y="0"/>
                      <a:pt x="0" y="953"/>
                      <a:pt x="0" y="2132"/>
                    </a:cubicBezTo>
                    <a:cubicBezTo>
                      <a:pt x="0" y="3298"/>
                      <a:pt x="953" y="4251"/>
                      <a:pt x="2120" y="4251"/>
                    </a:cubicBezTo>
                    <a:cubicBezTo>
                      <a:pt x="3298" y="4251"/>
                      <a:pt x="4251" y="3298"/>
                      <a:pt x="4251" y="2132"/>
                    </a:cubicBezTo>
                    <a:cubicBezTo>
                      <a:pt x="4251" y="953"/>
                      <a:pt x="3298" y="0"/>
                      <a:pt x="212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36"/>
              <p:cNvSpPr/>
              <p:nvPr/>
            </p:nvSpPr>
            <p:spPr>
              <a:xfrm>
                <a:off x="6723450" y="-71900"/>
                <a:ext cx="106275" cy="68175"/>
              </a:xfrm>
              <a:custGeom>
                <a:avLst/>
                <a:gdLst/>
                <a:ahLst/>
                <a:cxnLst/>
                <a:rect l="l" t="t" r="r" b="b"/>
                <a:pathLst>
                  <a:path w="4251" h="2727" extrusionOk="0">
                    <a:moveTo>
                      <a:pt x="96" y="0"/>
                    </a:moveTo>
                    <a:cubicBezTo>
                      <a:pt x="36" y="191"/>
                      <a:pt x="0" y="393"/>
                      <a:pt x="0" y="608"/>
                    </a:cubicBezTo>
                    <a:cubicBezTo>
                      <a:pt x="0" y="1774"/>
                      <a:pt x="953" y="2727"/>
                      <a:pt x="2132" y="2727"/>
                    </a:cubicBezTo>
                    <a:cubicBezTo>
                      <a:pt x="3298" y="2727"/>
                      <a:pt x="4251" y="1774"/>
                      <a:pt x="4251" y="608"/>
                    </a:cubicBezTo>
                    <a:cubicBezTo>
                      <a:pt x="4251" y="393"/>
                      <a:pt x="4227" y="191"/>
                      <a:pt x="4168" y="0"/>
                    </a:cubicBezTo>
                    <a:cubicBezTo>
                      <a:pt x="3906" y="881"/>
                      <a:pt x="3084" y="1524"/>
                      <a:pt x="2132" y="1524"/>
                    </a:cubicBezTo>
                    <a:cubicBezTo>
                      <a:pt x="1167" y="1524"/>
                      <a:pt x="346" y="881"/>
                      <a:pt x="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36"/>
              <p:cNvSpPr/>
              <p:nvPr/>
            </p:nvSpPr>
            <p:spPr>
              <a:xfrm>
                <a:off x="6630575" y="167700"/>
                <a:ext cx="67600" cy="62250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490" extrusionOk="0">
                    <a:moveTo>
                      <a:pt x="1394" y="1"/>
                    </a:moveTo>
                    <a:lnTo>
                      <a:pt x="1" y="1561"/>
                    </a:lnTo>
                    <a:lnTo>
                      <a:pt x="1" y="1799"/>
                    </a:lnTo>
                    <a:cubicBezTo>
                      <a:pt x="1" y="2108"/>
                      <a:pt x="203" y="2382"/>
                      <a:pt x="477" y="2489"/>
                    </a:cubicBez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36"/>
              <p:cNvSpPr/>
              <p:nvPr/>
            </p:nvSpPr>
            <p:spPr>
              <a:xfrm>
                <a:off x="6658550" y="167700"/>
                <a:ext cx="896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2537" extrusionOk="0">
                    <a:moveTo>
                      <a:pt x="2275" y="1"/>
                    </a:moveTo>
                    <a:lnTo>
                      <a:pt x="1" y="2537"/>
                    </a:lnTo>
                    <a:lnTo>
                      <a:pt x="1311" y="2537"/>
                    </a:lnTo>
                    <a:lnTo>
                      <a:pt x="35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36"/>
              <p:cNvSpPr/>
              <p:nvPr/>
            </p:nvSpPr>
            <p:spPr>
              <a:xfrm>
                <a:off x="6708575" y="167700"/>
                <a:ext cx="89600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4" h="2537" extrusionOk="0">
                    <a:moveTo>
                      <a:pt x="2274" y="1"/>
                    </a:moveTo>
                    <a:lnTo>
                      <a:pt x="0" y="2537"/>
                    </a:lnTo>
                    <a:lnTo>
                      <a:pt x="1310" y="2537"/>
                    </a:lnTo>
                    <a:lnTo>
                      <a:pt x="35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36"/>
              <p:cNvSpPr/>
              <p:nvPr/>
            </p:nvSpPr>
            <p:spPr>
              <a:xfrm>
                <a:off x="6858275" y="167700"/>
                <a:ext cx="643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2573" h="2537" extrusionOk="0">
                    <a:moveTo>
                      <a:pt x="2287" y="1"/>
                    </a:moveTo>
                    <a:lnTo>
                      <a:pt x="1" y="2537"/>
                    </a:lnTo>
                    <a:lnTo>
                      <a:pt x="1311" y="2537"/>
                    </a:lnTo>
                    <a:lnTo>
                      <a:pt x="2573" y="1144"/>
                    </a:lnTo>
                    <a:lnTo>
                      <a:pt x="257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36"/>
              <p:cNvSpPr/>
              <p:nvPr/>
            </p:nvSpPr>
            <p:spPr>
              <a:xfrm>
                <a:off x="6758575" y="167700"/>
                <a:ext cx="896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2537" extrusionOk="0">
                    <a:moveTo>
                      <a:pt x="2274" y="1"/>
                    </a:moveTo>
                    <a:lnTo>
                      <a:pt x="0" y="2537"/>
                    </a:lnTo>
                    <a:lnTo>
                      <a:pt x="1310" y="2537"/>
                    </a:lnTo>
                    <a:lnTo>
                      <a:pt x="35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36"/>
              <p:cNvSpPr/>
              <p:nvPr/>
            </p:nvSpPr>
            <p:spPr>
              <a:xfrm>
                <a:off x="6808275" y="167700"/>
                <a:ext cx="899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97" h="2537" extrusionOk="0">
                    <a:moveTo>
                      <a:pt x="2287" y="1"/>
                    </a:moveTo>
                    <a:lnTo>
                      <a:pt x="1" y="2537"/>
                    </a:lnTo>
                    <a:lnTo>
                      <a:pt x="1322" y="2537"/>
                    </a:lnTo>
                    <a:lnTo>
                      <a:pt x="35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0" name="Google Shape;3550;p55"/>
          <p:cNvSpPr/>
          <p:nvPr/>
        </p:nvSpPr>
        <p:spPr>
          <a:xfrm>
            <a:off x="548675" y="1586238"/>
            <a:ext cx="2615400" cy="1272600"/>
          </a:xfrm>
          <a:prstGeom prst="roundRect">
            <a:avLst>
              <a:gd name="adj" fmla="val 86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1" name="Google Shape;3551;p55"/>
          <p:cNvSpPr/>
          <p:nvPr/>
        </p:nvSpPr>
        <p:spPr>
          <a:xfrm>
            <a:off x="3264340" y="1586238"/>
            <a:ext cx="2615400" cy="1272600"/>
          </a:xfrm>
          <a:prstGeom prst="roundRect">
            <a:avLst>
              <a:gd name="adj" fmla="val 86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2" name="Google Shape;3552;p55"/>
          <p:cNvSpPr/>
          <p:nvPr/>
        </p:nvSpPr>
        <p:spPr>
          <a:xfrm>
            <a:off x="5979979" y="1586238"/>
            <a:ext cx="2615400" cy="1272600"/>
          </a:xfrm>
          <a:prstGeom prst="roundRect">
            <a:avLst>
              <a:gd name="adj" fmla="val 86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3" name="Google Shape;3553;p55"/>
          <p:cNvSpPr/>
          <p:nvPr/>
        </p:nvSpPr>
        <p:spPr>
          <a:xfrm>
            <a:off x="548675" y="2987175"/>
            <a:ext cx="2615400" cy="1272600"/>
          </a:xfrm>
          <a:prstGeom prst="roundRect">
            <a:avLst>
              <a:gd name="adj" fmla="val 86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4" name="Google Shape;3554;p55"/>
          <p:cNvSpPr/>
          <p:nvPr/>
        </p:nvSpPr>
        <p:spPr>
          <a:xfrm>
            <a:off x="3264340" y="2987175"/>
            <a:ext cx="2615400" cy="1272600"/>
          </a:xfrm>
          <a:prstGeom prst="roundRect">
            <a:avLst>
              <a:gd name="adj" fmla="val 86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5" name="Google Shape;3555;p55"/>
          <p:cNvSpPr/>
          <p:nvPr/>
        </p:nvSpPr>
        <p:spPr>
          <a:xfrm>
            <a:off x="5979979" y="2987175"/>
            <a:ext cx="2615400" cy="1272600"/>
          </a:xfrm>
          <a:prstGeom prst="roundRect">
            <a:avLst>
              <a:gd name="adj" fmla="val 86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6" name="Google Shape;3556;p55"/>
          <p:cNvSpPr/>
          <p:nvPr/>
        </p:nvSpPr>
        <p:spPr>
          <a:xfrm>
            <a:off x="2600682" y="1822397"/>
            <a:ext cx="430885" cy="77125"/>
          </a:xfrm>
          <a:custGeom>
            <a:avLst/>
            <a:gdLst/>
            <a:ahLst/>
            <a:cxnLst/>
            <a:rect l="l" t="t" r="r" b="b"/>
            <a:pathLst>
              <a:path w="2799" h="501" extrusionOk="0">
                <a:moveTo>
                  <a:pt x="251" y="0"/>
                </a:moveTo>
                <a:cubicBezTo>
                  <a:pt x="108" y="0"/>
                  <a:pt x="1" y="107"/>
                  <a:pt x="1" y="250"/>
                </a:cubicBezTo>
                <a:cubicBezTo>
                  <a:pt x="1" y="393"/>
                  <a:pt x="108" y="500"/>
                  <a:pt x="251" y="500"/>
                </a:cubicBezTo>
                <a:lnTo>
                  <a:pt x="2549" y="500"/>
                </a:lnTo>
                <a:cubicBezTo>
                  <a:pt x="2691" y="500"/>
                  <a:pt x="2799" y="393"/>
                  <a:pt x="2799" y="250"/>
                </a:cubicBezTo>
                <a:cubicBezTo>
                  <a:pt x="2799" y="107"/>
                  <a:pt x="2691" y="0"/>
                  <a:pt x="254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57" name="Google Shape;3557;p55"/>
          <p:cNvGrpSpPr/>
          <p:nvPr/>
        </p:nvGrpSpPr>
        <p:grpSpPr>
          <a:xfrm>
            <a:off x="7741591" y="3093699"/>
            <a:ext cx="744312" cy="221985"/>
            <a:chOff x="8652775" y="883650"/>
            <a:chExt cx="120875" cy="36050"/>
          </a:xfrm>
        </p:grpSpPr>
        <p:sp>
          <p:nvSpPr>
            <p:cNvPr id="3558" name="Google Shape;3558;p5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5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55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5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55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55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4" name="Google Shape;3564;p55"/>
          <p:cNvGrpSpPr/>
          <p:nvPr/>
        </p:nvGrpSpPr>
        <p:grpSpPr>
          <a:xfrm>
            <a:off x="2599193" y="3144181"/>
            <a:ext cx="430885" cy="203666"/>
            <a:chOff x="8703675" y="886625"/>
            <a:chExt cx="69975" cy="33075"/>
          </a:xfrm>
        </p:grpSpPr>
        <p:sp>
          <p:nvSpPr>
            <p:cNvPr id="3565" name="Google Shape;3565;p55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55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7" name="Google Shape;3567;p55"/>
          <p:cNvGrpSpPr/>
          <p:nvPr/>
        </p:nvGrpSpPr>
        <p:grpSpPr>
          <a:xfrm>
            <a:off x="5512466" y="1723070"/>
            <a:ext cx="234762" cy="218290"/>
            <a:chOff x="8652775" y="883650"/>
            <a:chExt cx="38125" cy="35450"/>
          </a:xfrm>
        </p:grpSpPr>
        <p:sp>
          <p:nvSpPr>
            <p:cNvPr id="3568" name="Google Shape;3568;p5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5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55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5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72" name="Google Shape;3572;p55"/>
          <p:cNvGrpSpPr/>
          <p:nvPr/>
        </p:nvGrpSpPr>
        <p:grpSpPr>
          <a:xfrm>
            <a:off x="8033493" y="1730381"/>
            <a:ext cx="430885" cy="203666"/>
            <a:chOff x="8703675" y="886625"/>
            <a:chExt cx="69975" cy="33075"/>
          </a:xfrm>
        </p:grpSpPr>
        <p:sp>
          <p:nvSpPr>
            <p:cNvPr id="3573" name="Google Shape;3573;p55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55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75" name="Google Shape;3575;p55"/>
          <p:cNvGrpSpPr/>
          <p:nvPr/>
        </p:nvGrpSpPr>
        <p:grpSpPr>
          <a:xfrm>
            <a:off x="5512469" y="3095538"/>
            <a:ext cx="234762" cy="218290"/>
            <a:chOff x="8652775" y="883650"/>
            <a:chExt cx="38125" cy="35450"/>
          </a:xfrm>
        </p:grpSpPr>
        <p:sp>
          <p:nvSpPr>
            <p:cNvPr id="3576" name="Google Shape;3576;p5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5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5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79" name="Google Shape;3579;p55"/>
          <p:cNvSpPr txBox="1">
            <a:spLocks noGrp="1"/>
          </p:cNvSpPr>
          <p:nvPr>
            <p:ph type="title" idx="7"/>
          </p:nvPr>
        </p:nvSpPr>
        <p:spPr>
          <a:xfrm>
            <a:off x="517505" y="1597109"/>
            <a:ext cx="2780783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Water Pump</a:t>
            </a:r>
            <a:endParaRPr dirty="0"/>
          </a:p>
        </p:txBody>
      </p:sp>
      <p:sp>
        <p:nvSpPr>
          <p:cNvPr id="3580" name="Google Shape;3580;p55"/>
          <p:cNvSpPr txBox="1">
            <a:spLocks noGrp="1"/>
          </p:cNvSpPr>
          <p:nvPr>
            <p:ph type="subTitle" idx="8"/>
          </p:nvPr>
        </p:nvSpPr>
        <p:spPr>
          <a:xfrm>
            <a:off x="707692" y="2067694"/>
            <a:ext cx="2409227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Moves the robot forward, backward, and turns it.</a:t>
            </a:r>
            <a:endParaRPr dirty="0"/>
          </a:p>
        </p:txBody>
      </p:sp>
      <p:sp>
        <p:nvSpPr>
          <p:cNvPr id="3581" name="Google Shape;3581;p55"/>
          <p:cNvSpPr txBox="1">
            <a:spLocks noGrp="1"/>
          </p:cNvSpPr>
          <p:nvPr>
            <p:ph type="title" idx="9"/>
          </p:nvPr>
        </p:nvSpPr>
        <p:spPr>
          <a:xfrm>
            <a:off x="3436263" y="1558547"/>
            <a:ext cx="2409197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err="1"/>
              <a:t>Arduino</a:t>
            </a:r>
            <a:r>
              <a:rPr lang="en-US" dirty="0"/>
              <a:t> Uno</a:t>
            </a:r>
            <a:endParaRPr dirty="0"/>
          </a:p>
        </p:txBody>
      </p:sp>
      <p:sp>
        <p:nvSpPr>
          <p:cNvPr id="3583" name="Google Shape;3583;p55"/>
          <p:cNvSpPr txBox="1">
            <a:spLocks noGrp="1"/>
          </p:cNvSpPr>
          <p:nvPr>
            <p:ph type="title" idx="14"/>
          </p:nvPr>
        </p:nvSpPr>
        <p:spPr>
          <a:xfrm>
            <a:off x="6015432" y="1601781"/>
            <a:ext cx="2544494" cy="66453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L298N Motor Driver</a:t>
            </a:r>
            <a:endParaRPr dirty="0"/>
          </a:p>
        </p:txBody>
      </p:sp>
      <p:sp>
        <p:nvSpPr>
          <p:cNvPr id="3584" name="Google Shape;3584;p55"/>
          <p:cNvSpPr txBox="1">
            <a:spLocks noGrp="1"/>
          </p:cNvSpPr>
          <p:nvPr>
            <p:ph type="subTitle" idx="15"/>
          </p:nvPr>
        </p:nvSpPr>
        <p:spPr>
          <a:xfrm>
            <a:off x="5957529" y="2222538"/>
            <a:ext cx="2861368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Controls motor direction and speed based on </a:t>
            </a:r>
            <a:r>
              <a:rPr lang="en-US" dirty="0" err="1"/>
              <a:t>Arduino</a:t>
            </a:r>
            <a:r>
              <a:rPr lang="en-US" dirty="0"/>
              <a:t> signals.</a:t>
            </a:r>
            <a:endParaRPr dirty="0"/>
          </a:p>
        </p:txBody>
      </p:sp>
      <p:sp>
        <p:nvSpPr>
          <p:cNvPr id="3585" name="Google Shape;3585;p5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components</a:t>
            </a:r>
            <a:endParaRPr dirty="0"/>
          </a:p>
        </p:txBody>
      </p:sp>
      <p:sp>
        <p:nvSpPr>
          <p:cNvPr id="3586" name="Google Shape;3586;p55"/>
          <p:cNvSpPr txBox="1">
            <a:spLocks noGrp="1"/>
          </p:cNvSpPr>
          <p:nvPr>
            <p:ph type="title" idx="2"/>
          </p:nvPr>
        </p:nvSpPr>
        <p:spPr>
          <a:xfrm>
            <a:off x="700058" y="2957456"/>
            <a:ext cx="2002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smtClean="0"/>
              <a:t>Breadboard</a:t>
            </a:r>
            <a:endParaRPr dirty="0"/>
          </a:p>
        </p:txBody>
      </p:sp>
      <p:sp>
        <p:nvSpPr>
          <p:cNvPr id="3587" name="Google Shape;3587;p55"/>
          <p:cNvSpPr txBox="1">
            <a:spLocks noGrp="1"/>
          </p:cNvSpPr>
          <p:nvPr>
            <p:ph type="subTitle" idx="1"/>
          </p:nvPr>
        </p:nvSpPr>
        <p:spPr>
          <a:xfrm>
            <a:off x="669167" y="3299004"/>
            <a:ext cx="2308962" cy="8553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Connects components without soldering; allows easy circuit assembly and testing.</a:t>
            </a:r>
            <a:endParaRPr dirty="0"/>
          </a:p>
        </p:txBody>
      </p:sp>
      <p:sp>
        <p:nvSpPr>
          <p:cNvPr id="3588" name="Google Shape;3588;p55"/>
          <p:cNvSpPr txBox="1">
            <a:spLocks noGrp="1"/>
          </p:cNvSpPr>
          <p:nvPr>
            <p:ph type="title" idx="3"/>
          </p:nvPr>
        </p:nvSpPr>
        <p:spPr>
          <a:xfrm>
            <a:off x="3292831" y="2916211"/>
            <a:ext cx="2873426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Flame Sensor</a:t>
            </a:r>
            <a:endParaRPr dirty="0"/>
          </a:p>
        </p:txBody>
      </p:sp>
      <p:sp>
        <p:nvSpPr>
          <p:cNvPr id="3589" name="Google Shape;3589;p55"/>
          <p:cNvSpPr txBox="1">
            <a:spLocks noGrp="1"/>
          </p:cNvSpPr>
          <p:nvPr>
            <p:ph type="subTitle" idx="4"/>
          </p:nvPr>
        </p:nvSpPr>
        <p:spPr>
          <a:xfrm>
            <a:off x="3509966" y="3440068"/>
            <a:ext cx="20025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Detects fire presence.</a:t>
            </a:r>
            <a:endParaRPr dirty="0"/>
          </a:p>
        </p:txBody>
      </p:sp>
      <p:sp>
        <p:nvSpPr>
          <p:cNvPr id="3590" name="Google Shape;3590;p55"/>
          <p:cNvSpPr txBox="1">
            <a:spLocks noGrp="1"/>
          </p:cNvSpPr>
          <p:nvPr>
            <p:ph type="title" idx="5"/>
          </p:nvPr>
        </p:nvSpPr>
        <p:spPr>
          <a:xfrm>
            <a:off x="6064081" y="3024405"/>
            <a:ext cx="2002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Mini Servo</a:t>
            </a:r>
            <a:endParaRPr dirty="0"/>
          </a:p>
        </p:txBody>
      </p:sp>
      <p:sp>
        <p:nvSpPr>
          <p:cNvPr id="3591" name="Google Shape;3591;p55"/>
          <p:cNvSpPr txBox="1">
            <a:spLocks noGrp="1"/>
          </p:cNvSpPr>
          <p:nvPr>
            <p:ph type="subTitle" idx="6"/>
          </p:nvPr>
        </p:nvSpPr>
        <p:spPr>
          <a:xfrm>
            <a:off x="6033965" y="3457653"/>
            <a:ext cx="2959729" cy="8021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Controls small movements, like turning a nozzle or adjusting direction.</a:t>
            </a:r>
            <a:endParaRPr dirty="0"/>
          </a:p>
        </p:txBody>
      </p:sp>
      <p:grpSp>
        <p:nvGrpSpPr>
          <p:cNvPr id="3592" name="Google Shape;3592;p55"/>
          <p:cNvGrpSpPr/>
          <p:nvPr/>
        </p:nvGrpSpPr>
        <p:grpSpPr>
          <a:xfrm rot="1785379">
            <a:off x="1484222" y="186083"/>
            <a:ext cx="744306" cy="870537"/>
            <a:chOff x="1550475" y="1522188"/>
            <a:chExt cx="307200" cy="359300"/>
          </a:xfrm>
        </p:grpSpPr>
        <p:sp>
          <p:nvSpPr>
            <p:cNvPr id="3593" name="Google Shape;3593;p55"/>
            <p:cNvSpPr/>
            <p:nvPr/>
          </p:nvSpPr>
          <p:spPr>
            <a:xfrm>
              <a:off x="1550475" y="1522350"/>
              <a:ext cx="307200" cy="358975"/>
            </a:xfrm>
            <a:custGeom>
              <a:avLst/>
              <a:gdLst/>
              <a:ahLst/>
              <a:cxnLst/>
              <a:rect l="l" t="t" r="r" b="b"/>
              <a:pathLst>
                <a:path w="12288" h="14359" extrusionOk="0">
                  <a:moveTo>
                    <a:pt x="5561" y="0"/>
                  </a:moveTo>
                  <a:cubicBezTo>
                    <a:pt x="4775" y="0"/>
                    <a:pt x="4144" y="631"/>
                    <a:pt x="4144" y="1405"/>
                  </a:cubicBezTo>
                  <a:lnTo>
                    <a:pt x="4144" y="1417"/>
                  </a:lnTo>
                  <a:cubicBezTo>
                    <a:pt x="2108" y="2215"/>
                    <a:pt x="667" y="4191"/>
                    <a:pt x="667" y="6501"/>
                  </a:cubicBezTo>
                  <a:lnTo>
                    <a:pt x="667" y="9870"/>
                  </a:lnTo>
                  <a:cubicBezTo>
                    <a:pt x="275" y="10025"/>
                    <a:pt x="1" y="10406"/>
                    <a:pt x="1" y="10847"/>
                  </a:cubicBezTo>
                  <a:lnTo>
                    <a:pt x="1" y="12692"/>
                  </a:lnTo>
                  <a:cubicBezTo>
                    <a:pt x="1" y="12942"/>
                    <a:pt x="84" y="13168"/>
                    <a:pt x="239" y="13359"/>
                  </a:cubicBezTo>
                  <a:lnTo>
                    <a:pt x="239" y="14359"/>
                  </a:lnTo>
                  <a:lnTo>
                    <a:pt x="12109" y="14359"/>
                  </a:lnTo>
                  <a:lnTo>
                    <a:pt x="12109" y="13335"/>
                  </a:lnTo>
                  <a:lnTo>
                    <a:pt x="12062" y="13335"/>
                  </a:lnTo>
                  <a:cubicBezTo>
                    <a:pt x="12205" y="13156"/>
                    <a:pt x="12288" y="12930"/>
                    <a:pt x="12288" y="12692"/>
                  </a:cubicBezTo>
                  <a:lnTo>
                    <a:pt x="12288" y="10847"/>
                  </a:lnTo>
                  <a:cubicBezTo>
                    <a:pt x="12288" y="10394"/>
                    <a:pt x="12014" y="10025"/>
                    <a:pt x="11621" y="9870"/>
                  </a:cubicBezTo>
                  <a:lnTo>
                    <a:pt x="11621" y="6501"/>
                  </a:lnTo>
                  <a:cubicBezTo>
                    <a:pt x="11621" y="4131"/>
                    <a:pt x="10109" y="2119"/>
                    <a:pt x="8002" y="1357"/>
                  </a:cubicBezTo>
                  <a:cubicBezTo>
                    <a:pt x="7966" y="595"/>
                    <a:pt x="7347" y="0"/>
                    <a:pt x="6585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accent5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94" name="Google Shape;3594;p55"/>
            <p:cNvGrpSpPr/>
            <p:nvPr/>
          </p:nvGrpSpPr>
          <p:grpSpPr>
            <a:xfrm>
              <a:off x="1550475" y="1522188"/>
              <a:ext cx="307200" cy="359300"/>
              <a:chOff x="1550475" y="-167450"/>
              <a:chExt cx="307200" cy="359300"/>
            </a:xfrm>
          </p:grpSpPr>
          <p:sp>
            <p:nvSpPr>
              <p:cNvPr id="3595" name="Google Shape;3595;p55"/>
              <p:cNvSpPr/>
              <p:nvPr/>
            </p:nvSpPr>
            <p:spPr>
              <a:xfrm>
                <a:off x="1654075" y="-167450"/>
                <a:ext cx="96450" cy="70575"/>
              </a:xfrm>
              <a:custGeom>
                <a:avLst/>
                <a:gdLst/>
                <a:ahLst/>
                <a:cxnLst/>
                <a:rect l="l" t="t" r="r" b="b"/>
                <a:pathLst>
                  <a:path w="3858" h="2823" extrusionOk="0">
                    <a:moveTo>
                      <a:pt x="1417" y="0"/>
                    </a:moveTo>
                    <a:cubicBezTo>
                      <a:pt x="631" y="0"/>
                      <a:pt x="0" y="632"/>
                      <a:pt x="0" y="1417"/>
                    </a:cubicBezTo>
                    <a:cubicBezTo>
                      <a:pt x="0" y="2191"/>
                      <a:pt x="631" y="2822"/>
                      <a:pt x="1417" y="2822"/>
                    </a:cubicBezTo>
                    <a:lnTo>
                      <a:pt x="2441" y="2822"/>
                    </a:lnTo>
                    <a:cubicBezTo>
                      <a:pt x="3227" y="2822"/>
                      <a:pt x="3858" y="2191"/>
                      <a:pt x="3858" y="1417"/>
                    </a:cubicBezTo>
                    <a:cubicBezTo>
                      <a:pt x="3858" y="632"/>
                      <a:pt x="3227" y="0"/>
                      <a:pt x="24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6" name="Google Shape;3596;p55"/>
              <p:cNvSpPr/>
              <p:nvPr/>
            </p:nvSpPr>
            <p:spPr>
              <a:xfrm>
                <a:off x="1704675" y="67975"/>
                <a:ext cx="152700" cy="64625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2585" extrusionOk="0">
                    <a:moveTo>
                      <a:pt x="201" y="0"/>
                    </a:moveTo>
                    <a:cubicBezTo>
                      <a:pt x="134" y="0"/>
                      <a:pt x="67" y="1"/>
                      <a:pt x="0" y="1"/>
                    </a:cubicBezTo>
                    <a:lnTo>
                      <a:pt x="393" y="1"/>
                    </a:lnTo>
                    <a:cubicBezTo>
                      <a:pt x="1048" y="25"/>
                      <a:pt x="1084" y="990"/>
                      <a:pt x="500" y="1073"/>
                    </a:cubicBezTo>
                    <a:cubicBezTo>
                      <a:pt x="2298" y="1097"/>
                      <a:pt x="4096" y="1442"/>
                      <a:pt x="5513" y="2585"/>
                    </a:cubicBezTo>
                    <a:lnTo>
                      <a:pt x="6108" y="1680"/>
                    </a:lnTo>
                    <a:cubicBezTo>
                      <a:pt x="4470" y="365"/>
                      <a:pt x="2274" y="0"/>
                      <a:pt x="201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7" name="Google Shape;3597;p55"/>
              <p:cNvSpPr/>
              <p:nvPr/>
            </p:nvSpPr>
            <p:spPr>
              <a:xfrm>
                <a:off x="1692175" y="9447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500" y="1"/>
                    </a:moveTo>
                    <a:cubicBezTo>
                      <a:pt x="333" y="1"/>
                      <a:pt x="167" y="1"/>
                      <a:pt x="0" y="13"/>
                    </a:cubicBezTo>
                    <a:lnTo>
                      <a:pt x="107" y="13"/>
                    </a:lnTo>
                    <a:cubicBezTo>
                      <a:pt x="238" y="13"/>
                      <a:pt x="369" y="13"/>
                      <a:pt x="500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8" name="Google Shape;3598;p55"/>
              <p:cNvSpPr/>
              <p:nvPr/>
            </p:nvSpPr>
            <p:spPr>
              <a:xfrm>
                <a:off x="1704675" y="94550"/>
                <a:ext cx="12525" cy="25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0" extrusionOk="0">
                    <a:moveTo>
                      <a:pt x="250" y="1"/>
                    </a:moveTo>
                    <a:cubicBezTo>
                      <a:pt x="167" y="1"/>
                      <a:pt x="83" y="4"/>
                      <a:pt x="0" y="10"/>
                    </a:cubicBezTo>
                    <a:lnTo>
                      <a:pt x="500" y="10"/>
                    </a:lnTo>
                    <a:cubicBezTo>
                      <a:pt x="417" y="4"/>
                      <a:pt x="333" y="1"/>
                      <a:pt x="250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9" name="Google Shape;3599;p55"/>
              <p:cNvSpPr/>
              <p:nvPr/>
            </p:nvSpPr>
            <p:spPr>
              <a:xfrm>
                <a:off x="1552275" y="67975"/>
                <a:ext cx="152425" cy="64350"/>
              </a:xfrm>
              <a:custGeom>
                <a:avLst/>
                <a:gdLst/>
                <a:ahLst/>
                <a:cxnLst/>
                <a:rect l="l" t="t" r="r" b="b"/>
                <a:pathLst>
                  <a:path w="6097" h="2574" extrusionOk="0">
                    <a:moveTo>
                      <a:pt x="5902" y="0"/>
                    </a:moveTo>
                    <a:cubicBezTo>
                      <a:pt x="5839" y="0"/>
                      <a:pt x="5775" y="1"/>
                      <a:pt x="5711" y="1"/>
                    </a:cubicBezTo>
                    <a:lnTo>
                      <a:pt x="6096" y="1"/>
                    </a:lnTo>
                    <a:cubicBezTo>
                      <a:pt x="6031" y="1"/>
                      <a:pt x="5967" y="0"/>
                      <a:pt x="5902" y="0"/>
                    </a:cubicBezTo>
                    <a:close/>
                    <a:moveTo>
                      <a:pt x="5703" y="1"/>
                    </a:moveTo>
                    <a:cubicBezTo>
                      <a:pt x="5702" y="1"/>
                      <a:pt x="5701" y="1"/>
                      <a:pt x="5700" y="1"/>
                    </a:cubicBezTo>
                    <a:lnTo>
                      <a:pt x="5700" y="1"/>
                    </a:lnTo>
                    <a:cubicBezTo>
                      <a:pt x="5704" y="1"/>
                      <a:pt x="5707" y="1"/>
                      <a:pt x="5711" y="1"/>
                    </a:cubicBezTo>
                    <a:close/>
                    <a:moveTo>
                      <a:pt x="5700" y="1"/>
                    </a:moveTo>
                    <a:lnTo>
                      <a:pt x="5700" y="1"/>
                    </a:lnTo>
                    <a:cubicBezTo>
                      <a:pt x="3652" y="26"/>
                      <a:pt x="1611" y="428"/>
                      <a:pt x="0" y="1692"/>
                    </a:cubicBezTo>
                    <a:lnTo>
                      <a:pt x="584" y="2573"/>
                    </a:lnTo>
                    <a:cubicBezTo>
                      <a:pt x="1965" y="1430"/>
                      <a:pt x="3810" y="1097"/>
                      <a:pt x="5596" y="1073"/>
                    </a:cubicBezTo>
                    <a:cubicBezTo>
                      <a:pt x="5014" y="978"/>
                      <a:pt x="5048" y="28"/>
                      <a:pt x="5700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0" name="Google Shape;3600;p55"/>
              <p:cNvSpPr/>
              <p:nvPr/>
            </p:nvSpPr>
            <p:spPr>
              <a:xfrm>
                <a:off x="1677575" y="68000"/>
                <a:ext cx="54200" cy="26800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1072" extrusionOk="0">
                    <a:moveTo>
                      <a:pt x="691" y="0"/>
                    </a:moveTo>
                    <a:cubicBezTo>
                      <a:pt x="36" y="24"/>
                      <a:pt x="1" y="989"/>
                      <a:pt x="584" y="1072"/>
                    </a:cubicBezTo>
                    <a:cubicBezTo>
                      <a:pt x="667" y="1066"/>
                      <a:pt x="751" y="1063"/>
                      <a:pt x="834" y="1063"/>
                    </a:cubicBezTo>
                    <a:cubicBezTo>
                      <a:pt x="917" y="1063"/>
                      <a:pt x="1001" y="1066"/>
                      <a:pt x="1084" y="1072"/>
                    </a:cubicBezTo>
                    <a:cubicBezTo>
                      <a:pt x="1167" y="1066"/>
                      <a:pt x="1251" y="1063"/>
                      <a:pt x="1334" y="1063"/>
                    </a:cubicBezTo>
                    <a:cubicBezTo>
                      <a:pt x="1417" y="1063"/>
                      <a:pt x="1501" y="1066"/>
                      <a:pt x="1584" y="1072"/>
                    </a:cubicBezTo>
                    <a:cubicBezTo>
                      <a:pt x="2168" y="989"/>
                      <a:pt x="2132" y="24"/>
                      <a:pt x="1477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1" name="Google Shape;3601;p55"/>
              <p:cNvSpPr/>
              <p:nvPr/>
            </p:nvSpPr>
            <p:spPr>
              <a:xfrm>
                <a:off x="1550475" y="77825"/>
                <a:ext cx="51825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3" h="3918" extrusionOk="0">
                    <a:moveTo>
                      <a:pt x="1037" y="0"/>
                    </a:moveTo>
                    <a:cubicBezTo>
                      <a:pt x="465" y="0"/>
                      <a:pt x="1" y="465"/>
                      <a:pt x="1" y="1036"/>
                    </a:cubicBezTo>
                    <a:lnTo>
                      <a:pt x="1" y="2882"/>
                    </a:lnTo>
                    <a:cubicBezTo>
                      <a:pt x="1" y="3453"/>
                      <a:pt x="465" y="3917"/>
                      <a:pt x="1037" y="3917"/>
                    </a:cubicBezTo>
                    <a:cubicBezTo>
                      <a:pt x="1608" y="3917"/>
                      <a:pt x="2072" y="3453"/>
                      <a:pt x="2072" y="2882"/>
                    </a:cubicBezTo>
                    <a:lnTo>
                      <a:pt x="2072" y="1036"/>
                    </a:lnTo>
                    <a:cubicBezTo>
                      <a:pt x="2072" y="465"/>
                      <a:pt x="1608" y="0"/>
                      <a:pt x="103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2" name="Google Shape;3602;p55"/>
              <p:cNvSpPr/>
              <p:nvPr/>
            </p:nvSpPr>
            <p:spPr>
              <a:xfrm>
                <a:off x="1805875" y="77825"/>
                <a:ext cx="51800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3918" extrusionOk="0">
                    <a:moveTo>
                      <a:pt x="1036" y="0"/>
                    </a:moveTo>
                    <a:cubicBezTo>
                      <a:pt x="465" y="0"/>
                      <a:pt x="0" y="465"/>
                      <a:pt x="0" y="1036"/>
                    </a:cubicBezTo>
                    <a:lnTo>
                      <a:pt x="0" y="2882"/>
                    </a:lnTo>
                    <a:cubicBezTo>
                      <a:pt x="0" y="3453"/>
                      <a:pt x="465" y="3917"/>
                      <a:pt x="1036" y="3917"/>
                    </a:cubicBezTo>
                    <a:cubicBezTo>
                      <a:pt x="1608" y="3917"/>
                      <a:pt x="2072" y="3453"/>
                      <a:pt x="2072" y="2882"/>
                    </a:cubicBezTo>
                    <a:lnTo>
                      <a:pt x="2072" y="1036"/>
                    </a:lnTo>
                    <a:cubicBezTo>
                      <a:pt x="2072" y="465"/>
                      <a:pt x="1608" y="0"/>
                      <a:pt x="103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3" name="Google Shape;3603;p55"/>
              <p:cNvSpPr/>
              <p:nvPr/>
            </p:nvSpPr>
            <p:spPr>
              <a:xfrm>
                <a:off x="1567450" y="-141550"/>
                <a:ext cx="273575" cy="307800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12312" extrusionOk="0">
                    <a:moveTo>
                      <a:pt x="5465" y="0"/>
                    </a:moveTo>
                    <a:cubicBezTo>
                      <a:pt x="2441" y="0"/>
                      <a:pt x="0" y="2453"/>
                      <a:pt x="0" y="5477"/>
                    </a:cubicBezTo>
                    <a:lnTo>
                      <a:pt x="0" y="12311"/>
                    </a:lnTo>
                    <a:lnTo>
                      <a:pt x="10942" y="12311"/>
                    </a:lnTo>
                    <a:lnTo>
                      <a:pt x="10942" y="5477"/>
                    </a:lnTo>
                    <a:cubicBezTo>
                      <a:pt x="10942" y="2453"/>
                      <a:pt x="8489" y="0"/>
                      <a:pt x="54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4" name="Google Shape;3604;p55"/>
              <p:cNvSpPr/>
              <p:nvPr/>
            </p:nvSpPr>
            <p:spPr>
              <a:xfrm>
                <a:off x="1556425" y="166225"/>
                <a:ext cx="10750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1025" extrusionOk="0">
                    <a:moveTo>
                      <a:pt x="1" y="0"/>
                    </a:moveTo>
                    <a:lnTo>
                      <a:pt x="1" y="1024"/>
                    </a:lnTo>
                    <a:lnTo>
                      <a:pt x="429" y="1024"/>
                    </a:lnTo>
                    <a:lnTo>
                      <a:pt x="4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5" name="Google Shape;3605;p55"/>
              <p:cNvSpPr/>
              <p:nvPr/>
            </p:nvSpPr>
            <p:spPr>
              <a:xfrm>
                <a:off x="1841000" y="166225"/>
                <a:ext cx="122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025" extrusionOk="0">
                    <a:moveTo>
                      <a:pt x="0" y="0"/>
                    </a:moveTo>
                    <a:lnTo>
                      <a:pt x="0" y="1024"/>
                    </a:lnTo>
                    <a:lnTo>
                      <a:pt x="488" y="1024"/>
                    </a:lnTo>
                    <a:lnTo>
                      <a:pt x="48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6" name="Google Shape;3606;p55"/>
              <p:cNvSpPr/>
              <p:nvPr/>
            </p:nvSpPr>
            <p:spPr>
              <a:xfrm>
                <a:off x="1567150" y="166225"/>
                <a:ext cx="27387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25" extrusionOk="0">
                    <a:moveTo>
                      <a:pt x="0" y="0"/>
                    </a:moveTo>
                    <a:lnTo>
                      <a:pt x="0" y="1024"/>
                    </a:lnTo>
                    <a:lnTo>
                      <a:pt x="10954" y="1024"/>
                    </a:lnTo>
                    <a:lnTo>
                      <a:pt x="1095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7" name="Google Shape;3607;p55"/>
              <p:cNvSpPr/>
              <p:nvPr/>
            </p:nvSpPr>
            <p:spPr>
              <a:xfrm>
                <a:off x="1629950" y="80800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0"/>
                    </a:moveTo>
                    <a:lnTo>
                      <a:pt x="1001" y="0"/>
                    </a:lnTo>
                    <a:lnTo>
                      <a:pt x="1001" y="1000"/>
                    </a:lnTo>
                    <a:lnTo>
                      <a:pt x="1" y="100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8" name="Google Shape;3608;p55"/>
              <p:cNvSpPr/>
              <p:nvPr/>
            </p:nvSpPr>
            <p:spPr>
              <a:xfrm>
                <a:off x="1660600" y="80800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0"/>
                    </a:moveTo>
                    <a:lnTo>
                      <a:pt x="1" y="1000"/>
                    </a:lnTo>
                    <a:lnTo>
                      <a:pt x="1013" y="1000"/>
                    </a:lnTo>
                    <a:lnTo>
                      <a:pt x="101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9" name="Google Shape;3609;p55"/>
              <p:cNvSpPr/>
              <p:nvPr/>
            </p:nvSpPr>
            <p:spPr>
              <a:xfrm>
                <a:off x="1691575" y="80800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0" name="Google Shape;3610;p55"/>
              <p:cNvSpPr/>
              <p:nvPr/>
            </p:nvSpPr>
            <p:spPr>
              <a:xfrm>
                <a:off x="1722225" y="80800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0"/>
                    </a:moveTo>
                    <a:lnTo>
                      <a:pt x="1" y="1000"/>
                    </a:lnTo>
                    <a:lnTo>
                      <a:pt x="1013" y="1000"/>
                    </a:lnTo>
                    <a:lnTo>
                      <a:pt x="101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1" name="Google Shape;3611;p55"/>
              <p:cNvSpPr/>
              <p:nvPr/>
            </p:nvSpPr>
            <p:spPr>
              <a:xfrm>
                <a:off x="1753175" y="80800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0"/>
                    </a:moveTo>
                    <a:lnTo>
                      <a:pt x="1001" y="0"/>
                    </a:lnTo>
                    <a:lnTo>
                      <a:pt x="1001" y="1000"/>
                    </a:lnTo>
                    <a:lnTo>
                      <a:pt x="1" y="100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2" name="Google Shape;3612;p55"/>
              <p:cNvSpPr/>
              <p:nvPr/>
            </p:nvSpPr>
            <p:spPr>
              <a:xfrm>
                <a:off x="1607025" y="-36475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3"/>
                    </a:moveTo>
                    <a:cubicBezTo>
                      <a:pt x="3287" y="2548"/>
                      <a:pt x="2549" y="3286"/>
                      <a:pt x="1644" y="3286"/>
                    </a:cubicBezTo>
                    <a:cubicBezTo>
                      <a:pt x="739" y="3286"/>
                      <a:pt x="1" y="2548"/>
                      <a:pt x="1" y="1643"/>
                    </a:cubicBezTo>
                    <a:cubicBezTo>
                      <a:pt x="1" y="738"/>
                      <a:pt x="739" y="0"/>
                      <a:pt x="1644" y="0"/>
                    </a:cubicBezTo>
                    <a:cubicBezTo>
                      <a:pt x="2549" y="0"/>
                      <a:pt x="3287" y="738"/>
                      <a:pt x="3287" y="16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3" name="Google Shape;3613;p55"/>
              <p:cNvSpPr/>
              <p:nvPr/>
            </p:nvSpPr>
            <p:spPr>
              <a:xfrm>
                <a:off x="1638575" y="-4925"/>
                <a:ext cx="19075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75" extrusionOk="0">
                    <a:moveTo>
                      <a:pt x="382" y="0"/>
                    </a:moveTo>
                    <a:cubicBezTo>
                      <a:pt x="168" y="0"/>
                      <a:pt x="1" y="179"/>
                      <a:pt x="1" y="381"/>
                    </a:cubicBezTo>
                    <a:cubicBezTo>
                      <a:pt x="1" y="596"/>
                      <a:pt x="168" y="774"/>
                      <a:pt x="382" y="774"/>
                    </a:cubicBezTo>
                    <a:cubicBezTo>
                      <a:pt x="596" y="774"/>
                      <a:pt x="763" y="596"/>
                      <a:pt x="763" y="381"/>
                    </a:cubicBezTo>
                    <a:cubicBezTo>
                      <a:pt x="763" y="179"/>
                      <a:pt x="596" y="0"/>
                      <a:pt x="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4" name="Google Shape;3614;p55"/>
              <p:cNvSpPr/>
              <p:nvPr/>
            </p:nvSpPr>
            <p:spPr>
              <a:xfrm>
                <a:off x="1718950" y="-36475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3"/>
                    </a:moveTo>
                    <a:cubicBezTo>
                      <a:pt x="3287" y="2548"/>
                      <a:pt x="2549" y="3286"/>
                      <a:pt x="1644" y="3286"/>
                    </a:cubicBezTo>
                    <a:cubicBezTo>
                      <a:pt x="739" y="3286"/>
                      <a:pt x="1" y="2548"/>
                      <a:pt x="1" y="1643"/>
                    </a:cubicBezTo>
                    <a:cubicBezTo>
                      <a:pt x="1" y="738"/>
                      <a:pt x="739" y="0"/>
                      <a:pt x="1644" y="0"/>
                    </a:cubicBezTo>
                    <a:cubicBezTo>
                      <a:pt x="2549" y="0"/>
                      <a:pt x="3287" y="738"/>
                      <a:pt x="3287" y="16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5" name="Google Shape;3615;p55"/>
              <p:cNvSpPr/>
              <p:nvPr/>
            </p:nvSpPr>
            <p:spPr>
              <a:xfrm>
                <a:off x="1750500" y="-4925"/>
                <a:ext cx="19075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75" extrusionOk="0">
                    <a:moveTo>
                      <a:pt x="382" y="0"/>
                    </a:moveTo>
                    <a:cubicBezTo>
                      <a:pt x="167" y="0"/>
                      <a:pt x="1" y="179"/>
                      <a:pt x="1" y="381"/>
                    </a:cubicBezTo>
                    <a:cubicBezTo>
                      <a:pt x="1" y="596"/>
                      <a:pt x="167" y="774"/>
                      <a:pt x="382" y="774"/>
                    </a:cubicBezTo>
                    <a:cubicBezTo>
                      <a:pt x="596" y="774"/>
                      <a:pt x="763" y="596"/>
                      <a:pt x="763" y="381"/>
                    </a:cubicBezTo>
                    <a:cubicBezTo>
                      <a:pt x="763" y="179"/>
                      <a:pt x="596" y="0"/>
                      <a:pt x="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16" name="Google Shape;3616;p55"/>
          <p:cNvGrpSpPr/>
          <p:nvPr/>
        </p:nvGrpSpPr>
        <p:grpSpPr>
          <a:xfrm rot="-434757">
            <a:off x="6825759" y="420606"/>
            <a:ext cx="926830" cy="794750"/>
            <a:chOff x="4041575" y="1574875"/>
            <a:chExt cx="296475" cy="254225"/>
          </a:xfrm>
        </p:grpSpPr>
        <p:sp>
          <p:nvSpPr>
            <p:cNvPr id="3617" name="Google Shape;3617;p55"/>
            <p:cNvSpPr/>
            <p:nvPr/>
          </p:nvSpPr>
          <p:spPr>
            <a:xfrm>
              <a:off x="4041575" y="1574875"/>
              <a:ext cx="296475" cy="254225"/>
            </a:xfrm>
            <a:custGeom>
              <a:avLst/>
              <a:gdLst/>
              <a:ahLst/>
              <a:cxnLst/>
              <a:rect l="l" t="t" r="r" b="b"/>
              <a:pathLst>
                <a:path w="11859" h="10169" extrusionOk="0">
                  <a:moveTo>
                    <a:pt x="655" y="0"/>
                  </a:moveTo>
                  <a:cubicBezTo>
                    <a:pt x="286" y="0"/>
                    <a:pt x="0" y="298"/>
                    <a:pt x="0" y="655"/>
                  </a:cubicBezTo>
                  <a:cubicBezTo>
                    <a:pt x="0" y="941"/>
                    <a:pt x="179" y="1179"/>
                    <a:pt x="429" y="1274"/>
                  </a:cubicBezTo>
                  <a:lnTo>
                    <a:pt x="429" y="4561"/>
                  </a:lnTo>
                  <a:cubicBezTo>
                    <a:pt x="238" y="4739"/>
                    <a:pt x="119" y="5001"/>
                    <a:pt x="119" y="5275"/>
                  </a:cubicBezTo>
                  <a:cubicBezTo>
                    <a:pt x="119" y="5811"/>
                    <a:pt x="548" y="6251"/>
                    <a:pt x="1084" y="6251"/>
                  </a:cubicBezTo>
                  <a:cubicBezTo>
                    <a:pt x="1095" y="6251"/>
                    <a:pt x="1119" y="6239"/>
                    <a:pt x="1131" y="6239"/>
                  </a:cubicBezTo>
                  <a:cubicBezTo>
                    <a:pt x="1584" y="8478"/>
                    <a:pt x="3560" y="10168"/>
                    <a:pt x="5929" y="10168"/>
                  </a:cubicBezTo>
                  <a:cubicBezTo>
                    <a:pt x="8299" y="10168"/>
                    <a:pt x="10275" y="8478"/>
                    <a:pt x="10716" y="6239"/>
                  </a:cubicBezTo>
                  <a:cubicBezTo>
                    <a:pt x="10728" y="6239"/>
                    <a:pt x="10751" y="6251"/>
                    <a:pt x="10763" y="6251"/>
                  </a:cubicBezTo>
                  <a:cubicBezTo>
                    <a:pt x="11299" y="6251"/>
                    <a:pt x="11728" y="5811"/>
                    <a:pt x="11728" y="5275"/>
                  </a:cubicBezTo>
                  <a:cubicBezTo>
                    <a:pt x="11728" y="5001"/>
                    <a:pt x="11609" y="4739"/>
                    <a:pt x="11418" y="4561"/>
                  </a:cubicBezTo>
                  <a:lnTo>
                    <a:pt x="11418" y="1274"/>
                  </a:lnTo>
                  <a:cubicBezTo>
                    <a:pt x="11668" y="1179"/>
                    <a:pt x="11859" y="941"/>
                    <a:pt x="11859" y="655"/>
                  </a:cubicBezTo>
                  <a:cubicBezTo>
                    <a:pt x="11859" y="298"/>
                    <a:pt x="11561" y="0"/>
                    <a:pt x="11192" y="0"/>
                  </a:cubicBezTo>
                  <a:cubicBezTo>
                    <a:pt x="10835" y="0"/>
                    <a:pt x="10537" y="298"/>
                    <a:pt x="10537" y="655"/>
                  </a:cubicBezTo>
                  <a:cubicBezTo>
                    <a:pt x="10537" y="941"/>
                    <a:pt x="10728" y="1179"/>
                    <a:pt x="10978" y="1274"/>
                  </a:cubicBezTo>
                  <a:lnTo>
                    <a:pt x="10978" y="4334"/>
                  </a:lnTo>
                  <a:cubicBezTo>
                    <a:pt x="10906" y="4311"/>
                    <a:pt x="10835" y="4311"/>
                    <a:pt x="10763" y="4311"/>
                  </a:cubicBezTo>
                  <a:lnTo>
                    <a:pt x="10716" y="4311"/>
                  </a:lnTo>
                  <a:cubicBezTo>
                    <a:pt x="10275" y="2072"/>
                    <a:pt x="8299" y="381"/>
                    <a:pt x="5929" y="381"/>
                  </a:cubicBezTo>
                  <a:cubicBezTo>
                    <a:pt x="3560" y="381"/>
                    <a:pt x="1584" y="2072"/>
                    <a:pt x="1131" y="4311"/>
                  </a:cubicBezTo>
                  <a:lnTo>
                    <a:pt x="1084" y="4311"/>
                  </a:lnTo>
                  <a:cubicBezTo>
                    <a:pt x="1012" y="4311"/>
                    <a:pt x="941" y="4311"/>
                    <a:pt x="881" y="4334"/>
                  </a:cubicBezTo>
                  <a:lnTo>
                    <a:pt x="881" y="1274"/>
                  </a:lnTo>
                  <a:cubicBezTo>
                    <a:pt x="1131" y="1179"/>
                    <a:pt x="1310" y="941"/>
                    <a:pt x="1310" y="655"/>
                  </a:cubicBezTo>
                  <a:cubicBezTo>
                    <a:pt x="1310" y="298"/>
                    <a:pt x="1012" y="0"/>
                    <a:pt x="655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accent5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18" name="Google Shape;3618;p55"/>
            <p:cNvGrpSpPr/>
            <p:nvPr/>
          </p:nvGrpSpPr>
          <p:grpSpPr>
            <a:xfrm>
              <a:off x="4041575" y="1575025"/>
              <a:ext cx="296475" cy="253925"/>
              <a:chOff x="4041575" y="-114775"/>
              <a:chExt cx="296475" cy="253925"/>
            </a:xfrm>
          </p:grpSpPr>
          <p:sp>
            <p:nvSpPr>
              <p:cNvPr id="3619" name="Google Shape;3619;p55"/>
              <p:cNvSpPr/>
              <p:nvPr/>
            </p:nvSpPr>
            <p:spPr>
              <a:xfrm>
                <a:off x="4052275" y="-104050"/>
                <a:ext cx="11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37" extrusionOk="0">
                    <a:moveTo>
                      <a:pt x="227" y="1"/>
                    </a:moveTo>
                    <a:cubicBezTo>
                      <a:pt x="96" y="1"/>
                      <a:pt x="1" y="96"/>
                      <a:pt x="1" y="227"/>
                    </a:cubicBezTo>
                    <a:lnTo>
                      <a:pt x="1" y="4823"/>
                    </a:lnTo>
                    <a:cubicBezTo>
                      <a:pt x="1" y="4942"/>
                      <a:pt x="96" y="5037"/>
                      <a:pt x="227" y="5037"/>
                    </a:cubicBezTo>
                    <a:cubicBezTo>
                      <a:pt x="346" y="5037"/>
                      <a:pt x="441" y="4942"/>
                      <a:pt x="441" y="4823"/>
                    </a:cubicBezTo>
                    <a:lnTo>
                      <a:pt x="441" y="227"/>
                    </a:lnTo>
                    <a:cubicBezTo>
                      <a:pt x="441" y="96"/>
                      <a:pt x="346" y="1"/>
                      <a:pt x="2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0" name="Google Shape;3620;p55"/>
              <p:cNvSpPr/>
              <p:nvPr/>
            </p:nvSpPr>
            <p:spPr>
              <a:xfrm>
                <a:off x="4041575" y="-114775"/>
                <a:ext cx="327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311" extrusionOk="0">
                    <a:moveTo>
                      <a:pt x="655" y="1"/>
                    </a:moveTo>
                    <a:cubicBezTo>
                      <a:pt x="286" y="1"/>
                      <a:pt x="0" y="287"/>
                      <a:pt x="0" y="656"/>
                    </a:cubicBezTo>
                    <a:cubicBezTo>
                      <a:pt x="0" y="1013"/>
                      <a:pt x="286" y="1311"/>
                      <a:pt x="655" y="1311"/>
                    </a:cubicBezTo>
                    <a:cubicBezTo>
                      <a:pt x="1012" y="1311"/>
                      <a:pt x="1310" y="1013"/>
                      <a:pt x="1310" y="656"/>
                    </a:cubicBezTo>
                    <a:cubicBezTo>
                      <a:pt x="1310" y="287"/>
                      <a:pt x="1012" y="1"/>
                      <a:pt x="65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1" name="Google Shape;3621;p55"/>
              <p:cNvSpPr/>
              <p:nvPr/>
            </p:nvSpPr>
            <p:spPr>
              <a:xfrm>
                <a:off x="4316000" y="-104050"/>
                <a:ext cx="11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37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27"/>
                    </a:cubicBezTo>
                    <a:lnTo>
                      <a:pt x="1" y="4823"/>
                    </a:lnTo>
                    <a:cubicBezTo>
                      <a:pt x="1" y="4942"/>
                      <a:pt x="96" y="5037"/>
                      <a:pt x="215" y="5037"/>
                    </a:cubicBezTo>
                    <a:cubicBezTo>
                      <a:pt x="346" y="5037"/>
                      <a:pt x="441" y="4942"/>
                      <a:pt x="441" y="4823"/>
                    </a:cubicBezTo>
                    <a:lnTo>
                      <a:pt x="441" y="227"/>
                    </a:lnTo>
                    <a:cubicBezTo>
                      <a:pt x="441" y="96"/>
                      <a:pt x="346" y="1"/>
                      <a:pt x="2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2" name="Google Shape;3622;p55"/>
              <p:cNvSpPr/>
              <p:nvPr/>
            </p:nvSpPr>
            <p:spPr>
              <a:xfrm>
                <a:off x="4305000" y="-114775"/>
                <a:ext cx="330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11" extrusionOk="0">
                    <a:moveTo>
                      <a:pt x="655" y="1"/>
                    </a:moveTo>
                    <a:cubicBezTo>
                      <a:pt x="298" y="1"/>
                      <a:pt x="0" y="287"/>
                      <a:pt x="0" y="656"/>
                    </a:cubicBezTo>
                    <a:cubicBezTo>
                      <a:pt x="0" y="1013"/>
                      <a:pt x="298" y="1311"/>
                      <a:pt x="655" y="1311"/>
                    </a:cubicBezTo>
                    <a:cubicBezTo>
                      <a:pt x="1024" y="1311"/>
                      <a:pt x="1322" y="1013"/>
                      <a:pt x="1322" y="656"/>
                    </a:cubicBezTo>
                    <a:cubicBezTo>
                      <a:pt x="1322" y="287"/>
                      <a:pt x="1024" y="1"/>
                      <a:pt x="65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3" name="Google Shape;3623;p55"/>
              <p:cNvSpPr/>
              <p:nvPr/>
            </p:nvSpPr>
            <p:spPr>
              <a:xfrm>
                <a:off x="4286525" y="-7300"/>
                <a:ext cx="48250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941" extrusionOk="0">
                    <a:moveTo>
                      <a:pt x="965" y="0"/>
                    </a:moveTo>
                    <a:cubicBezTo>
                      <a:pt x="430" y="0"/>
                      <a:pt x="1" y="441"/>
                      <a:pt x="1" y="976"/>
                    </a:cubicBezTo>
                    <a:cubicBezTo>
                      <a:pt x="1" y="1512"/>
                      <a:pt x="430" y="1941"/>
                      <a:pt x="965" y="1941"/>
                    </a:cubicBezTo>
                    <a:cubicBezTo>
                      <a:pt x="1501" y="1941"/>
                      <a:pt x="1930" y="1512"/>
                      <a:pt x="1930" y="976"/>
                    </a:cubicBezTo>
                    <a:cubicBezTo>
                      <a:pt x="1930" y="441"/>
                      <a:pt x="1501" y="0"/>
                      <a:pt x="9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4" name="Google Shape;3624;p55"/>
              <p:cNvSpPr/>
              <p:nvPr/>
            </p:nvSpPr>
            <p:spPr>
              <a:xfrm>
                <a:off x="4044550" y="-7300"/>
                <a:ext cx="48525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941" extrusionOk="0">
                    <a:moveTo>
                      <a:pt x="965" y="0"/>
                    </a:moveTo>
                    <a:cubicBezTo>
                      <a:pt x="429" y="0"/>
                      <a:pt x="0" y="441"/>
                      <a:pt x="0" y="976"/>
                    </a:cubicBezTo>
                    <a:cubicBezTo>
                      <a:pt x="0" y="1512"/>
                      <a:pt x="429" y="1941"/>
                      <a:pt x="965" y="1941"/>
                    </a:cubicBezTo>
                    <a:cubicBezTo>
                      <a:pt x="1500" y="1941"/>
                      <a:pt x="1941" y="1512"/>
                      <a:pt x="1941" y="976"/>
                    </a:cubicBezTo>
                    <a:cubicBezTo>
                      <a:pt x="1941" y="441"/>
                      <a:pt x="1500" y="0"/>
                      <a:pt x="9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5" name="Google Shape;3625;p55"/>
              <p:cNvSpPr/>
              <p:nvPr/>
            </p:nvSpPr>
            <p:spPr>
              <a:xfrm>
                <a:off x="4067450" y="-105250"/>
                <a:ext cx="244400" cy="244400"/>
              </a:xfrm>
              <a:custGeom>
                <a:avLst/>
                <a:gdLst/>
                <a:ahLst/>
                <a:cxnLst/>
                <a:rect l="l" t="t" r="r" b="b"/>
                <a:pathLst>
                  <a:path w="9776" h="9776" extrusionOk="0">
                    <a:moveTo>
                      <a:pt x="4894" y="1"/>
                    </a:moveTo>
                    <a:cubicBezTo>
                      <a:pt x="2192" y="1"/>
                      <a:pt x="1" y="2192"/>
                      <a:pt x="1" y="4894"/>
                    </a:cubicBezTo>
                    <a:cubicBezTo>
                      <a:pt x="1" y="7597"/>
                      <a:pt x="2192" y="9776"/>
                      <a:pt x="4894" y="9776"/>
                    </a:cubicBezTo>
                    <a:cubicBezTo>
                      <a:pt x="7585" y="9776"/>
                      <a:pt x="9776" y="7597"/>
                      <a:pt x="9776" y="4894"/>
                    </a:cubicBezTo>
                    <a:cubicBezTo>
                      <a:pt x="9776" y="2192"/>
                      <a:pt x="7585" y="1"/>
                      <a:pt x="48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6" name="Google Shape;3626;p55"/>
              <p:cNvSpPr/>
              <p:nvPr/>
            </p:nvSpPr>
            <p:spPr>
              <a:xfrm>
                <a:off x="4090375" y="-18625"/>
                <a:ext cx="1985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7943" h="2799" extrusionOk="0">
                    <a:moveTo>
                      <a:pt x="679" y="1"/>
                    </a:moveTo>
                    <a:cubicBezTo>
                      <a:pt x="298" y="1"/>
                      <a:pt x="1" y="310"/>
                      <a:pt x="1" y="679"/>
                    </a:cubicBezTo>
                    <a:lnTo>
                      <a:pt x="1" y="2120"/>
                    </a:lnTo>
                    <a:cubicBezTo>
                      <a:pt x="1" y="2501"/>
                      <a:pt x="298" y="2799"/>
                      <a:pt x="679" y="2799"/>
                    </a:cubicBezTo>
                    <a:lnTo>
                      <a:pt x="7275" y="2799"/>
                    </a:lnTo>
                    <a:cubicBezTo>
                      <a:pt x="7645" y="2799"/>
                      <a:pt x="7942" y="2501"/>
                      <a:pt x="7942" y="2120"/>
                    </a:cubicBezTo>
                    <a:lnTo>
                      <a:pt x="7942" y="679"/>
                    </a:lnTo>
                    <a:cubicBezTo>
                      <a:pt x="7942" y="310"/>
                      <a:pt x="7645" y="1"/>
                      <a:pt x="72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7" name="Google Shape;3627;p55"/>
              <p:cNvSpPr/>
              <p:nvPr/>
            </p:nvSpPr>
            <p:spPr>
              <a:xfrm>
                <a:off x="4119550" y="4600"/>
                <a:ext cx="247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89" extrusionOk="0">
                    <a:moveTo>
                      <a:pt x="489" y="0"/>
                    </a:moveTo>
                    <a:cubicBezTo>
                      <a:pt x="215" y="0"/>
                      <a:pt x="1" y="227"/>
                      <a:pt x="1" y="500"/>
                    </a:cubicBezTo>
                    <a:cubicBezTo>
                      <a:pt x="1" y="774"/>
                      <a:pt x="215" y="989"/>
                      <a:pt x="489" y="989"/>
                    </a:cubicBezTo>
                    <a:cubicBezTo>
                      <a:pt x="763" y="989"/>
                      <a:pt x="989" y="774"/>
                      <a:pt x="989" y="500"/>
                    </a:cubicBezTo>
                    <a:cubicBezTo>
                      <a:pt x="989" y="227"/>
                      <a:pt x="763" y="0"/>
                      <a:pt x="4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8" name="Google Shape;3628;p55"/>
              <p:cNvSpPr/>
              <p:nvPr/>
            </p:nvSpPr>
            <p:spPr>
              <a:xfrm>
                <a:off x="4235050" y="4600"/>
                <a:ext cx="250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989" extrusionOk="0">
                    <a:moveTo>
                      <a:pt x="500" y="0"/>
                    </a:moveTo>
                    <a:cubicBezTo>
                      <a:pt x="226" y="0"/>
                      <a:pt x="0" y="227"/>
                      <a:pt x="0" y="500"/>
                    </a:cubicBezTo>
                    <a:cubicBezTo>
                      <a:pt x="0" y="774"/>
                      <a:pt x="226" y="989"/>
                      <a:pt x="500" y="989"/>
                    </a:cubicBezTo>
                    <a:cubicBezTo>
                      <a:pt x="774" y="989"/>
                      <a:pt x="1000" y="774"/>
                      <a:pt x="1000" y="500"/>
                    </a:cubicBezTo>
                    <a:cubicBezTo>
                      <a:pt x="1000" y="227"/>
                      <a:pt x="774" y="0"/>
                      <a:pt x="5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29" name="Google Shape;3629;p55"/>
          <p:cNvGrpSpPr/>
          <p:nvPr/>
        </p:nvGrpSpPr>
        <p:grpSpPr>
          <a:xfrm rot="751769">
            <a:off x="8078370" y="35729"/>
            <a:ext cx="1088326" cy="866942"/>
            <a:chOff x="5784050" y="1584700"/>
            <a:chExt cx="294100" cy="234275"/>
          </a:xfrm>
        </p:grpSpPr>
        <p:sp>
          <p:nvSpPr>
            <p:cNvPr id="3630" name="Google Shape;3630;p55"/>
            <p:cNvSpPr/>
            <p:nvPr/>
          </p:nvSpPr>
          <p:spPr>
            <a:xfrm>
              <a:off x="5784050" y="1584850"/>
              <a:ext cx="294100" cy="233975"/>
            </a:xfrm>
            <a:custGeom>
              <a:avLst/>
              <a:gdLst/>
              <a:ahLst/>
              <a:cxnLst/>
              <a:rect l="l" t="t" r="r" b="b"/>
              <a:pathLst>
                <a:path w="11764" h="9359" extrusionOk="0">
                  <a:moveTo>
                    <a:pt x="3941" y="0"/>
                  </a:moveTo>
                  <a:lnTo>
                    <a:pt x="1203" y="2739"/>
                  </a:lnTo>
                  <a:lnTo>
                    <a:pt x="1203" y="3536"/>
                  </a:lnTo>
                  <a:lnTo>
                    <a:pt x="1143" y="3536"/>
                  </a:lnTo>
                  <a:cubicBezTo>
                    <a:pt x="512" y="3536"/>
                    <a:pt x="0" y="4048"/>
                    <a:pt x="0" y="4679"/>
                  </a:cubicBezTo>
                  <a:cubicBezTo>
                    <a:pt x="0" y="5310"/>
                    <a:pt x="512" y="5822"/>
                    <a:pt x="1143" y="5822"/>
                  </a:cubicBezTo>
                  <a:lnTo>
                    <a:pt x="1203" y="5822"/>
                  </a:lnTo>
                  <a:lnTo>
                    <a:pt x="1203" y="6620"/>
                  </a:lnTo>
                  <a:lnTo>
                    <a:pt x="3941" y="9359"/>
                  </a:lnTo>
                  <a:lnTo>
                    <a:pt x="7823" y="9359"/>
                  </a:lnTo>
                  <a:lnTo>
                    <a:pt x="10561" y="6620"/>
                  </a:lnTo>
                  <a:lnTo>
                    <a:pt x="10561" y="5822"/>
                  </a:lnTo>
                  <a:lnTo>
                    <a:pt x="10621" y="5822"/>
                  </a:lnTo>
                  <a:cubicBezTo>
                    <a:pt x="11252" y="5822"/>
                    <a:pt x="11764" y="5310"/>
                    <a:pt x="11764" y="4679"/>
                  </a:cubicBezTo>
                  <a:cubicBezTo>
                    <a:pt x="11764" y="4048"/>
                    <a:pt x="11252" y="3536"/>
                    <a:pt x="10621" y="3536"/>
                  </a:cubicBezTo>
                  <a:lnTo>
                    <a:pt x="10561" y="3536"/>
                  </a:lnTo>
                  <a:lnTo>
                    <a:pt x="10561" y="2739"/>
                  </a:lnTo>
                  <a:lnTo>
                    <a:pt x="7823" y="0"/>
                  </a:ln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31" name="Google Shape;3631;p55"/>
            <p:cNvGrpSpPr/>
            <p:nvPr/>
          </p:nvGrpSpPr>
          <p:grpSpPr>
            <a:xfrm>
              <a:off x="5784050" y="1584700"/>
              <a:ext cx="294100" cy="234275"/>
              <a:chOff x="5784050" y="-104950"/>
              <a:chExt cx="294100" cy="234275"/>
            </a:xfrm>
          </p:grpSpPr>
          <p:sp>
            <p:nvSpPr>
              <p:cNvPr id="3632" name="Google Shape;3632;p55"/>
              <p:cNvSpPr/>
              <p:nvPr/>
            </p:nvSpPr>
            <p:spPr>
              <a:xfrm>
                <a:off x="5784050" y="-16550"/>
                <a:ext cx="57175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2287" h="2287" extrusionOk="0">
                    <a:moveTo>
                      <a:pt x="1143" y="1"/>
                    </a:moveTo>
                    <a:cubicBezTo>
                      <a:pt x="512" y="1"/>
                      <a:pt x="0" y="513"/>
                      <a:pt x="0" y="1144"/>
                    </a:cubicBezTo>
                    <a:cubicBezTo>
                      <a:pt x="0" y="1775"/>
                      <a:pt x="512" y="2287"/>
                      <a:pt x="1143" y="2287"/>
                    </a:cubicBezTo>
                    <a:cubicBezTo>
                      <a:pt x="1774" y="2287"/>
                      <a:pt x="2286" y="1775"/>
                      <a:pt x="2286" y="1144"/>
                    </a:cubicBezTo>
                    <a:cubicBezTo>
                      <a:pt x="2286" y="513"/>
                      <a:pt x="1774" y="1"/>
                      <a:pt x="1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3" name="Google Shape;3633;p55"/>
              <p:cNvSpPr/>
              <p:nvPr/>
            </p:nvSpPr>
            <p:spPr>
              <a:xfrm>
                <a:off x="6020675" y="-16550"/>
                <a:ext cx="57475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2299" h="2287" extrusionOk="0">
                    <a:moveTo>
                      <a:pt x="1156" y="1"/>
                    </a:moveTo>
                    <a:cubicBezTo>
                      <a:pt x="525" y="1"/>
                      <a:pt x="1" y="513"/>
                      <a:pt x="1" y="1144"/>
                    </a:cubicBezTo>
                    <a:cubicBezTo>
                      <a:pt x="1" y="1775"/>
                      <a:pt x="525" y="2287"/>
                      <a:pt x="1156" y="2287"/>
                    </a:cubicBezTo>
                    <a:cubicBezTo>
                      <a:pt x="1787" y="2287"/>
                      <a:pt x="2299" y="1775"/>
                      <a:pt x="2299" y="1144"/>
                    </a:cubicBezTo>
                    <a:cubicBezTo>
                      <a:pt x="2299" y="513"/>
                      <a:pt x="1787" y="1"/>
                      <a:pt x="11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4" name="Google Shape;3634;p55"/>
              <p:cNvSpPr/>
              <p:nvPr/>
            </p:nvSpPr>
            <p:spPr>
              <a:xfrm>
                <a:off x="5814100" y="-104950"/>
                <a:ext cx="234000" cy="234275"/>
              </a:xfrm>
              <a:custGeom>
                <a:avLst/>
                <a:gdLst/>
                <a:ahLst/>
                <a:cxnLst/>
                <a:rect l="l" t="t" r="r" b="b"/>
                <a:pathLst>
                  <a:path w="9360" h="9371" extrusionOk="0">
                    <a:moveTo>
                      <a:pt x="2739" y="1"/>
                    </a:moveTo>
                    <a:lnTo>
                      <a:pt x="1" y="2751"/>
                    </a:lnTo>
                    <a:lnTo>
                      <a:pt x="1" y="6621"/>
                    </a:lnTo>
                    <a:lnTo>
                      <a:pt x="2739" y="9371"/>
                    </a:lnTo>
                    <a:lnTo>
                      <a:pt x="6609" y="9371"/>
                    </a:lnTo>
                    <a:lnTo>
                      <a:pt x="9359" y="6621"/>
                    </a:lnTo>
                    <a:lnTo>
                      <a:pt x="9359" y="2751"/>
                    </a:lnTo>
                    <a:lnTo>
                      <a:pt x="6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5" name="Google Shape;3635;p55"/>
              <p:cNvSpPr/>
              <p:nvPr/>
            </p:nvSpPr>
            <p:spPr>
              <a:xfrm>
                <a:off x="5862025" y="-47800"/>
                <a:ext cx="137850" cy="138150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5526" extrusionOk="0">
                    <a:moveTo>
                      <a:pt x="2763" y="1"/>
                    </a:moveTo>
                    <a:cubicBezTo>
                      <a:pt x="1227" y="1"/>
                      <a:pt x="1" y="1239"/>
                      <a:pt x="1" y="2763"/>
                    </a:cubicBezTo>
                    <a:cubicBezTo>
                      <a:pt x="1" y="4287"/>
                      <a:pt x="1239" y="5525"/>
                      <a:pt x="2763" y="5525"/>
                    </a:cubicBezTo>
                    <a:cubicBezTo>
                      <a:pt x="4287" y="5525"/>
                      <a:pt x="5513" y="4287"/>
                      <a:pt x="5513" y="2763"/>
                    </a:cubicBezTo>
                    <a:cubicBezTo>
                      <a:pt x="5513" y="1239"/>
                      <a:pt x="4287" y="1"/>
                      <a:pt x="27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6" name="Google Shape;3636;p55"/>
              <p:cNvSpPr/>
              <p:nvPr/>
            </p:nvSpPr>
            <p:spPr>
              <a:xfrm>
                <a:off x="5877800" y="-31725"/>
                <a:ext cx="106300" cy="106300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4252" extrusionOk="0">
                    <a:moveTo>
                      <a:pt x="2132" y="1"/>
                    </a:moveTo>
                    <a:cubicBezTo>
                      <a:pt x="953" y="1"/>
                      <a:pt x="1" y="953"/>
                      <a:pt x="1" y="2120"/>
                    </a:cubicBezTo>
                    <a:cubicBezTo>
                      <a:pt x="1" y="3299"/>
                      <a:pt x="953" y="4251"/>
                      <a:pt x="2132" y="4251"/>
                    </a:cubicBezTo>
                    <a:cubicBezTo>
                      <a:pt x="3299" y="4251"/>
                      <a:pt x="4251" y="3299"/>
                      <a:pt x="4251" y="2120"/>
                    </a:cubicBezTo>
                    <a:cubicBezTo>
                      <a:pt x="4251" y="953"/>
                      <a:pt x="3299" y="1"/>
                      <a:pt x="21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7" name="Google Shape;3637;p55"/>
              <p:cNvSpPr/>
              <p:nvPr/>
            </p:nvSpPr>
            <p:spPr>
              <a:xfrm>
                <a:off x="5877800" y="6075"/>
                <a:ext cx="106300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2740" extrusionOk="0">
                    <a:moveTo>
                      <a:pt x="96" y="1"/>
                    </a:moveTo>
                    <a:cubicBezTo>
                      <a:pt x="36" y="203"/>
                      <a:pt x="1" y="394"/>
                      <a:pt x="1" y="608"/>
                    </a:cubicBezTo>
                    <a:cubicBezTo>
                      <a:pt x="1" y="1787"/>
                      <a:pt x="953" y="2739"/>
                      <a:pt x="2132" y="2739"/>
                    </a:cubicBezTo>
                    <a:cubicBezTo>
                      <a:pt x="3299" y="2739"/>
                      <a:pt x="4251" y="1787"/>
                      <a:pt x="4251" y="608"/>
                    </a:cubicBezTo>
                    <a:cubicBezTo>
                      <a:pt x="4251" y="406"/>
                      <a:pt x="4227" y="203"/>
                      <a:pt x="4168" y="1"/>
                    </a:cubicBezTo>
                    <a:cubicBezTo>
                      <a:pt x="3906" y="882"/>
                      <a:pt x="3096" y="1525"/>
                      <a:pt x="2132" y="1525"/>
                    </a:cubicBezTo>
                    <a:cubicBezTo>
                      <a:pt x="1168" y="1525"/>
                      <a:pt x="346" y="882"/>
                      <a:pt x="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38" name="Google Shape;3638;p55"/>
          <p:cNvGrpSpPr/>
          <p:nvPr/>
        </p:nvGrpSpPr>
        <p:grpSpPr>
          <a:xfrm rot="-974363">
            <a:off x="-39842" y="180861"/>
            <a:ext cx="752067" cy="1129228"/>
            <a:chOff x="6630575" y="1482600"/>
            <a:chExt cx="292025" cy="438475"/>
          </a:xfrm>
        </p:grpSpPr>
        <p:sp>
          <p:nvSpPr>
            <p:cNvPr id="3639" name="Google Shape;3639;p55"/>
            <p:cNvSpPr/>
            <p:nvPr/>
          </p:nvSpPr>
          <p:spPr>
            <a:xfrm>
              <a:off x="6630575" y="1482750"/>
              <a:ext cx="292025" cy="438175"/>
            </a:xfrm>
            <a:custGeom>
              <a:avLst/>
              <a:gdLst/>
              <a:ahLst/>
              <a:cxnLst/>
              <a:rect l="l" t="t" r="r" b="b"/>
              <a:pathLst>
                <a:path w="11681" h="17527" extrusionOk="0">
                  <a:moveTo>
                    <a:pt x="5847" y="0"/>
                  </a:moveTo>
                  <a:cubicBezTo>
                    <a:pt x="2620" y="0"/>
                    <a:pt x="1" y="2608"/>
                    <a:pt x="1" y="5835"/>
                  </a:cubicBezTo>
                  <a:lnTo>
                    <a:pt x="1" y="9633"/>
                  </a:lnTo>
                  <a:lnTo>
                    <a:pt x="1" y="14586"/>
                  </a:lnTo>
                  <a:lnTo>
                    <a:pt x="1" y="14990"/>
                  </a:lnTo>
                  <a:lnTo>
                    <a:pt x="1" y="15395"/>
                  </a:lnTo>
                  <a:lnTo>
                    <a:pt x="1" y="16538"/>
                  </a:lnTo>
                  <a:lnTo>
                    <a:pt x="1" y="16788"/>
                  </a:lnTo>
                  <a:cubicBezTo>
                    <a:pt x="1" y="16836"/>
                    <a:pt x="13" y="16872"/>
                    <a:pt x="13" y="16919"/>
                  </a:cubicBezTo>
                  <a:lnTo>
                    <a:pt x="24" y="16955"/>
                  </a:lnTo>
                  <a:cubicBezTo>
                    <a:pt x="36" y="16991"/>
                    <a:pt x="36" y="17026"/>
                    <a:pt x="48" y="17050"/>
                  </a:cubicBezTo>
                  <a:cubicBezTo>
                    <a:pt x="60" y="17062"/>
                    <a:pt x="60" y="17074"/>
                    <a:pt x="72" y="17086"/>
                  </a:cubicBezTo>
                  <a:cubicBezTo>
                    <a:pt x="84" y="17122"/>
                    <a:pt x="96" y="17145"/>
                    <a:pt x="120" y="17181"/>
                  </a:cubicBezTo>
                  <a:cubicBezTo>
                    <a:pt x="120" y="17193"/>
                    <a:pt x="132" y="17193"/>
                    <a:pt x="132" y="17205"/>
                  </a:cubicBezTo>
                  <a:cubicBezTo>
                    <a:pt x="155" y="17241"/>
                    <a:pt x="179" y="17265"/>
                    <a:pt x="215" y="17300"/>
                  </a:cubicBezTo>
                  <a:cubicBezTo>
                    <a:pt x="227" y="17312"/>
                    <a:pt x="239" y="17324"/>
                    <a:pt x="239" y="17324"/>
                  </a:cubicBezTo>
                  <a:cubicBezTo>
                    <a:pt x="263" y="17348"/>
                    <a:pt x="286" y="17372"/>
                    <a:pt x="310" y="17384"/>
                  </a:cubicBezTo>
                  <a:cubicBezTo>
                    <a:pt x="322" y="17395"/>
                    <a:pt x="334" y="17407"/>
                    <a:pt x="346" y="17407"/>
                  </a:cubicBezTo>
                  <a:cubicBezTo>
                    <a:pt x="370" y="17431"/>
                    <a:pt x="394" y="17443"/>
                    <a:pt x="429" y="17455"/>
                  </a:cubicBezTo>
                  <a:cubicBezTo>
                    <a:pt x="441" y="17455"/>
                    <a:pt x="453" y="17467"/>
                    <a:pt x="465" y="17467"/>
                  </a:cubicBezTo>
                  <a:cubicBezTo>
                    <a:pt x="465" y="17479"/>
                    <a:pt x="477" y="17479"/>
                    <a:pt x="477" y="17479"/>
                  </a:cubicBezTo>
                  <a:cubicBezTo>
                    <a:pt x="560" y="17503"/>
                    <a:pt x="655" y="17526"/>
                    <a:pt x="751" y="17526"/>
                  </a:cubicBezTo>
                  <a:lnTo>
                    <a:pt x="10931" y="17526"/>
                  </a:lnTo>
                  <a:cubicBezTo>
                    <a:pt x="11347" y="17526"/>
                    <a:pt x="11681" y="17193"/>
                    <a:pt x="11681" y="16788"/>
                  </a:cubicBezTo>
                  <a:lnTo>
                    <a:pt x="11681" y="16133"/>
                  </a:lnTo>
                  <a:lnTo>
                    <a:pt x="11681" y="15383"/>
                  </a:lnTo>
                  <a:lnTo>
                    <a:pt x="11681" y="14979"/>
                  </a:lnTo>
                  <a:lnTo>
                    <a:pt x="11681" y="14574"/>
                  </a:lnTo>
                  <a:lnTo>
                    <a:pt x="11681" y="9633"/>
                  </a:lnTo>
                  <a:lnTo>
                    <a:pt x="11681" y="5835"/>
                  </a:lnTo>
                  <a:cubicBezTo>
                    <a:pt x="11681" y="2608"/>
                    <a:pt x="9061" y="0"/>
                    <a:pt x="584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40" name="Google Shape;3640;p55"/>
            <p:cNvGrpSpPr/>
            <p:nvPr/>
          </p:nvGrpSpPr>
          <p:grpSpPr>
            <a:xfrm>
              <a:off x="6630575" y="1482600"/>
              <a:ext cx="292025" cy="438475"/>
              <a:chOff x="6630575" y="-207050"/>
              <a:chExt cx="292025" cy="438475"/>
            </a:xfrm>
          </p:grpSpPr>
          <p:sp>
            <p:nvSpPr>
              <p:cNvPr id="3641" name="Google Shape;3641;p55"/>
              <p:cNvSpPr/>
              <p:nvPr/>
            </p:nvSpPr>
            <p:spPr>
              <a:xfrm>
                <a:off x="6630575" y="-207050"/>
                <a:ext cx="292025" cy="4384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7539" extrusionOk="0">
                    <a:moveTo>
                      <a:pt x="5847" y="1"/>
                    </a:moveTo>
                    <a:cubicBezTo>
                      <a:pt x="2620" y="1"/>
                      <a:pt x="1" y="2620"/>
                      <a:pt x="1" y="5847"/>
                    </a:cubicBezTo>
                    <a:lnTo>
                      <a:pt x="1" y="9645"/>
                    </a:lnTo>
                    <a:lnTo>
                      <a:pt x="1" y="16789"/>
                    </a:lnTo>
                    <a:cubicBezTo>
                      <a:pt x="1" y="17205"/>
                      <a:pt x="334" y="17539"/>
                      <a:pt x="751" y="17539"/>
                    </a:cubicBezTo>
                    <a:lnTo>
                      <a:pt x="10931" y="17539"/>
                    </a:lnTo>
                    <a:cubicBezTo>
                      <a:pt x="11347" y="17539"/>
                      <a:pt x="11681" y="17205"/>
                      <a:pt x="11681" y="16789"/>
                    </a:cubicBezTo>
                    <a:lnTo>
                      <a:pt x="11681" y="9645"/>
                    </a:lnTo>
                    <a:lnTo>
                      <a:pt x="11681" y="5847"/>
                    </a:lnTo>
                    <a:cubicBezTo>
                      <a:pt x="11681" y="2620"/>
                      <a:pt x="9061" y="1"/>
                      <a:pt x="58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2" name="Google Shape;3642;p55"/>
              <p:cNvSpPr/>
              <p:nvPr/>
            </p:nvSpPr>
            <p:spPr>
              <a:xfrm>
                <a:off x="6630575" y="167700"/>
                <a:ext cx="292025" cy="6372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2549" extrusionOk="0">
                    <a:moveTo>
                      <a:pt x="1" y="1"/>
                    </a:moveTo>
                    <a:lnTo>
                      <a:pt x="1" y="1799"/>
                    </a:lnTo>
                    <a:cubicBezTo>
                      <a:pt x="1" y="2215"/>
                      <a:pt x="334" y="2549"/>
                      <a:pt x="751" y="2549"/>
                    </a:cubicBezTo>
                    <a:lnTo>
                      <a:pt x="10931" y="2549"/>
                    </a:lnTo>
                    <a:cubicBezTo>
                      <a:pt x="11347" y="2549"/>
                      <a:pt x="11681" y="2215"/>
                      <a:pt x="11681" y="1799"/>
                    </a:cubicBezTo>
                    <a:lnTo>
                      <a:pt x="1168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3" name="Google Shape;3643;p55"/>
              <p:cNvSpPr/>
              <p:nvPr/>
            </p:nvSpPr>
            <p:spPr>
              <a:xfrm>
                <a:off x="6669275" y="45675"/>
                <a:ext cx="214325" cy="673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2692" extrusionOk="0">
                    <a:moveTo>
                      <a:pt x="1346" y="0"/>
                    </a:moveTo>
                    <a:cubicBezTo>
                      <a:pt x="608" y="0"/>
                      <a:pt x="0" y="608"/>
                      <a:pt x="0" y="1346"/>
                    </a:cubicBezTo>
                    <a:cubicBezTo>
                      <a:pt x="0" y="2084"/>
                      <a:pt x="608" y="2691"/>
                      <a:pt x="1346" y="2691"/>
                    </a:cubicBezTo>
                    <a:lnTo>
                      <a:pt x="7228" y="2691"/>
                    </a:lnTo>
                    <a:cubicBezTo>
                      <a:pt x="7978" y="2691"/>
                      <a:pt x="8573" y="2084"/>
                      <a:pt x="8573" y="1346"/>
                    </a:cubicBezTo>
                    <a:cubicBezTo>
                      <a:pt x="8573" y="608"/>
                      <a:pt x="7978" y="0"/>
                      <a:pt x="72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4" name="Google Shape;3644;p55"/>
              <p:cNvSpPr/>
              <p:nvPr/>
            </p:nvSpPr>
            <p:spPr>
              <a:xfrm>
                <a:off x="6663025" y="39425"/>
                <a:ext cx="227125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085" h="3192" extrusionOk="0">
                    <a:moveTo>
                      <a:pt x="7489" y="500"/>
                    </a:moveTo>
                    <a:cubicBezTo>
                      <a:pt x="8085" y="500"/>
                      <a:pt x="8573" y="989"/>
                      <a:pt x="8573" y="1596"/>
                    </a:cubicBezTo>
                    <a:cubicBezTo>
                      <a:pt x="8573" y="2203"/>
                      <a:pt x="8085" y="2691"/>
                      <a:pt x="7489" y="2691"/>
                    </a:cubicBezTo>
                    <a:lnTo>
                      <a:pt x="1608" y="2691"/>
                    </a:lnTo>
                    <a:cubicBezTo>
                      <a:pt x="1001" y="2691"/>
                      <a:pt x="512" y="2203"/>
                      <a:pt x="512" y="1596"/>
                    </a:cubicBezTo>
                    <a:cubicBezTo>
                      <a:pt x="512" y="989"/>
                      <a:pt x="1001" y="500"/>
                      <a:pt x="1608" y="500"/>
                    </a:cubicBezTo>
                    <a:close/>
                    <a:moveTo>
                      <a:pt x="1608" y="0"/>
                    </a:moveTo>
                    <a:cubicBezTo>
                      <a:pt x="715" y="0"/>
                      <a:pt x="0" y="715"/>
                      <a:pt x="0" y="1596"/>
                    </a:cubicBezTo>
                    <a:cubicBezTo>
                      <a:pt x="0" y="2477"/>
                      <a:pt x="715" y="3191"/>
                      <a:pt x="1608" y="3191"/>
                    </a:cubicBezTo>
                    <a:lnTo>
                      <a:pt x="7489" y="3191"/>
                    </a:lnTo>
                    <a:cubicBezTo>
                      <a:pt x="8371" y="3191"/>
                      <a:pt x="9085" y="2477"/>
                      <a:pt x="9085" y="1596"/>
                    </a:cubicBezTo>
                    <a:cubicBezTo>
                      <a:pt x="9085" y="715"/>
                      <a:pt x="8371" y="0"/>
                      <a:pt x="74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5" name="Google Shape;3645;p55"/>
              <p:cNvSpPr/>
              <p:nvPr/>
            </p:nvSpPr>
            <p:spPr>
              <a:xfrm>
                <a:off x="6700225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6" name="Google Shape;3646;p55"/>
              <p:cNvSpPr/>
              <p:nvPr/>
            </p:nvSpPr>
            <p:spPr>
              <a:xfrm>
                <a:off x="6735350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7" name="Google Shape;3647;p55"/>
              <p:cNvSpPr/>
              <p:nvPr/>
            </p:nvSpPr>
            <p:spPr>
              <a:xfrm>
                <a:off x="6770175" y="44775"/>
                <a:ext cx="128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13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13" y="2727"/>
                    </a:lnTo>
                    <a:lnTo>
                      <a:pt x="5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8" name="Google Shape;3648;p55"/>
              <p:cNvSpPr/>
              <p:nvPr/>
            </p:nvSpPr>
            <p:spPr>
              <a:xfrm>
                <a:off x="6805300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9" name="Google Shape;3649;p55"/>
              <p:cNvSpPr/>
              <p:nvPr/>
            </p:nvSpPr>
            <p:spPr>
              <a:xfrm>
                <a:off x="6840425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0" name="Google Shape;3650;p55"/>
              <p:cNvSpPr/>
              <p:nvPr/>
            </p:nvSpPr>
            <p:spPr>
              <a:xfrm>
                <a:off x="6630575" y="157600"/>
                <a:ext cx="292025" cy="20250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810" extrusionOk="0">
                    <a:moveTo>
                      <a:pt x="1" y="0"/>
                    </a:moveTo>
                    <a:lnTo>
                      <a:pt x="1" y="810"/>
                    </a:lnTo>
                    <a:lnTo>
                      <a:pt x="11681" y="810"/>
                    </a:lnTo>
                    <a:lnTo>
                      <a:pt x="116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1" name="Google Shape;3651;p55"/>
              <p:cNvSpPr/>
              <p:nvPr/>
            </p:nvSpPr>
            <p:spPr>
              <a:xfrm>
                <a:off x="6707675" y="-125775"/>
                <a:ext cx="137825" cy="137825"/>
              </a:xfrm>
              <a:custGeom>
                <a:avLst/>
                <a:gdLst/>
                <a:ahLst/>
                <a:cxnLst/>
                <a:rect l="l" t="t" r="r" b="b"/>
                <a:pathLst>
                  <a:path w="5513" h="5513" extrusionOk="0">
                    <a:moveTo>
                      <a:pt x="2751" y="0"/>
                    </a:moveTo>
                    <a:cubicBezTo>
                      <a:pt x="1227" y="0"/>
                      <a:pt x="0" y="1239"/>
                      <a:pt x="0" y="2763"/>
                    </a:cubicBezTo>
                    <a:cubicBezTo>
                      <a:pt x="0" y="4287"/>
                      <a:pt x="1227" y="5513"/>
                      <a:pt x="2751" y="5513"/>
                    </a:cubicBezTo>
                    <a:cubicBezTo>
                      <a:pt x="4287" y="5513"/>
                      <a:pt x="5513" y="4287"/>
                      <a:pt x="5513" y="2763"/>
                    </a:cubicBezTo>
                    <a:cubicBezTo>
                      <a:pt x="5513" y="1239"/>
                      <a:pt x="4287" y="0"/>
                      <a:pt x="27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2" name="Google Shape;3652;p55"/>
              <p:cNvSpPr/>
              <p:nvPr/>
            </p:nvSpPr>
            <p:spPr>
              <a:xfrm>
                <a:off x="6723450" y="-110000"/>
                <a:ext cx="106275" cy="106275"/>
              </a:xfrm>
              <a:custGeom>
                <a:avLst/>
                <a:gdLst/>
                <a:ahLst/>
                <a:cxnLst/>
                <a:rect l="l" t="t" r="r" b="b"/>
                <a:pathLst>
                  <a:path w="4251" h="4251" extrusionOk="0">
                    <a:moveTo>
                      <a:pt x="2120" y="0"/>
                    </a:moveTo>
                    <a:cubicBezTo>
                      <a:pt x="953" y="0"/>
                      <a:pt x="0" y="953"/>
                      <a:pt x="0" y="2132"/>
                    </a:cubicBezTo>
                    <a:cubicBezTo>
                      <a:pt x="0" y="3298"/>
                      <a:pt x="953" y="4251"/>
                      <a:pt x="2120" y="4251"/>
                    </a:cubicBezTo>
                    <a:cubicBezTo>
                      <a:pt x="3298" y="4251"/>
                      <a:pt x="4251" y="3298"/>
                      <a:pt x="4251" y="2132"/>
                    </a:cubicBezTo>
                    <a:cubicBezTo>
                      <a:pt x="4251" y="953"/>
                      <a:pt x="3298" y="0"/>
                      <a:pt x="212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3" name="Google Shape;3653;p55"/>
              <p:cNvSpPr/>
              <p:nvPr/>
            </p:nvSpPr>
            <p:spPr>
              <a:xfrm>
                <a:off x="6723450" y="-71900"/>
                <a:ext cx="106275" cy="68175"/>
              </a:xfrm>
              <a:custGeom>
                <a:avLst/>
                <a:gdLst/>
                <a:ahLst/>
                <a:cxnLst/>
                <a:rect l="l" t="t" r="r" b="b"/>
                <a:pathLst>
                  <a:path w="4251" h="2727" extrusionOk="0">
                    <a:moveTo>
                      <a:pt x="96" y="0"/>
                    </a:moveTo>
                    <a:cubicBezTo>
                      <a:pt x="36" y="191"/>
                      <a:pt x="0" y="393"/>
                      <a:pt x="0" y="608"/>
                    </a:cubicBezTo>
                    <a:cubicBezTo>
                      <a:pt x="0" y="1774"/>
                      <a:pt x="953" y="2727"/>
                      <a:pt x="2132" y="2727"/>
                    </a:cubicBezTo>
                    <a:cubicBezTo>
                      <a:pt x="3298" y="2727"/>
                      <a:pt x="4251" y="1774"/>
                      <a:pt x="4251" y="608"/>
                    </a:cubicBezTo>
                    <a:cubicBezTo>
                      <a:pt x="4251" y="393"/>
                      <a:pt x="4227" y="191"/>
                      <a:pt x="4168" y="0"/>
                    </a:cubicBezTo>
                    <a:cubicBezTo>
                      <a:pt x="3906" y="881"/>
                      <a:pt x="3084" y="1524"/>
                      <a:pt x="2132" y="1524"/>
                    </a:cubicBezTo>
                    <a:cubicBezTo>
                      <a:pt x="1167" y="1524"/>
                      <a:pt x="346" y="881"/>
                      <a:pt x="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4" name="Google Shape;3654;p55"/>
              <p:cNvSpPr/>
              <p:nvPr/>
            </p:nvSpPr>
            <p:spPr>
              <a:xfrm>
                <a:off x="6630575" y="167700"/>
                <a:ext cx="67600" cy="62250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490" extrusionOk="0">
                    <a:moveTo>
                      <a:pt x="1394" y="1"/>
                    </a:moveTo>
                    <a:lnTo>
                      <a:pt x="1" y="1561"/>
                    </a:lnTo>
                    <a:lnTo>
                      <a:pt x="1" y="1799"/>
                    </a:lnTo>
                    <a:cubicBezTo>
                      <a:pt x="1" y="2108"/>
                      <a:pt x="203" y="2382"/>
                      <a:pt x="477" y="2489"/>
                    </a:cubicBez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5" name="Google Shape;3655;p55"/>
              <p:cNvSpPr/>
              <p:nvPr/>
            </p:nvSpPr>
            <p:spPr>
              <a:xfrm>
                <a:off x="6658550" y="167700"/>
                <a:ext cx="896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2537" extrusionOk="0">
                    <a:moveTo>
                      <a:pt x="2275" y="1"/>
                    </a:moveTo>
                    <a:lnTo>
                      <a:pt x="1" y="2537"/>
                    </a:lnTo>
                    <a:lnTo>
                      <a:pt x="1311" y="2537"/>
                    </a:lnTo>
                    <a:lnTo>
                      <a:pt x="35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6" name="Google Shape;3656;p55"/>
              <p:cNvSpPr/>
              <p:nvPr/>
            </p:nvSpPr>
            <p:spPr>
              <a:xfrm>
                <a:off x="6708575" y="167700"/>
                <a:ext cx="89600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4" h="2537" extrusionOk="0">
                    <a:moveTo>
                      <a:pt x="2274" y="1"/>
                    </a:moveTo>
                    <a:lnTo>
                      <a:pt x="0" y="2537"/>
                    </a:lnTo>
                    <a:lnTo>
                      <a:pt x="1310" y="2537"/>
                    </a:lnTo>
                    <a:lnTo>
                      <a:pt x="35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7" name="Google Shape;3657;p55"/>
              <p:cNvSpPr/>
              <p:nvPr/>
            </p:nvSpPr>
            <p:spPr>
              <a:xfrm>
                <a:off x="6858275" y="167700"/>
                <a:ext cx="643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2573" h="2537" extrusionOk="0">
                    <a:moveTo>
                      <a:pt x="2287" y="1"/>
                    </a:moveTo>
                    <a:lnTo>
                      <a:pt x="1" y="2537"/>
                    </a:lnTo>
                    <a:lnTo>
                      <a:pt x="1311" y="2537"/>
                    </a:lnTo>
                    <a:lnTo>
                      <a:pt x="2573" y="1144"/>
                    </a:lnTo>
                    <a:lnTo>
                      <a:pt x="257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8" name="Google Shape;3658;p55"/>
              <p:cNvSpPr/>
              <p:nvPr/>
            </p:nvSpPr>
            <p:spPr>
              <a:xfrm>
                <a:off x="6758575" y="167700"/>
                <a:ext cx="896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2537" extrusionOk="0">
                    <a:moveTo>
                      <a:pt x="2274" y="1"/>
                    </a:moveTo>
                    <a:lnTo>
                      <a:pt x="0" y="2537"/>
                    </a:lnTo>
                    <a:lnTo>
                      <a:pt x="1310" y="2537"/>
                    </a:lnTo>
                    <a:lnTo>
                      <a:pt x="35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9" name="Google Shape;3659;p55"/>
              <p:cNvSpPr/>
              <p:nvPr/>
            </p:nvSpPr>
            <p:spPr>
              <a:xfrm>
                <a:off x="6808275" y="167700"/>
                <a:ext cx="899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97" h="2537" extrusionOk="0">
                    <a:moveTo>
                      <a:pt x="2287" y="1"/>
                    </a:moveTo>
                    <a:lnTo>
                      <a:pt x="1" y="2537"/>
                    </a:lnTo>
                    <a:lnTo>
                      <a:pt x="1322" y="2537"/>
                    </a:lnTo>
                    <a:lnTo>
                      <a:pt x="35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Subtitle 1"/>
          <p:cNvSpPr>
            <a:spLocks noGrp="1"/>
          </p:cNvSpPr>
          <p:nvPr>
            <p:ph type="subTitle" idx="13"/>
          </p:nvPr>
        </p:nvSpPr>
        <p:spPr>
          <a:xfrm>
            <a:off x="3118691" y="1941360"/>
            <a:ext cx="2496944" cy="884400"/>
          </a:xfrm>
        </p:spPr>
        <p:txBody>
          <a:bodyPr/>
          <a:lstStyle/>
          <a:p>
            <a:r>
              <a:rPr lang="en-US" dirty="0" smtClean="0"/>
              <a:t>           Brain </a:t>
            </a:r>
            <a:r>
              <a:rPr lang="en-US" dirty="0"/>
              <a:t>of the robot; processes sensor data and controls motors.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0" name="Google Shape;3550;p55"/>
          <p:cNvSpPr/>
          <p:nvPr/>
        </p:nvSpPr>
        <p:spPr>
          <a:xfrm>
            <a:off x="548675" y="1586238"/>
            <a:ext cx="2615400" cy="1272600"/>
          </a:xfrm>
          <a:prstGeom prst="roundRect">
            <a:avLst>
              <a:gd name="adj" fmla="val 86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1" name="Google Shape;3551;p55"/>
          <p:cNvSpPr/>
          <p:nvPr/>
        </p:nvSpPr>
        <p:spPr>
          <a:xfrm>
            <a:off x="3264340" y="1586238"/>
            <a:ext cx="2615400" cy="1272600"/>
          </a:xfrm>
          <a:prstGeom prst="roundRect">
            <a:avLst>
              <a:gd name="adj" fmla="val 86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2" name="Google Shape;3552;p55"/>
          <p:cNvSpPr/>
          <p:nvPr/>
        </p:nvSpPr>
        <p:spPr>
          <a:xfrm>
            <a:off x="5979979" y="1586238"/>
            <a:ext cx="2615400" cy="1272600"/>
          </a:xfrm>
          <a:prstGeom prst="roundRect">
            <a:avLst>
              <a:gd name="adj" fmla="val 86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3" name="Google Shape;3553;p55"/>
          <p:cNvSpPr/>
          <p:nvPr/>
        </p:nvSpPr>
        <p:spPr>
          <a:xfrm>
            <a:off x="548675" y="2987175"/>
            <a:ext cx="2615400" cy="1272600"/>
          </a:xfrm>
          <a:prstGeom prst="roundRect">
            <a:avLst>
              <a:gd name="adj" fmla="val 86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4" name="Google Shape;3554;p55"/>
          <p:cNvSpPr/>
          <p:nvPr/>
        </p:nvSpPr>
        <p:spPr>
          <a:xfrm>
            <a:off x="3264340" y="2987175"/>
            <a:ext cx="2615400" cy="1272600"/>
          </a:xfrm>
          <a:prstGeom prst="roundRect">
            <a:avLst>
              <a:gd name="adj" fmla="val 86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5" name="Google Shape;3555;p55"/>
          <p:cNvSpPr/>
          <p:nvPr/>
        </p:nvSpPr>
        <p:spPr>
          <a:xfrm>
            <a:off x="5979979" y="2987175"/>
            <a:ext cx="2615400" cy="1272600"/>
          </a:xfrm>
          <a:prstGeom prst="roundRect">
            <a:avLst>
              <a:gd name="adj" fmla="val 867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6" name="Google Shape;3556;p55"/>
          <p:cNvSpPr/>
          <p:nvPr/>
        </p:nvSpPr>
        <p:spPr>
          <a:xfrm>
            <a:off x="2600682" y="1822397"/>
            <a:ext cx="430885" cy="77125"/>
          </a:xfrm>
          <a:custGeom>
            <a:avLst/>
            <a:gdLst/>
            <a:ahLst/>
            <a:cxnLst/>
            <a:rect l="l" t="t" r="r" b="b"/>
            <a:pathLst>
              <a:path w="2799" h="501" extrusionOk="0">
                <a:moveTo>
                  <a:pt x="251" y="0"/>
                </a:moveTo>
                <a:cubicBezTo>
                  <a:pt x="108" y="0"/>
                  <a:pt x="1" y="107"/>
                  <a:pt x="1" y="250"/>
                </a:cubicBezTo>
                <a:cubicBezTo>
                  <a:pt x="1" y="393"/>
                  <a:pt x="108" y="500"/>
                  <a:pt x="251" y="500"/>
                </a:cubicBezTo>
                <a:lnTo>
                  <a:pt x="2549" y="500"/>
                </a:lnTo>
                <a:cubicBezTo>
                  <a:pt x="2691" y="500"/>
                  <a:pt x="2799" y="393"/>
                  <a:pt x="2799" y="250"/>
                </a:cubicBezTo>
                <a:cubicBezTo>
                  <a:pt x="2799" y="107"/>
                  <a:pt x="2691" y="0"/>
                  <a:pt x="254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57" name="Google Shape;3557;p55"/>
          <p:cNvGrpSpPr/>
          <p:nvPr/>
        </p:nvGrpSpPr>
        <p:grpSpPr>
          <a:xfrm>
            <a:off x="7741591" y="3093699"/>
            <a:ext cx="744312" cy="221985"/>
            <a:chOff x="8652775" y="883650"/>
            <a:chExt cx="120875" cy="36050"/>
          </a:xfrm>
        </p:grpSpPr>
        <p:sp>
          <p:nvSpPr>
            <p:cNvPr id="3558" name="Google Shape;3558;p5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5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55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5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55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55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4" name="Google Shape;3564;p55"/>
          <p:cNvGrpSpPr/>
          <p:nvPr/>
        </p:nvGrpSpPr>
        <p:grpSpPr>
          <a:xfrm>
            <a:off x="2599193" y="3144181"/>
            <a:ext cx="430885" cy="203666"/>
            <a:chOff x="8703675" y="886625"/>
            <a:chExt cx="69975" cy="33075"/>
          </a:xfrm>
        </p:grpSpPr>
        <p:sp>
          <p:nvSpPr>
            <p:cNvPr id="3565" name="Google Shape;3565;p55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55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7" name="Google Shape;3567;p55"/>
          <p:cNvGrpSpPr/>
          <p:nvPr/>
        </p:nvGrpSpPr>
        <p:grpSpPr>
          <a:xfrm>
            <a:off x="5512466" y="1723070"/>
            <a:ext cx="234762" cy="218290"/>
            <a:chOff x="8652775" y="883650"/>
            <a:chExt cx="38125" cy="35450"/>
          </a:xfrm>
        </p:grpSpPr>
        <p:sp>
          <p:nvSpPr>
            <p:cNvPr id="3568" name="Google Shape;3568;p5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5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55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5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72" name="Google Shape;3572;p55"/>
          <p:cNvGrpSpPr/>
          <p:nvPr/>
        </p:nvGrpSpPr>
        <p:grpSpPr>
          <a:xfrm>
            <a:off x="8033493" y="1730381"/>
            <a:ext cx="430885" cy="203666"/>
            <a:chOff x="8703675" y="886625"/>
            <a:chExt cx="69975" cy="33075"/>
          </a:xfrm>
        </p:grpSpPr>
        <p:sp>
          <p:nvSpPr>
            <p:cNvPr id="3573" name="Google Shape;3573;p55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55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75" name="Google Shape;3575;p55"/>
          <p:cNvGrpSpPr/>
          <p:nvPr/>
        </p:nvGrpSpPr>
        <p:grpSpPr>
          <a:xfrm>
            <a:off x="5512469" y="3095538"/>
            <a:ext cx="234762" cy="218290"/>
            <a:chOff x="8652775" y="883650"/>
            <a:chExt cx="38125" cy="35450"/>
          </a:xfrm>
        </p:grpSpPr>
        <p:sp>
          <p:nvSpPr>
            <p:cNvPr id="3576" name="Google Shape;3576;p5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5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5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79" name="Google Shape;3579;p55"/>
          <p:cNvSpPr txBox="1">
            <a:spLocks noGrp="1"/>
          </p:cNvSpPr>
          <p:nvPr>
            <p:ph type="title" idx="7"/>
          </p:nvPr>
        </p:nvSpPr>
        <p:spPr>
          <a:xfrm>
            <a:off x="517505" y="1597109"/>
            <a:ext cx="2780783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Water Pump</a:t>
            </a:r>
            <a:endParaRPr dirty="0"/>
          </a:p>
        </p:txBody>
      </p:sp>
      <p:sp>
        <p:nvSpPr>
          <p:cNvPr id="3581" name="Google Shape;3581;p55"/>
          <p:cNvSpPr txBox="1">
            <a:spLocks noGrp="1"/>
          </p:cNvSpPr>
          <p:nvPr>
            <p:ph type="title" idx="9"/>
          </p:nvPr>
        </p:nvSpPr>
        <p:spPr>
          <a:xfrm>
            <a:off x="3264340" y="1677510"/>
            <a:ext cx="2863929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Li-ion Battery (3.7V)</a:t>
            </a:r>
            <a:endParaRPr dirty="0"/>
          </a:p>
        </p:txBody>
      </p:sp>
      <p:sp>
        <p:nvSpPr>
          <p:cNvPr id="3583" name="Google Shape;3583;p55"/>
          <p:cNvSpPr txBox="1">
            <a:spLocks noGrp="1"/>
          </p:cNvSpPr>
          <p:nvPr>
            <p:ph type="title" idx="14"/>
          </p:nvPr>
        </p:nvSpPr>
        <p:spPr>
          <a:xfrm>
            <a:off x="6015432" y="1601781"/>
            <a:ext cx="2544494" cy="66453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L298N Motor Driver</a:t>
            </a:r>
            <a:endParaRPr dirty="0"/>
          </a:p>
        </p:txBody>
      </p:sp>
      <p:sp>
        <p:nvSpPr>
          <p:cNvPr id="3584" name="Google Shape;3584;p55"/>
          <p:cNvSpPr txBox="1">
            <a:spLocks noGrp="1"/>
          </p:cNvSpPr>
          <p:nvPr>
            <p:ph type="subTitle" idx="15"/>
          </p:nvPr>
        </p:nvSpPr>
        <p:spPr>
          <a:xfrm>
            <a:off x="5957529" y="2222538"/>
            <a:ext cx="2861368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Controls motor direction and speed based on </a:t>
            </a:r>
            <a:r>
              <a:rPr lang="en-US" dirty="0" err="1"/>
              <a:t>Arduino</a:t>
            </a:r>
            <a:r>
              <a:rPr lang="en-US" dirty="0"/>
              <a:t> signals.</a:t>
            </a:r>
            <a:endParaRPr dirty="0"/>
          </a:p>
        </p:txBody>
      </p:sp>
      <p:sp>
        <p:nvSpPr>
          <p:cNvPr id="3585" name="Google Shape;3585;p5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components</a:t>
            </a:r>
            <a:endParaRPr dirty="0"/>
          </a:p>
        </p:txBody>
      </p:sp>
      <p:sp>
        <p:nvSpPr>
          <p:cNvPr id="3586" name="Google Shape;3586;p55"/>
          <p:cNvSpPr txBox="1">
            <a:spLocks noGrp="1"/>
          </p:cNvSpPr>
          <p:nvPr>
            <p:ph type="title" idx="2"/>
          </p:nvPr>
        </p:nvSpPr>
        <p:spPr>
          <a:xfrm>
            <a:off x="700058" y="2957456"/>
            <a:ext cx="2564282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99pF Capacitor</a:t>
            </a:r>
            <a:endParaRPr dirty="0"/>
          </a:p>
        </p:txBody>
      </p:sp>
      <p:sp>
        <p:nvSpPr>
          <p:cNvPr id="3587" name="Google Shape;3587;p55"/>
          <p:cNvSpPr txBox="1">
            <a:spLocks noGrp="1"/>
          </p:cNvSpPr>
          <p:nvPr>
            <p:ph type="subTitle" idx="1"/>
          </p:nvPr>
        </p:nvSpPr>
        <p:spPr>
          <a:xfrm>
            <a:off x="597593" y="3326131"/>
            <a:ext cx="2308962" cy="8553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Stabilizes voltage and reduces electrical noise in the </a:t>
            </a:r>
            <a:r>
              <a:rPr lang="en-US" dirty="0" smtClean="0"/>
              <a:t>circuit</a:t>
            </a:r>
            <a:endParaRPr dirty="0"/>
          </a:p>
        </p:txBody>
      </p:sp>
      <p:sp>
        <p:nvSpPr>
          <p:cNvPr id="3588" name="Google Shape;3588;p55"/>
          <p:cNvSpPr txBox="1">
            <a:spLocks noGrp="1"/>
          </p:cNvSpPr>
          <p:nvPr>
            <p:ph type="title" idx="3"/>
          </p:nvPr>
        </p:nvSpPr>
        <p:spPr>
          <a:xfrm>
            <a:off x="3344840" y="2999168"/>
            <a:ext cx="2454400" cy="6973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smtClean="0"/>
              <a:t>Tip 122 transistor</a:t>
            </a:r>
            <a:endParaRPr dirty="0"/>
          </a:p>
        </p:txBody>
      </p:sp>
      <p:sp>
        <p:nvSpPr>
          <p:cNvPr id="3589" name="Google Shape;3589;p55"/>
          <p:cNvSpPr txBox="1">
            <a:spLocks noGrp="1"/>
          </p:cNvSpPr>
          <p:nvPr>
            <p:ph type="subTitle" idx="4"/>
          </p:nvPr>
        </p:nvSpPr>
        <p:spPr>
          <a:xfrm>
            <a:off x="3484034" y="3683642"/>
            <a:ext cx="20025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 smtClean="0"/>
              <a:t>Act like a switch .</a:t>
            </a:r>
            <a:endParaRPr dirty="0"/>
          </a:p>
        </p:txBody>
      </p:sp>
      <p:sp>
        <p:nvSpPr>
          <p:cNvPr id="3590" name="Google Shape;3590;p55"/>
          <p:cNvSpPr txBox="1">
            <a:spLocks noGrp="1"/>
          </p:cNvSpPr>
          <p:nvPr>
            <p:ph type="title" idx="5"/>
          </p:nvPr>
        </p:nvSpPr>
        <p:spPr>
          <a:xfrm>
            <a:off x="6064081" y="3024405"/>
            <a:ext cx="2002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Resistor:</a:t>
            </a:r>
            <a:endParaRPr dirty="0"/>
          </a:p>
        </p:txBody>
      </p:sp>
      <p:sp>
        <p:nvSpPr>
          <p:cNvPr id="3591" name="Google Shape;3591;p55"/>
          <p:cNvSpPr txBox="1">
            <a:spLocks noGrp="1"/>
          </p:cNvSpPr>
          <p:nvPr>
            <p:ph type="subTitle" idx="6"/>
          </p:nvPr>
        </p:nvSpPr>
        <p:spPr>
          <a:xfrm>
            <a:off x="6033966" y="3457653"/>
            <a:ext cx="2345942" cy="8021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Limits the electric current to protect components from damage.</a:t>
            </a:r>
            <a:endParaRPr dirty="0"/>
          </a:p>
        </p:txBody>
      </p:sp>
      <p:grpSp>
        <p:nvGrpSpPr>
          <p:cNvPr id="3592" name="Google Shape;3592;p55"/>
          <p:cNvGrpSpPr/>
          <p:nvPr/>
        </p:nvGrpSpPr>
        <p:grpSpPr>
          <a:xfrm rot="1785379">
            <a:off x="1484222" y="186083"/>
            <a:ext cx="744306" cy="870537"/>
            <a:chOff x="1550475" y="1522188"/>
            <a:chExt cx="307200" cy="359300"/>
          </a:xfrm>
        </p:grpSpPr>
        <p:sp>
          <p:nvSpPr>
            <p:cNvPr id="3593" name="Google Shape;3593;p55"/>
            <p:cNvSpPr/>
            <p:nvPr/>
          </p:nvSpPr>
          <p:spPr>
            <a:xfrm>
              <a:off x="1550475" y="1522350"/>
              <a:ext cx="307200" cy="358975"/>
            </a:xfrm>
            <a:custGeom>
              <a:avLst/>
              <a:gdLst/>
              <a:ahLst/>
              <a:cxnLst/>
              <a:rect l="l" t="t" r="r" b="b"/>
              <a:pathLst>
                <a:path w="12288" h="14359" extrusionOk="0">
                  <a:moveTo>
                    <a:pt x="5561" y="0"/>
                  </a:moveTo>
                  <a:cubicBezTo>
                    <a:pt x="4775" y="0"/>
                    <a:pt x="4144" y="631"/>
                    <a:pt x="4144" y="1405"/>
                  </a:cubicBezTo>
                  <a:lnTo>
                    <a:pt x="4144" y="1417"/>
                  </a:lnTo>
                  <a:cubicBezTo>
                    <a:pt x="2108" y="2215"/>
                    <a:pt x="667" y="4191"/>
                    <a:pt x="667" y="6501"/>
                  </a:cubicBezTo>
                  <a:lnTo>
                    <a:pt x="667" y="9870"/>
                  </a:lnTo>
                  <a:cubicBezTo>
                    <a:pt x="275" y="10025"/>
                    <a:pt x="1" y="10406"/>
                    <a:pt x="1" y="10847"/>
                  </a:cubicBezTo>
                  <a:lnTo>
                    <a:pt x="1" y="12692"/>
                  </a:lnTo>
                  <a:cubicBezTo>
                    <a:pt x="1" y="12942"/>
                    <a:pt x="84" y="13168"/>
                    <a:pt x="239" y="13359"/>
                  </a:cubicBezTo>
                  <a:lnTo>
                    <a:pt x="239" y="14359"/>
                  </a:lnTo>
                  <a:lnTo>
                    <a:pt x="12109" y="14359"/>
                  </a:lnTo>
                  <a:lnTo>
                    <a:pt x="12109" y="13335"/>
                  </a:lnTo>
                  <a:lnTo>
                    <a:pt x="12062" y="13335"/>
                  </a:lnTo>
                  <a:cubicBezTo>
                    <a:pt x="12205" y="13156"/>
                    <a:pt x="12288" y="12930"/>
                    <a:pt x="12288" y="12692"/>
                  </a:cubicBezTo>
                  <a:lnTo>
                    <a:pt x="12288" y="10847"/>
                  </a:lnTo>
                  <a:cubicBezTo>
                    <a:pt x="12288" y="10394"/>
                    <a:pt x="12014" y="10025"/>
                    <a:pt x="11621" y="9870"/>
                  </a:cubicBezTo>
                  <a:lnTo>
                    <a:pt x="11621" y="6501"/>
                  </a:lnTo>
                  <a:cubicBezTo>
                    <a:pt x="11621" y="4131"/>
                    <a:pt x="10109" y="2119"/>
                    <a:pt x="8002" y="1357"/>
                  </a:cubicBezTo>
                  <a:cubicBezTo>
                    <a:pt x="7966" y="595"/>
                    <a:pt x="7347" y="0"/>
                    <a:pt x="6585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accent5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94" name="Google Shape;3594;p55"/>
            <p:cNvGrpSpPr/>
            <p:nvPr/>
          </p:nvGrpSpPr>
          <p:grpSpPr>
            <a:xfrm>
              <a:off x="1550475" y="1522188"/>
              <a:ext cx="307200" cy="359300"/>
              <a:chOff x="1550475" y="-167450"/>
              <a:chExt cx="307200" cy="359300"/>
            </a:xfrm>
          </p:grpSpPr>
          <p:sp>
            <p:nvSpPr>
              <p:cNvPr id="3595" name="Google Shape;3595;p55"/>
              <p:cNvSpPr/>
              <p:nvPr/>
            </p:nvSpPr>
            <p:spPr>
              <a:xfrm>
                <a:off x="1654075" y="-167450"/>
                <a:ext cx="96450" cy="70575"/>
              </a:xfrm>
              <a:custGeom>
                <a:avLst/>
                <a:gdLst/>
                <a:ahLst/>
                <a:cxnLst/>
                <a:rect l="l" t="t" r="r" b="b"/>
                <a:pathLst>
                  <a:path w="3858" h="2823" extrusionOk="0">
                    <a:moveTo>
                      <a:pt x="1417" y="0"/>
                    </a:moveTo>
                    <a:cubicBezTo>
                      <a:pt x="631" y="0"/>
                      <a:pt x="0" y="632"/>
                      <a:pt x="0" y="1417"/>
                    </a:cubicBezTo>
                    <a:cubicBezTo>
                      <a:pt x="0" y="2191"/>
                      <a:pt x="631" y="2822"/>
                      <a:pt x="1417" y="2822"/>
                    </a:cubicBezTo>
                    <a:lnTo>
                      <a:pt x="2441" y="2822"/>
                    </a:lnTo>
                    <a:cubicBezTo>
                      <a:pt x="3227" y="2822"/>
                      <a:pt x="3858" y="2191"/>
                      <a:pt x="3858" y="1417"/>
                    </a:cubicBezTo>
                    <a:cubicBezTo>
                      <a:pt x="3858" y="632"/>
                      <a:pt x="3227" y="0"/>
                      <a:pt x="24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6" name="Google Shape;3596;p55"/>
              <p:cNvSpPr/>
              <p:nvPr/>
            </p:nvSpPr>
            <p:spPr>
              <a:xfrm>
                <a:off x="1704675" y="67975"/>
                <a:ext cx="152700" cy="64625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2585" extrusionOk="0">
                    <a:moveTo>
                      <a:pt x="201" y="0"/>
                    </a:moveTo>
                    <a:cubicBezTo>
                      <a:pt x="134" y="0"/>
                      <a:pt x="67" y="1"/>
                      <a:pt x="0" y="1"/>
                    </a:cubicBezTo>
                    <a:lnTo>
                      <a:pt x="393" y="1"/>
                    </a:lnTo>
                    <a:cubicBezTo>
                      <a:pt x="1048" y="25"/>
                      <a:pt x="1084" y="990"/>
                      <a:pt x="500" y="1073"/>
                    </a:cubicBezTo>
                    <a:cubicBezTo>
                      <a:pt x="2298" y="1097"/>
                      <a:pt x="4096" y="1442"/>
                      <a:pt x="5513" y="2585"/>
                    </a:cubicBezTo>
                    <a:lnTo>
                      <a:pt x="6108" y="1680"/>
                    </a:lnTo>
                    <a:cubicBezTo>
                      <a:pt x="4470" y="365"/>
                      <a:pt x="2274" y="0"/>
                      <a:pt x="201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7" name="Google Shape;3597;p55"/>
              <p:cNvSpPr/>
              <p:nvPr/>
            </p:nvSpPr>
            <p:spPr>
              <a:xfrm>
                <a:off x="1692175" y="9447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500" y="1"/>
                    </a:moveTo>
                    <a:cubicBezTo>
                      <a:pt x="333" y="1"/>
                      <a:pt x="167" y="1"/>
                      <a:pt x="0" y="13"/>
                    </a:cubicBezTo>
                    <a:lnTo>
                      <a:pt x="107" y="13"/>
                    </a:lnTo>
                    <a:cubicBezTo>
                      <a:pt x="238" y="13"/>
                      <a:pt x="369" y="13"/>
                      <a:pt x="500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8" name="Google Shape;3598;p55"/>
              <p:cNvSpPr/>
              <p:nvPr/>
            </p:nvSpPr>
            <p:spPr>
              <a:xfrm>
                <a:off x="1704675" y="94550"/>
                <a:ext cx="12525" cy="25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0" extrusionOk="0">
                    <a:moveTo>
                      <a:pt x="250" y="1"/>
                    </a:moveTo>
                    <a:cubicBezTo>
                      <a:pt x="167" y="1"/>
                      <a:pt x="83" y="4"/>
                      <a:pt x="0" y="10"/>
                    </a:cubicBezTo>
                    <a:lnTo>
                      <a:pt x="500" y="10"/>
                    </a:lnTo>
                    <a:cubicBezTo>
                      <a:pt x="417" y="4"/>
                      <a:pt x="333" y="1"/>
                      <a:pt x="250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9" name="Google Shape;3599;p55"/>
              <p:cNvSpPr/>
              <p:nvPr/>
            </p:nvSpPr>
            <p:spPr>
              <a:xfrm>
                <a:off x="1552275" y="67975"/>
                <a:ext cx="152425" cy="64350"/>
              </a:xfrm>
              <a:custGeom>
                <a:avLst/>
                <a:gdLst/>
                <a:ahLst/>
                <a:cxnLst/>
                <a:rect l="l" t="t" r="r" b="b"/>
                <a:pathLst>
                  <a:path w="6097" h="2574" extrusionOk="0">
                    <a:moveTo>
                      <a:pt x="5902" y="0"/>
                    </a:moveTo>
                    <a:cubicBezTo>
                      <a:pt x="5839" y="0"/>
                      <a:pt x="5775" y="1"/>
                      <a:pt x="5711" y="1"/>
                    </a:cubicBezTo>
                    <a:lnTo>
                      <a:pt x="6096" y="1"/>
                    </a:lnTo>
                    <a:cubicBezTo>
                      <a:pt x="6031" y="1"/>
                      <a:pt x="5967" y="0"/>
                      <a:pt x="5902" y="0"/>
                    </a:cubicBezTo>
                    <a:close/>
                    <a:moveTo>
                      <a:pt x="5703" y="1"/>
                    </a:moveTo>
                    <a:cubicBezTo>
                      <a:pt x="5702" y="1"/>
                      <a:pt x="5701" y="1"/>
                      <a:pt x="5700" y="1"/>
                    </a:cubicBezTo>
                    <a:lnTo>
                      <a:pt x="5700" y="1"/>
                    </a:lnTo>
                    <a:cubicBezTo>
                      <a:pt x="5704" y="1"/>
                      <a:pt x="5707" y="1"/>
                      <a:pt x="5711" y="1"/>
                    </a:cubicBezTo>
                    <a:close/>
                    <a:moveTo>
                      <a:pt x="5700" y="1"/>
                    </a:moveTo>
                    <a:lnTo>
                      <a:pt x="5700" y="1"/>
                    </a:lnTo>
                    <a:cubicBezTo>
                      <a:pt x="3652" y="26"/>
                      <a:pt x="1611" y="428"/>
                      <a:pt x="0" y="1692"/>
                    </a:cubicBezTo>
                    <a:lnTo>
                      <a:pt x="584" y="2573"/>
                    </a:lnTo>
                    <a:cubicBezTo>
                      <a:pt x="1965" y="1430"/>
                      <a:pt x="3810" y="1097"/>
                      <a:pt x="5596" y="1073"/>
                    </a:cubicBezTo>
                    <a:cubicBezTo>
                      <a:pt x="5014" y="978"/>
                      <a:pt x="5048" y="28"/>
                      <a:pt x="5700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0" name="Google Shape;3600;p55"/>
              <p:cNvSpPr/>
              <p:nvPr/>
            </p:nvSpPr>
            <p:spPr>
              <a:xfrm>
                <a:off x="1677575" y="68000"/>
                <a:ext cx="54200" cy="26800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1072" extrusionOk="0">
                    <a:moveTo>
                      <a:pt x="691" y="0"/>
                    </a:moveTo>
                    <a:cubicBezTo>
                      <a:pt x="36" y="24"/>
                      <a:pt x="1" y="989"/>
                      <a:pt x="584" y="1072"/>
                    </a:cubicBezTo>
                    <a:cubicBezTo>
                      <a:pt x="667" y="1066"/>
                      <a:pt x="751" y="1063"/>
                      <a:pt x="834" y="1063"/>
                    </a:cubicBezTo>
                    <a:cubicBezTo>
                      <a:pt x="917" y="1063"/>
                      <a:pt x="1001" y="1066"/>
                      <a:pt x="1084" y="1072"/>
                    </a:cubicBezTo>
                    <a:cubicBezTo>
                      <a:pt x="1167" y="1066"/>
                      <a:pt x="1251" y="1063"/>
                      <a:pt x="1334" y="1063"/>
                    </a:cubicBezTo>
                    <a:cubicBezTo>
                      <a:pt x="1417" y="1063"/>
                      <a:pt x="1501" y="1066"/>
                      <a:pt x="1584" y="1072"/>
                    </a:cubicBezTo>
                    <a:cubicBezTo>
                      <a:pt x="2168" y="989"/>
                      <a:pt x="2132" y="24"/>
                      <a:pt x="1477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1" name="Google Shape;3601;p55"/>
              <p:cNvSpPr/>
              <p:nvPr/>
            </p:nvSpPr>
            <p:spPr>
              <a:xfrm>
                <a:off x="1550475" y="77825"/>
                <a:ext cx="51825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3" h="3918" extrusionOk="0">
                    <a:moveTo>
                      <a:pt x="1037" y="0"/>
                    </a:moveTo>
                    <a:cubicBezTo>
                      <a:pt x="465" y="0"/>
                      <a:pt x="1" y="465"/>
                      <a:pt x="1" y="1036"/>
                    </a:cubicBezTo>
                    <a:lnTo>
                      <a:pt x="1" y="2882"/>
                    </a:lnTo>
                    <a:cubicBezTo>
                      <a:pt x="1" y="3453"/>
                      <a:pt x="465" y="3917"/>
                      <a:pt x="1037" y="3917"/>
                    </a:cubicBezTo>
                    <a:cubicBezTo>
                      <a:pt x="1608" y="3917"/>
                      <a:pt x="2072" y="3453"/>
                      <a:pt x="2072" y="2882"/>
                    </a:cubicBezTo>
                    <a:lnTo>
                      <a:pt x="2072" y="1036"/>
                    </a:lnTo>
                    <a:cubicBezTo>
                      <a:pt x="2072" y="465"/>
                      <a:pt x="1608" y="0"/>
                      <a:pt x="103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2" name="Google Shape;3602;p55"/>
              <p:cNvSpPr/>
              <p:nvPr/>
            </p:nvSpPr>
            <p:spPr>
              <a:xfrm>
                <a:off x="1805875" y="77825"/>
                <a:ext cx="51800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3918" extrusionOk="0">
                    <a:moveTo>
                      <a:pt x="1036" y="0"/>
                    </a:moveTo>
                    <a:cubicBezTo>
                      <a:pt x="465" y="0"/>
                      <a:pt x="0" y="465"/>
                      <a:pt x="0" y="1036"/>
                    </a:cubicBezTo>
                    <a:lnTo>
                      <a:pt x="0" y="2882"/>
                    </a:lnTo>
                    <a:cubicBezTo>
                      <a:pt x="0" y="3453"/>
                      <a:pt x="465" y="3917"/>
                      <a:pt x="1036" y="3917"/>
                    </a:cubicBezTo>
                    <a:cubicBezTo>
                      <a:pt x="1608" y="3917"/>
                      <a:pt x="2072" y="3453"/>
                      <a:pt x="2072" y="2882"/>
                    </a:cubicBezTo>
                    <a:lnTo>
                      <a:pt x="2072" y="1036"/>
                    </a:lnTo>
                    <a:cubicBezTo>
                      <a:pt x="2072" y="465"/>
                      <a:pt x="1608" y="0"/>
                      <a:pt x="103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3" name="Google Shape;3603;p55"/>
              <p:cNvSpPr/>
              <p:nvPr/>
            </p:nvSpPr>
            <p:spPr>
              <a:xfrm>
                <a:off x="1567450" y="-141550"/>
                <a:ext cx="273575" cy="307800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12312" extrusionOk="0">
                    <a:moveTo>
                      <a:pt x="5465" y="0"/>
                    </a:moveTo>
                    <a:cubicBezTo>
                      <a:pt x="2441" y="0"/>
                      <a:pt x="0" y="2453"/>
                      <a:pt x="0" y="5477"/>
                    </a:cubicBezTo>
                    <a:lnTo>
                      <a:pt x="0" y="12311"/>
                    </a:lnTo>
                    <a:lnTo>
                      <a:pt x="10942" y="12311"/>
                    </a:lnTo>
                    <a:lnTo>
                      <a:pt x="10942" y="5477"/>
                    </a:lnTo>
                    <a:cubicBezTo>
                      <a:pt x="10942" y="2453"/>
                      <a:pt x="8489" y="0"/>
                      <a:pt x="54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4" name="Google Shape;3604;p55"/>
              <p:cNvSpPr/>
              <p:nvPr/>
            </p:nvSpPr>
            <p:spPr>
              <a:xfrm>
                <a:off x="1556425" y="166225"/>
                <a:ext cx="10750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1025" extrusionOk="0">
                    <a:moveTo>
                      <a:pt x="1" y="0"/>
                    </a:moveTo>
                    <a:lnTo>
                      <a:pt x="1" y="1024"/>
                    </a:lnTo>
                    <a:lnTo>
                      <a:pt x="429" y="1024"/>
                    </a:lnTo>
                    <a:lnTo>
                      <a:pt x="4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5" name="Google Shape;3605;p55"/>
              <p:cNvSpPr/>
              <p:nvPr/>
            </p:nvSpPr>
            <p:spPr>
              <a:xfrm>
                <a:off x="1841000" y="166225"/>
                <a:ext cx="122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025" extrusionOk="0">
                    <a:moveTo>
                      <a:pt x="0" y="0"/>
                    </a:moveTo>
                    <a:lnTo>
                      <a:pt x="0" y="1024"/>
                    </a:lnTo>
                    <a:lnTo>
                      <a:pt x="488" y="1024"/>
                    </a:lnTo>
                    <a:lnTo>
                      <a:pt x="48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6" name="Google Shape;3606;p55"/>
              <p:cNvSpPr/>
              <p:nvPr/>
            </p:nvSpPr>
            <p:spPr>
              <a:xfrm>
                <a:off x="1567150" y="166225"/>
                <a:ext cx="27387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25" extrusionOk="0">
                    <a:moveTo>
                      <a:pt x="0" y="0"/>
                    </a:moveTo>
                    <a:lnTo>
                      <a:pt x="0" y="1024"/>
                    </a:lnTo>
                    <a:lnTo>
                      <a:pt x="10954" y="1024"/>
                    </a:lnTo>
                    <a:lnTo>
                      <a:pt x="1095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7" name="Google Shape;3607;p55"/>
              <p:cNvSpPr/>
              <p:nvPr/>
            </p:nvSpPr>
            <p:spPr>
              <a:xfrm>
                <a:off x="1629950" y="80800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0"/>
                    </a:moveTo>
                    <a:lnTo>
                      <a:pt x="1001" y="0"/>
                    </a:lnTo>
                    <a:lnTo>
                      <a:pt x="1001" y="1000"/>
                    </a:lnTo>
                    <a:lnTo>
                      <a:pt x="1" y="100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8" name="Google Shape;3608;p55"/>
              <p:cNvSpPr/>
              <p:nvPr/>
            </p:nvSpPr>
            <p:spPr>
              <a:xfrm>
                <a:off x="1660600" y="80800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0"/>
                    </a:moveTo>
                    <a:lnTo>
                      <a:pt x="1" y="1000"/>
                    </a:lnTo>
                    <a:lnTo>
                      <a:pt x="1013" y="1000"/>
                    </a:lnTo>
                    <a:lnTo>
                      <a:pt x="101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9" name="Google Shape;3609;p55"/>
              <p:cNvSpPr/>
              <p:nvPr/>
            </p:nvSpPr>
            <p:spPr>
              <a:xfrm>
                <a:off x="1691575" y="80800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0" name="Google Shape;3610;p55"/>
              <p:cNvSpPr/>
              <p:nvPr/>
            </p:nvSpPr>
            <p:spPr>
              <a:xfrm>
                <a:off x="1722225" y="80800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0"/>
                    </a:moveTo>
                    <a:lnTo>
                      <a:pt x="1" y="1000"/>
                    </a:lnTo>
                    <a:lnTo>
                      <a:pt x="1013" y="1000"/>
                    </a:lnTo>
                    <a:lnTo>
                      <a:pt x="101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1" name="Google Shape;3611;p55"/>
              <p:cNvSpPr/>
              <p:nvPr/>
            </p:nvSpPr>
            <p:spPr>
              <a:xfrm>
                <a:off x="1753175" y="80800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0"/>
                    </a:moveTo>
                    <a:lnTo>
                      <a:pt x="1001" y="0"/>
                    </a:lnTo>
                    <a:lnTo>
                      <a:pt x="1001" y="1000"/>
                    </a:lnTo>
                    <a:lnTo>
                      <a:pt x="1" y="100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2" name="Google Shape;3612;p55"/>
              <p:cNvSpPr/>
              <p:nvPr/>
            </p:nvSpPr>
            <p:spPr>
              <a:xfrm>
                <a:off x="1607025" y="-36475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3"/>
                    </a:moveTo>
                    <a:cubicBezTo>
                      <a:pt x="3287" y="2548"/>
                      <a:pt x="2549" y="3286"/>
                      <a:pt x="1644" y="3286"/>
                    </a:cubicBezTo>
                    <a:cubicBezTo>
                      <a:pt x="739" y="3286"/>
                      <a:pt x="1" y="2548"/>
                      <a:pt x="1" y="1643"/>
                    </a:cubicBezTo>
                    <a:cubicBezTo>
                      <a:pt x="1" y="738"/>
                      <a:pt x="739" y="0"/>
                      <a:pt x="1644" y="0"/>
                    </a:cubicBezTo>
                    <a:cubicBezTo>
                      <a:pt x="2549" y="0"/>
                      <a:pt x="3287" y="738"/>
                      <a:pt x="3287" y="16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3" name="Google Shape;3613;p55"/>
              <p:cNvSpPr/>
              <p:nvPr/>
            </p:nvSpPr>
            <p:spPr>
              <a:xfrm>
                <a:off x="1638575" y="-4925"/>
                <a:ext cx="19075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75" extrusionOk="0">
                    <a:moveTo>
                      <a:pt x="382" y="0"/>
                    </a:moveTo>
                    <a:cubicBezTo>
                      <a:pt x="168" y="0"/>
                      <a:pt x="1" y="179"/>
                      <a:pt x="1" y="381"/>
                    </a:cubicBezTo>
                    <a:cubicBezTo>
                      <a:pt x="1" y="596"/>
                      <a:pt x="168" y="774"/>
                      <a:pt x="382" y="774"/>
                    </a:cubicBezTo>
                    <a:cubicBezTo>
                      <a:pt x="596" y="774"/>
                      <a:pt x="763" y="596"/>
                      <a:pt x="763" y="381"/>
                    </a:cubicBezTo>
                    <a:cubicBezTo>
                      <a:pt x="763" y="179"/>
                      <a:pt x="596" y="0"/>
                      <a:pt x="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4" name="Google Shape;3614;p55"/>
              <p:cNvSpPr/>
              <p:nvPr/>
            </p:nvSpPr>
            <p:spPr>
              <a:xfrm>
                <a:off x="1718950" y="-36475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3"/>
                    </a:moveTo>
                    <a:cubicBezTo>
                      <a:pt x="3287" y="2548"/>
                      <a:pt x="2549" y="3286"/>
                      <a:pt x="1644" y="3286"/>
                    </a:cubicBezTo>
                    <a:cubicBezTo>
                      <a:pt x="739" y="3286"/>
                      <a:pt x="1" y="2548"/>
                      <a:pt x="1" y="1643"/>
                    </a:cubicBezTo>
                    <a:cubicBezTo>
                      <a:pt x="1" y="738"/>
                      <a:pt x="739" y="0"/>
                      <a:pt x="1644" y="0"/>
                    </a:cubicBezTo>
                    <a:cubicBezTo>
                      <a:pt x="2549" y="0"/>
                      <a:pt x="3287" y="738"/>
                      <a:pt x="3287" y="16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5" name="Google Shape;3615;p55"/>
              <p:cNvSpPr/>
              <p:nvPr/>
            </p:nvSpPr>
            <p:spPr>
              <a:xfrm>
                <a:off x="1750500" y="-4925"/>
                <a:ext cx="19075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75" extrusionOk="0">
                    <a:moveTo>
                      <a:pt x="382" y="0"/>
                    </a:moveTo>
                    <a:cubicBezTo>
                      <a:pt x="167" y="0"/>
                      <a:pt x="1" y="179"/>
                      <a:pt x="1" y="381"/>
                    </a:cubicBezTo>
                    <a:cubicBezTo>
                      <a:pt x="1" y="596"/>
                      <a:pt x="167" y="774"/>
                      <a:pt x="382" y="774"/>
                    </a:cubicBezTo>
                    <a:cubicBezTo>
                      <a:pt x="596" y="774"/>
                      <a:pt x="763" y="596"/>
                      <a:pt x="763" y="381"/>
                    </a:cubicBezTo>
                    <a:cubicBezTo>
                      <a:pt x="763" y="179"/>
                      <a:pt x="596" y="0"/>
                      <a:pt x="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16" name="Google Shape;3616;p55"/>
          <p:cNvGrpSpPr/>
          <p:nvPr/>
        </p:nvGrpSpPr>
        <p:grpSpPr>
          <a:xfrm rot="-434757">
            <a:off x="6825759" y="420606"/>
            <a:ext cx="926830" cy="794750"/>
            <a:chOff x="4041575" y="1574875"/>
            <a:chExt cx="296475" cy="254225"/>
          </a:xfrm>
        </p:grpSpPr>
        <p:sp>
          <p:nvSpPr>
            <p:cNvPr id="3617" name="Google Shape;3617;p55"/>
            <p:cNvSpPr/>
            <p:nvPr/>
          </p:nvSpPr>
          <p:spPr>
            <a:xfrm>
              <a:off x="4041575" y="1574875"/>
              <a:ext cx="296475" cy="254225"/>
            </a:xfrm>
            <a:custGeom>
              <a:avLst/>
              <a:gdLst/>
              <a:ahLst/>
              <a:cxnLst/>
              <a:rect l="l" t="t" r="r" b="b"/>
              <a:pathLst>
                <a:path w="11859" h="10169" extrusionOk="0">
                  <a:moveTo>
                    <a:pt x="655" y="0"/>
                  </a:moveTo>
                  <a:cubicBezTo>
                    <a:pt x="286" y="0"/>
                    <a:pt x="0" y="298"/>
                    <a:pt x="0" y="655"/>
                  </a:cubicBezTo>
                  <a:cubicBezTo>
                    <a:pt x="0" y="941"/>
                    <a:pt x="179" y="1179"/>
                    <a:pt x="429" y="1274"/>
                  </a:cubicBezTo>
                  <a:lnTo>
                    <a:pt x="429" y="4561"/>
                  </a:lnTo>
                  <a:cubicBezTo>
                    <a:pt x="238" y="4739"/>
                    <a:pt x="119" y="5001"/>
                    <a:pt x="119" y="5275"/>
                  </a:cubicBezTo>
                  <a:cubicBezTo>
                    <a:pt x="119" y="5811"/>
                    <a:pt x="548" y="6251"/>
                    <a:pt x="1084" y="6251"/>
                  </a:cubicBezTo>
                  <a:cubicBezTo>
                    <a:pt x="1095" y="6251"/>
                    <a:pt x="1119" y="6239"/>
                    <a:pt x="1131" y="6239"/>
                  </a:cubicBezTo>
                  <a:cubicBezTo>
                    <a:pt x="1584" y="8478"/>
                    <a:pt x="3560" y="10168"/>
                    <a:pt x="5929" y="10168"/>
                  </a:cubicBezTo>
                  <a:cubicBezTo>
                    <a:pt x="8299" y="10168"/>
                    <a:pt x="10275" y="8478"/>
                    <a:pt x="10716" y="6239"/>
                  </a:cubicBezTo>
                  <a:cubicBezTo>
                    <a:pt x="10728" y="6239"/>
                    <a:pt x="10751" y="6251"/>
                    <a:pt x="10763" y="6251"/>
                  </a:cubicBezTo>
                  <a:cubicBezTo>
                    <a:pt x="11299" y="6251"/>
                    <a:pt x="11728" y="5811"/>
                    <a:pt x="11728" y="5275"/>
                  </a:cubicBezTo>
                  <a:cubicBezTo>
                    <a:pt x="11728" y="5001"/>
                    <a:pt x="11609" y="4739"/>
                    <a:pt x="11418" y="4561"/>
                  </a:cubicBezTo>
                  <a:lnTo>
                    <a:pt x="11418" y="1274"/>
                  </a:lnTo>
                  <a:cubicBezTo>
                    <a:pt x="11668" y="1179"/>
                    <a:pt x="11859" y="941"/>
                    <a:pt x="11859" y="655"/>
                  </a:cubicBezTo>
                  <a:cubicBezTo>
                    <a:pt x="11859" y="298"/>
                    <a:pt x="11561" y="0"/>
                    <a:pt x="11192" y="0"/>
                  </a:cubicBezTo>
                  <a:cubicBezTo>
                    <a:pt x="10835" y="0"/>
                    <a:pt x="10537" y="298"/>
                    <a:pt x="10537" y="655"/>
                  </a:cubicBezTo>
                  <a:cubicBezTo>
                    <a:pt x="10537" y="941"/>
                    <a:pt x="10728" y="1179"/>
                    <a:pt x="10978" y="1274"/>
                  </a:cubicBezTo>
                  <a:lnTo>
                    <a:pt x="10978" y="4334"/>
                  </a:lnTo>
                  <a:cubicBezTo>
                    <a:pt x="10906" y="4311"/>
                    <a:pt x="10835" y="4311"/>
                    <a:pt x="10763" y="4311"/>
                  </a:cubicBezTo>
                  <a:lnTo>
                    <a:pt x="10716" y="4311"/>
                  </a:lnTo>
                  <a:cubicBezTo>
                    <a:pt x="10275" y="2072"/>
                    <a:pt x="8299" y="381"/>
                    <a:pt x="5929" y="381"/>
                  </a:cubicBezTo>
                  <a:cubicBezTo>
                    <a:pt x="3560" y="381"/>
                    <a:pt x="1584" y="2072"/>
                    <a:pt x="1131" y="4311"/>
                  </a:cubicBezTo>
                  <a:lnTo>
                    <a:pt x="1084" y="4311"/>
                  </a:lnTo>
                  <a:cubicBezTo>
                    <a:pt x="1012" y="4311"/>
                    <a:pt x="941" y="4311"/>
                    <a:pt x="881" y="4334"/>
                  </a:cubicBezTo>
                  <a:lnTo>
                    <a:pt x="881" y="1274"/>
                  </a:lnTo>
                  <a:cubicBezTo>
                    <a:pt x="1131" y="1179"/>
                    <a:pt x="1310" y="941"/>
                    <a:pt x="1310" y="655"/>
                  </a:cubicBezTo>
                  <a:cubicBezTo>
                    <a:pt x="1310" y="298"/>
                    <a:pt x="1012" y="0"/>
                    <a:pt x="655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accent5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18" name="Google Shape;3618;p55"/>
            <p:cNvGrpSpPr/>
            <p:nvPr/>
          </p:nvGrpSpPr>
          <p:grpSpPr>
            <a:xfrm>
              <a:off x="4041575" y="1575025"/>
              <a:ext cx="296475" cy="253925"/>
              <a:chOff x="4041575" y="-114775"/>
              <a:chExt cx="296475" cy="253925"/>
            </a:xfrm>
          </p:grpSpPr>
          <p:sp>
            <p:nvSpPr>
              <p:cNvPr id="3619" name="Google Shape;3619;p55"/>
              <p:cNvSpPr/>
              <p:nvPr/>
            </p:nvSpPr>
            <p:spPr>
              <a:xfrm>
                <a:off x="4052275" y="-104050"/>
                <a:ext cx="11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37" extrusionOk="0">
                    <a:moveTo>
                      <a:pt x="227" y="1"/>
                    </a:moveTo>
                    <a:cubicBezTo>
                      <a:pt x="96" y="1"/>
                      <a:pt x="1" y="96"/>
                      <a:pt x="1" y="227"/>
                    </a:cubicBezTo>
                    <a:lnTo>
                      <a:pt x="1" y="4823"/>
                    </a:lnTo>
                    <a:cubicBezTo>
                      <a:pt x="1" y="4942"/>
                      <a:pt x="96" y="5037"/>
                      <a:pt x="227" y="5037"/>
                    </a:cubicBezTo>
                    <a:cubicBezTo>
                      <a:pt x="346" y="5037"/>
                      <a:pt x="441" y="4942"/>
                      <a:pt x="441" y="4823"/>
                    </a:cubicBezTo>
                    <a:lnTo>
                      <a:pt x="441" y="227"/>
                    </a:lnTo>
                    <a:cubicBezTo>
                      <a:pt x="441" y="96"/>
                      <a:pt x="346" y="1"/>
                      <a:pt x="2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0" name="Google Shape;3620;p55"/>
              <p:cNvSpPr/>
              <p:nvPr/>
            </p:nvSpPr>
            <p:spPr>
              <a:xfrm>
                <a:off x="4041575" y="-114775"/>
                <a:ext cx="327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311" extrusionOk="0">
                    <a:moveTo>
                      <a:pt x="655" y="1"/>
                    </a:moveTo>
                    <a:cubicBezTo>
                      <a:pt x="286" y="1"/>
                      <a:pt x="0" y="287"/>
                      <a:pt x="0" y="656"/>
                    </a:cubicBezTo>
                    <a:cubicBezTo>
                      <a:pt x="0" y="1013"/>
                      <a:pt x="286" y="1311"/>
                      <a:pt x="655" y="1311"/>
                    </a:cubicBezTo>
                    <a:cubicBezTo>
                      <a:pt x="1012" y="1311"/>
                      <a:pt x="1310" y="1013"/>
                      <a:pt x="1310" y="656"/>
                    </a:cubicBezTo>
                    <a:cubicBezTo>
                      <a:pt x="1310" y="287"/>
                      <a:pt x="1012" y="1"/>
                      <a:pt x="65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1" name="Google Shape;3621;p55"/>
              <p:cNvSpPr/>
              <p:nvPr/>
            </p:nvSpPr>
            <p:spPr>
              <a:xfrm>
                <a:off x="4316000" y="-104050"/>
                <a:ext cx="11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37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27"/>
                    </a:cubicBezTo>
                    <a:lnTo>
                      <a:pt x="1" y="4823"/>
                    </a:lnTo>
                    <a:cubicBezTo>
                      <a:pt x="1" y="4942"/>
                      <a:pt x="96" y="5037"/>
                      <a:pt x="215" y="5037"/>
                    </a:cubicBezTo>
                    <a:cubicBezTo>
                      <a:pt x="346" y="5037"/>
                      <a:pt x="441" y="4942"/>
                      <a:pt x="441" y="4823"/>
                    </a:cubicBezTo>
                    <a:lnTo>
                      <a:pt x="441" y="227"/>
                    </a:lnTo>
                    <a:cubicBezTo>
                      <a:pt x="441" y="96"/>
                      <a:pt x="346" y="1"/>
                      <a:pt x="2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2" name="Google Shape;3622;p55"/>
              <p:cNvSpPr/>
              <p:nvPr/>
            </p:nvSpPr>
            <p:spPr>
              <a:xfrm>
                <a:off x="4305000" y="-114775"/>
                <a:ext cx="330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11" extrusionOk="0">
                    <a:moveTo>
                      <a:pt x="655" y="1"/>
                    </a:moveTo>
                    <a:cubicBezTo>
                      <a:pt x="298" y="1"/>
                      <a:pt x="0" y="287"/>
                      <a:pt x="0" y="656"/>
                    </a:cubicBezTo>
                    <a:cubicBezTo>
                      <a:pt x="0" y="1013"/>
                      <a:pt x="298" y="1311"/>
                      <a:pt x="655" y="1311"/>
                    </a:cubicBezTo>
                    <a:cubicBezTo>
                      <a:pt x="1024" y="1311"/>
                      <a:pt x="1322" y="1013"/>
                      <a:pt x="1322" y="656"/>
                    </a:cubicBezTo>
                    <a:cubicBezTo>
                      <a:pt x="1322" y="287"/>
                      <a:pt x="1024" y="1"/>
                      <a:pt x="65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3" name="Google Shape;3623;p55"/>
              <p:cNvSpPr/>
              <p:nvPr/>
            </p:nvSpPr>
            <p:spPr>
              <a:xfrm>
                <a:off x="4286525" y="-7300"/>
                <a:ext cx="48250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941" extrusionOk="0">
                    <a:moveTo>
                      <a:pt x="965" y="0"/>
                    </a:moveTo>
                    <a:cubicBezTo>
                      <a:pt x="430" y="0"/>
                      <a:pt x="1" y="441"/>
                      <a:pt x="1" y="976"/>
                    </a:cubicBezTo>
                    <a:cubicBezTo>
                      <a:pt x="1" y="1512"/>
                      <a:pt x="430" y="1941"/>
                      <a:pt x="965" y="1941"/>
                    </a:cubicBezTo>
                    <a:cubicBezTo>
                      <a:pt x="1501" y="1941"/>
                      <a:pt x="1930" y="1512"/>
                      <a:pt x="1930" y="976"/>
                    </a:cubicBezTo>
                    <a:cubicBezTo>
                      <a:pt x="1930" y="441"/>
                      <a:pt x="1501" y="0"/>
                      <a:pt x="9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4" name="Google Shape;3624;p55"/>
              <p:cNvSpPr/>
              <p:nvPr/>
            </p:nvSpPr>
            <p:spPr>
              <a:xfrm>
                <a:off x="4044550" y="-7300"/>
                <a:ext cx="48525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941" extrusionOk="0">
                    <a:moveTo>
                      <a:pt x="965" y="0"/>
                    </a:moveTo>
                    <a:cubicBezTo>
                      <a:pt x="429" y="0"/>
                      <a:pt x="0" y="441"/>
                      <a:pt x="0" y="976"/>
                    </a:cubicBezTo>
                    <a:cubicBezTo>
                      <a:pt x="0" y="1512"/>
                      <a:pt x="429" y="1941"/>
                      <a:pt x="965" y="1941"/>
                    </a:cubicBezTo>
                    <a:cubicBezTo>
                      <a:pt x="1500" y="1941"/>
                      <a:pt x="1941" y="1512"/>
                      <a:pt x="1941" y="976"/>
                    </a:cubicBezTo>
                    <a:cubicBezTo>
                      <a:pt x="1941" y="441"/>
                      <a:pt x="1500" y="0"/>
                      <a:pt x="9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5" name="Google Shape;3625;p55"/>
              <p:cNvSpPr/>
              <p:nvPr/>
            </p:nvSpPr>
            <p:spPr>
              <a:xfrm>
                <a:off x="4067450" y="-105250"/>
                <a:ext cx="244400" cy="244400"/>
              </a:xfrm>
              <a:custGeom>
                <a:avLst/>
                <a:gdLst/>
                <a:ahLst/>
                <a:cxnLst/>
                <a:rect l="l" t="t" r="r" b="b"/>
                <a:pathLst>
                  <a:path w="9776" h="9776" extrusionOk="0">
                    <a:moveTo>
                      <a:pt x="4894" y="1"/>
                    </a:moveTo>
                    <a:cubicBezTo>
                      <a:pt x="2192" y="1"/>
                      <a:pt x="1" y="2192"/>
                      <a:pt x="1" y="4894"/>
                    </a:cubicBezTo>
                    <a:cubicBezTo>
                      <a:pt x="1" y="7597"/>
                      <a:pt x="2192" y="9776"/>
                      <a:pt x="4894" y="9776"/>
                    </a:cubicBezTo>
                    <a:cubicBezTo>
                      <a:pt x="7585" y="9776"/>
                      <a:pt x="9776" y="7597"/>
                      <a:pt x="9776" y="4894"/>
                    </a:cubicBezTo>
                    <a:cubicBezTo>
                      <a:pt x="9776" y="2192"/>
                      <a:pt x="7585" y="1"/>
                      <a:pt x="48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6" name="Google Shape;3626;p55"/>
              <p:cNvSpPr/>
              <p:nvPr/>
            </p:nvSpPr>
            <p:spPr>
              <a:xfrm>
                <a:off x="4090375" y="-18625"/>
                <a:ext cx="1985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7943" h="2799" extrusionOk="0">
                    <a:moveTo>
                      <a:pt x="679" y="1"/>
                    </a:moveTo>
                    <a:cubicBezTo>
                      <a:pt x="298" y="1"/>
                      <a:pt x="1" y="310"/>
                      <a:pt x="1" y="679"/>
                    </a:cubicBezTo>
                    <a:lnTo>
                      <a:pt x="1" y="2120"/>
                    </a:lnTo>
                    <a:cubicBezTo>
                      <a:pt x="1" y="2501"/>
                      <a:pt x="298" y="2799"/>
                      <a:pt x="679" y="2799"/>
                    </a:cubicBezTo>
                    <a:lnTo>
                      <a:pt x="7275" y="2799"/>
                    </a:lnTo>
                    <a:cubicBezTo>
                      <a:pt x="7645" y="2799"/>
                      <a:pt x="7942" y="2501"/>
                      <a:pt x="7942" y="2120"/>
                    </a:cubicBezTo>
                    <a:lnTo>
                      <a:pt x="7942" y="679"/>
                    </a:lnTo>
                    <a:cubicBezTo>
                      <a:pt x="7942" y="310"/>
                      <a:pt x="7645" y="1"/>
                      <a:pt x="72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7" name="Google Shape;3627;p55"/>
              <p:cNvSpPr/>
              <p:nvPr/>
            </p:nvSpPr>
            <p:spPr>
              <a:xfrm>
                <a:off x="4119550" y="4600"/>
                <a:ext cx="247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89" extrusionOk="0">
                    <a:moveTo>
                      <a:pt x="489" y="0"/>
                    </a:moveTo>
                    <a:cubicBezTo>
                      <a:pt x="215" y="0"/>
                      <a:pt x="1" y="227"/>
                      <a:pt x="1" y="500"/>
                    </a:cubicBezTo>
                    <a:cubicBezTo>
                      <a:pt x="1" y="774"/>
                      <a:pt x="215" y="989"/>
                      <a:pt x="489" y="989"/>
                    </a:cubicBezTo>
                    <a:cubicBezTo>
                      <a:pt x="763" y="989"/>
                      <a:pt x="989" y="774"/>
                      <a:pt x="989" y="500"/>
                    </a:cubicBezTo>
                    <a:cubicBezTo>
                      <a:pt x="989" y="227"/>
                      <a:pt x="763" y="0"/>
                      <a:pt x="4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8" name="Google Shape;3628;p55"/>
              <p:cNvSpPr/>
              <p:nvPr/>
            </p:nvSpPr>
            <p:spPr>
              <a:xfrm>
                <a:off x="4235050" y="4600"/>
                <a:ext cx="250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989" extrusionOk="0">
                    <a:moveTo>
                      <a:pt x="500" y="0"/>
                    </a:moveTo>
                    <a:cubicBezTo>
                      <a:pt x="226" y="0"/>
                      <a:pt x="0" y="227"/>
                      <a:pt x="0" y="500"/>
                    </a:cubicBezTo>
                    <a:cubicBezTo>
                      <a:pt x="0" y="774"/>
                      <a:pt x="226" y="989"/>
                      <a:pt x="500" y="989"/>
                    </a:cubicBezTo>
                    <a:cubicBezTo>
                      <a:pt x="774" y="989"/>
                      <a:pt x="1000" y="774"/>
                      <a:pt x="1000" y="500"/>
                    </a:cubicBezTo>
                    <a:cubicBezTo>
                      <a:pt x="1000" y="227"/>
                      <a:pt x="774" y="0"/>
                      <a:pt x="5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29" name="Google Shape;3629;p55"/>
          <p:cNvGrpSpPr/>
          <p:nvPr/>
        </p:nvGrpSpPr>
        <p:grpSpPr>
          <a:xfrm rot="751769">
            <a:off x="8078370" y="35729"/>
            <a:ext cx="1088326" cy="866942"/>
            <a:chOff x="5784050" y="1584700"/>
            <a:chExt cx="294100" cy="234275"/>
          </a:xfrm>
        </p:grpSpPr>
        <p:sp>
          <p:nvSpPr>
            <p:cNvPr id="3630" name="Google Shape;3630;p55"/>
            <p:cNvSpPr/>
            <p:nvPr/>
          </p:nvSpPr>
          <p:spPr>
            <a:xfrm>
              <a:off x="5784050" y="1584850"/>
              <a:ext cx="294100" cy="233975"/>
            </a:xfrm>
            <a:custGeom>
              <a:avLst/>
              <a:gdLst/>
              <a:ahLst/>
              <a:cxnLst/>
              <a:rect l="l" t="t" r="r" b="b"/>
              <a:pathLst>
                <a:path w="11764" h="9359" extrusionOk="0">
                  <a:moveTo>
                    <a:pt x="3941" y="0"/>
                  </a:moveTo>
                  <a:lnTo>
                    <a:pt x="1203" y="2739"/>
                  </a:lnTo>
                  <a:lnTo>
                    <a:pt x="1203" y="3536"/>
                  </a:lnTo>
                  <a:lnTo>
                    <a:pt x="1143" y="3536"/>
                  </a:lnTo>
                  <a:cubicBezTo>
                    <a:pt x="512" y="3536"/>
                    <a:pt x="0" y="4048"/>
                    <a:pt x="0" y="4679"/>
                  </a:cubicBezTo>
                  <a:cubicBezTo>
                    <a:pt x="0" y="5310"/>
                    <a:pt x="512" y="5822"/>
                    <a:pt x="1143" y="5822"/>
                  </a:cubicBezTo>
                  <a:lnTo>
                    <a:pt x="1203" y="5822"/>
                  </a:lnTo>
                  <a:lnTo>
                    <a:pt x="1203" y="6620"/>
                  </a:lnTo>
                  <a:lnTo>
                    <a:pt x="3941" y="9359"/>
                  </a:lnTo>
                  <a:lnTo>
                    <a:pt x="7823" y="9359"/>
                  </a:lnTo>
                  <a:lnTo>
                    <a:pt x="10561" y="6620"/>
                  </a:lnTo>
                  <a:lnTo>
                    <a:pt x="10561" y="5822"/>
                  </a:lnTo>
                  <a:lnTo>
                    <a:pt x="10621" y="5822"/>
                  </a:lnTo>
                  <a:cubicBezTo>
                    <a:pt x="11252" y="5822"/>
                    <a:pt x="11764" y="5310"/>
                    <a:pt x="11764" y="4679"/>
                  </a:cubicBezTo>
                  <a:cubicBezTo>
                    <a:pt x="11764" y="4048"/>
                    <a:pt x="11252" y="3536"/>
                    <a:pt x="10621" y="3536"/>
                  </a:cubicBezTo>
                  <a:lnTo>
                    <a:pt x="10561" y="3536"/>
                  </a:lnTo>
                  <a:lnTo>
                    <a:pt x="10561" y="2739"/>
                  </a:lnTo>
                  <a:lnTo>
                    <a:pt x="7823" y="0"/>
                  </a:ln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31" name="Google Shape;3631;p55"/>
            <p:cNvGrpSpPr/>
            <p:nvPr/>
          </p:nvGrpSpPr>
          <p:grpSpPr>
            <a:xfrm>
              <a:off x="5784050" y="1584700"/>
              <a:ext cx="294100" cy="234275"/>
              <a:chOff x="5784050" y="-104950"/>
              <a:chExt cx="294100" cy="234275"/>
            </a:xfrm>
          </p:grpSpPr>
          <p:sp>
            <p:nvSpPr>
              <p:cNvPr id="3632" name="Google Shape;3632;p55"/>
              <p:cNvSpPr/>
              <p:nvPr/>
            </p:nvSpPr>
            <p:spPr>
              <a:xfrm>
                <a:off x="5784050" y="-16550"/>
                <a:ext cx="57175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2287" h="2287" extrusionOk="0">
                    <a:moveTo>
                      <a:pt x="1143" y="1"/>
                    </a:moveTo>
                    <a:cubicBezTo>
                      <a:pt x="512" y="1"/>
                      <a:pt x="0" y="513"/>
                      <a:pt x="0" y="1144"/>
                    </a:cubicBezTo>
                    <a:cubicBezTo>
                      <a:pt x="0" y="1775"/>
                      <a:pt x="512" y="2287"/>
                      <a:pt x="1143" y="2287"/>
                    </a:cubicBezTo>
                    <a:cubicBezTo>
                      <a:pt x="1774" y="2287"/>
                      <a:pt x="2286" y="1775"/>
                      <a:pt x="2286" y="1144"/>
                    </a:cubicBezTo>
                    <a:cubicBezTo>
                      <a:pt x="2286" y="513"/>
                      <a:pt x="1774" y="1"/>
                      <a:pt x="1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3" name="Google Shape;3633;p55"/>
              <p:cNvSpPr/>
              <p:nvPr/>
            </p:nvSpPr>
            <p:spPr>
              <a:xfrm>
                <a:off x="6020675" y="-16550"/>
                <a:ext cx="57475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2299" h="2287" extrusionOk="0">
                    <a:moveTo>
                      <a:pt x="1156" y="1"/>
                    </a:moveTo>
                    <a:cubicBezTo>
                      <a:pt x="525" y="1"/>
                      <a:pt x="1" y="513"/>
                      <a:pt x="1" y="1144"/>
                    </a:cubicBezTo>
                    <a:cubicBezTo>
                      <a:pt x="1" y="1775"/>
                      <a:pt x="525" y="2287"/>
                      <a:pt x="1156" y="2287"/>
                    </a:cubicBezTo>
                    <a:cubicBezTo>
                      <a:pt x="1787" y="2287"/>
                      <a:pt x="2299" y="1775"/>
                      <a:pt x="2299" y="1144"/>
                    </a:cubicBezTo>
                    <a:cubicBezTo>
                      <a:pt x="2299" y="513"/>
                      <a:pt x="1787" y="1"/>
                      <a:pt x="11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4" name="Google Shape;3634;p55"/>
              <p:cNvSpPr/>
              <p:nvPr/>
            </p:nvSpPr>
            <p:spPr>
              <a:xfrm>
                <a:off x="5814100" y="-104950"/>
                <a:ext cx="234000" cy="234275"/>
              </a:xfrm>
              <a:custGeom>
                <a:avLst/>
                <a:gdLst/>
                <a:ahLst/>
                <a:cxnLst/>
                <a:rect l="l" t="t" r="r" b="b"/>
                <a:pathLst>
                  <a:path w="9360" h="9371" extrusionOk="0">
                    <a:moveTo>
                      <a:pt x="2739" y="1"/>
                    </a:moveTo>
                    <a:lnTo>
                      <a:pt x="1" y="2751"/>
                    </a:lnTo>
                    <a:lnTo>
                      <a:pt x="1" y="6621"/>
                    </a:lnTo>
                    <a:lnTo>
                      <a:pt x="2739" y="9371"/>
                    </a:lnTo>
                    <a:lnTo>
                      <a:pt x="6609" y="9371"/>
                    </a:lnTo>
                    <a:lnTo>
                      <a:pt x="9359" y="6621"/>
                    </a:lnTo>
                    <a:lnTo>
                      <a:pt x="9359" y="2751"/>
                    </a:lnTo>
                    <a:lnTo>
                      <a:pt x="6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5" name="Google Shape;3635;p55"/>
              <p:cNvSpPr/>
              <p:nvPr/>
            </p:nvSpPr>
            <p:spPr>
              <a:xfrm>
                <a:off x="5862025" y="-47800"/>
                <a:ext cx="137850" cy="138150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5526" extrusionOk="0">
                    <a:moveTo>
                      <a:pt x="2763" y="1"/>
                    </a:moveTo>
                    <a:cubicBezTo>
                      <a:pt x="1227" y="1"/>
                      <a:pt x="1" y="1239"/>
                      <a:pt x="1" y="2763"/>
                    </a:cubicBezTo>
                    <a:cubicBezTo>
                      <a:pt x="1" y="4287"/>
                      <a:pt x="1239" y="5525"/>
                      <a:pt x="2763" y="5525"/>
                    </a:cubicBezTo>
                    <a:cubicBezTo>
                      <a:pt x="4287" y="5525"/>
                      <a:pt x="5513" y="4287"/>
                      <a:pt x="5513" y="2763"/>
                    </a:cubicBezTo>
                    <a:cubicBezTo>
                      <a:pt x="5513" y="1239"/>
                      <a:pt x="4287" y="1"/>
                      <a:pt x="27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6" name="Google Shape;3636;p55"/>
              <p:cNvSpPr/>
              <p:nvPr/>
            </p:nvSpPr>
            <p:spPr>
              <a:xfrm>
                <a:off x="5877800" y="-31725"/>
                <a:ext cx="106300" cy="106300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4252" extrusionOk="0">
                    <a:moveTo>
                      <a:pt x="2132" y="1"/>
                    </a:moveTo>
                    <a:cubicBezTo>
                      <a:pt x="953" y="1"/>
                      <a:pt x="1" y="953"/>
                      <a:pt x="1" y="2120"/>
                    </a:cubicBezTo>
                    <a:cubicBezTo>
                      <a:pt x="1" y="3299"/>
                      <a:pt x="953" y="4251"/>
                      <a:pt x="2132" y="4251"/>
                    </a:cubicBezTo>
                    <a:cubicBezTo>
                      <a:pt x="3299" y="4251"/>
                      <a:pt x="4251" y="3299"/>
                      <a:pt x="4251" y="2120"/>
                    </a:cubicBezTo>
                    <a:cubicBezTo>
                      <a:pt x="4251" y="953"/>
                      <a:pt x="3299" y="1"/>
                      <a:pt x="21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7" name="Google Shape;3637;p55"/>
              <p:cNvSpPr/>
              <p:nvPr/>
            </p:nvSpPr>
            <p:spPr>
              <a:xfrm>
                <a:off x="5877800" y="6075"/>
                <a:ext cx="106300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2740" extrusionOk="0">
                    <a:moveTo>
                      <a:pt x="96" y="1"/>
                    </a:moveTo>
                    <a:cubicBezTo>
                      <a:pt x="36" y="203"/>
                      <a:pt x="1" y="394"/>
                      <a:pt x="1" y="608"/>
                    </a:cubicBezTo>
                    <a:cubicBezTo>
                      <a:pt x="1" y="1787"/>
                      <a:pt x="953" y="2739"/>
                      <a:pt x="2132" y="2739"/>
                    </a:cubicBezTo>
                    <a:cubicBezTo>
                      <a:pt x="3299" y="2739"/>
                      <a:pt x="4251" y="1787"/>
                      <a:pt x="4251" y="608"/>
                    </a:cubicBezTo>
                    <a:cubicBezTo>
                      <a:pt x="4251" y="406"/>
                      <a:pt x="4227" y="203"/>
                      <a:pt x="4168" y="1"/>
                    </a:cubicBezTo>
                    <a:cubicBezTo>
                      <a:pt x="3906" y="882"/>
                      <a:pt x="3096" y="1525"/>
                      <a:pt x="2132" y="1525"/>
                    </a:cubicBezTo>
                    <a:cubicBezTo>
                      <a:pt x="1168" y="1525"/>
                      <a:pt x="346" y="882"/>
                      <a:pt x="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38" name="Google Shape;3638;p55"/>
          <p:cNvGrpSpPr/>
          <p:nvPr/>
        </p:nvGrpSpPr>
        <p:grpSpPr>
          <a:xfrm rot="-974363">
            <a:off x="-39842" y="180861"/>
            <a:ext cx="752067" cy="1129228"/>
            <a:chOff x="6630575" y="1482600"/>
            <a:chExt cx="292025" cy="438475"/>
          </a:xfrm>
        </p:grpSpPr>
        <p:sp>
          <p:nvSpPr>
            <p:cNvPr id="3639" name="Google Shape;3639;p55"/>
            <p:cNvSpPr/>
            <p:nvPr/>
          </p:nvSpPr>
          <p:spPr>
            <a:xfrm>
              <a:off x="6630575" y="1482750"/>
              <a:ext cx="292025" cy="438175"/>
            </a:xfrm>
            <a:custGeom>
              <a:avLst/>
              <a:gdLst/>
              <a:ahLst/>
              <a:cxnLst/>
              <a:rect l="l" t="t" r="r" b="b"/>
              <a:pathLst>
                <a:path w="11681" h="17527" extrusionOk="0">
                  <a:moveTo>
                    <a:pt x="5847" y="0"/>
                  </a:moveTo>
                  <a:cubicBezTo>
                    <a:pt x="2620" y="0"/>
                    <a:pt x="1" y="2608"/>
                    <a:pt x="1" y="5835"/>
                  </a:cubicBezTo>
                  <a:lnTo>
                    <a:pt x="1" y="9633"/>
                  </a:lnTo>
                  <a:lnTo>
                    <a:pt x="1" y="14586"/>
                  </a:lnTo>
                  <a:lnTo>
                    <a:pt x="1" y="14990"/>
                  </a:lnTo>
                  <a:lnTo>
                    <a:pt x="1" y="15395"/>
                  </a:lnTo>
                  <a:lnTo>
                    <a:pt x="1" y="16538"/>
                  </a:lnTo>
                  <a:lnTo>
                    <a:pt x="1" y="16788"/>
                  </a:lnTo>
                  <a:cubicBezTo>
                    <a:pt x="1" y="16836"/>
                    <a:pt x="13" y="16872"/>
                    <a:pt x="13" y="16919"/>
                  </a:cubicBezTo>
                  <a:lnTo>
                    <a:pt x="24" y="16955"/>
                  </a:lnTo>
                  <a:cubicBezTo>
                    <a:pt x="36" y="16991"/>
                    <a:pt x="36" y="17026"/>
                    <a:pt x="48" y="17050"/>
                  </a:cubicBezTo>
                  <a:cubicBezTo>
                    <a:pt x="60" y="17062"/>
                    <a:pt x="60" y="17074"/>
                    <a:pt x="72" y="17086"/>
                  </a:cubicBezTo>
                  <a:cubicBezTo>
                    <a:pt x="84" y="17122"/>
                    <a:pt x="96" y="17145"/>
                    <a:pt x="120" y="17181"/>
                  </a:cubicBezTo>
                  <a:cubicBezTo>
                    <a:pt x="120" y="17193"/>
                    <a:pt x="132" y="17193"/>
                    <a:pt x="132" y="17205"/>
                  </a:cubicBezTo>
                  <a:cubicBezTo>
                    <a:pt x="155" y="17241"/>
                    <a:pt x="179" y="17265"/>
                    <a:pt x="215" y="17300"/>
                  </a:cubicBezTo>
                  <a:cubicBezTo>
                    <a:pt x="227" y="17312"/>
                    <a:pt x="239" y="17324"/>
                    <a:pt x="239" y="17324"/>
                  </a:cubicBezTo>
                  <a:cubicBezTo>
                    <a:pt x="263" y="17348"/>
                    <a:pt x="286" y="17372"/>
                    <a:pt x="310" y="17384"/>
                  </a:cubicBezTo>
                  <a:cubicBezTo>
                    <a:pt x="322" y="17395"/>
                    <a:pt x="334" y="17407"/>
                    <a:pt x="346" y="17407"/>
                  </a:cubicBezTo>
                  <a:cubicBezTo>
                    <a:pt x="370" y="17431"/>
                    <a:pt x="394" y="17443"/>
                    <a:pt x="429" y="17455"/>
                  </a:cubicBezTo>
                  <a:cubicBezTo>
                    <a:pt x="441" y="17455"/>
                    <a:pt x="453" y="17467"/>
                    <a:pt x="465" y="17467"/>
                  </a:cubicBezTo>
                  <a:cubicBezTo>
                    <a:pt x="465" y="17479"/>
                    <a:pt x="477" y="17479"/>
                    <a:pt x="477" y="17479"/>
                  </a:cubicBezTo>
                  <a:cubicBezTo>
                    <a:pt x="560" y="17503"/>
                    <a:pt x="655" y="17526"/>
                    <a:pt x="751" y="17526"/>
                  </a:cubicBezTo>
                  <a:lnTo>
                    <a:pt x="10931" y="17526"/>
                  </a:lnTo>
                  <a:cubicBezTo>
                    <a:pt x="11347" y="17526"/>
                    <a:pt x="11681" y="17193"/>
                    <a:pt x="11681" y="16788"/>
                  </a:cubicBezTo>
                  <a:lnTo>
                    <a:pt x="11681" y="16133"/>
                  </a:lnTo>
                  <a:lnTo>
                    <a:pt x="11681" y="15383"/>
                  </a:lnTo>
                  <a:lnTo>
                    <a:pt x="11681" y="14979"/>
                  </a:lnTo>
                  <a:lnTo>
                    <a:pt x="11681" y="14574"/>
                  </a:lnTo>
                  <a:lnTo>
                    <a:pt x="11681" y="9633"/>
                  </a:lnTo>
                  <a:lnTo>
                    <a:pt x="11681" y="5835"/>
                  </a:lnTo>
                  <a:cubicBezTo>
                    <a:pt x="11681" y="2608"/>
                    <a:pt x="9061" y="0"/>
                    <a:pt x="584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40" name="Google Shape;3640;p55"/>
            <p:cNvGrpSpPr/>
            <p:nvPr/>
          </p:nvGrpSpPr>
          <p:grpSpPr>
            <a:xfrm>
              <a:off x="6630575" y="1482600"/>
              <a:ext cx="292025" cy="438475"/>
              <a:chOff x="6630575" y="-207050"/>
              <a:chExt cx="292025" cy="438475"/>
            </a:xfrm>
          </p:grpSpPr>
          <p:sp>
            <p:nvSpPr>
              <p:cNvPr id="3641" name="Google Shape;3641;p55"/>
              <p:cNvSpPr/>
              <p:nvPr/>
            </p:nvSpPr>
            <p:spPr>
              <a:xfrm>
                <a:off x="6630575" y="-207050"/>
                <a:ext cx="292025" cy="4384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7539" extrusionOk="0">
                    <a:moveTo>
                      <a:pt x="5847" y="1"/>
                    </a:moveTo>
                    <a:cubicBezTo>
                      <a:pt x="2620" y="1"/>
                      <a:pt x="1" y="2620"/>
                      <a:pt x="1" y="5847"/>
                    </a:cubicBezTo>
                    <a:lnTo>
                      <a:pt x="1" y="9645"/>
                    </a:lnTo>
                    <a:lnTo>
                      <a:pt x="1" y="16789"/>
                    </a:lnTo>
                    <a:cubicBezTo>
                      <a:pt x="1" y="17205"/>
                      <a:pt x="334" y="17539"/>
                      <a:pt x="751" y="17539"/>
                    </a:cubicBezTo>
                    <a:lnTo>
                      <a:pt x="10931" y="17539"/>
                    </a:lnTo>
                    <a:cubicBezTo>
                      <a:pt x="11347" y="17539"/>
                      <a:pt x="11681" y="17205"/>
                      <a:pt x="11681" y="16789"/>
                    </a:cubicBezTo>
                    <a:lnTo>
                      <a:pt x="11681" y="9645"/>
                    </a:lnTo>
                    <a:lnTo>
                      <a:pt x="11681" y="5847"/>
                    </a:lnTo>
                    <a:cubicBezTo>
                      <a:pt x="11681" y="2620"/>
                      <a:pt x="9061" y="1"/>
                      <a:pt x="58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2" name="Google Shape;3642;p55"/>
              <p:cNvSpPr/>
              <p:nvPr/>
            </p:nvSpPr>
            <p:spPr>
              <a:xfrm>
                <a:off x="6630575" y="167700"/>
                <a:ext cx="292025" cy="6372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2549" extrusionOk="0">
                    <a:moveTo>
                      <a:pt x="1" y="1"/>
                    </a:moveTo>
                    <a:lnTo>
                      <a:pt x="1" y="1799"/>
                    </a:lnTo>
                    <a:cubicBezTo>
                      <a:pt x="1" y="2215"/>
                      <a:pt x="334" y="2549"/>
                      <a:pt x="751" y="2549"/>
                    </a:cubicBezTo>
                    <a:lnTo>
                      <a:pt x="10931" y="2549"/>
                    </a:lnTo>
                    <a:cubicBezTo>
                      <a:pt x="11347" y="2549"/>
                      <a:pt x="11681" y="2215"/>
                      <a:pt x="11681" y="1799"/>
                    </a:cubicBezTo>
                    <a:lnTo>
                      <a:pt x="1168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3" name="Google Shape;3643;p55"/>
              <p:cNvSpPr/>
              <p:nvPr/>
            </p:nvSpPr>
            <p:spPr>
              <a:xfrm>
                <a:off x="6669275" y="45675"/>
                <a:ext cx="214325" cy="673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2692" extrusionOk="0">
                    <a:moveTo>
                      <a:pt x="1346" y="0"/>
                    </a:moveTo>
                    <a:cubicBezTo>
                      <a:pt x="608" y="0"/>
                      <a:pt x="0" y="608"/>
                      <a:pt x="0" y="1346"/>
                    </a:cubicBezTo>
                    <a:cubicBezTo>
                      <a:pt x="0" y="2084"/>
                      <a:pt x="608" y="2691"/>
                      <a:pt x="1346" y="2691"/>
                    </a:cubicBezTo>
                    <a:lnTo>
                      <a:pt x="7228" y="2691"/>
                    </a:lnTo>
                    <a:cubicBezTo>
                      <a:pt x="7978" y="2691"/>
                      <a:pt x="8573" y="2084"/>
                      <a:pt x="8573" y="1346"/>
                    </a:cubicBezTo>
                    <a:cubicBezTo>
                      <a:pt x="8573" y="608"/>
                      <a:pt x="7978" y="0"/>
                      <a:pt x="72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4" name="Google Shape;3644;p55"/>
              <p:cNvSpPr/>
              <p:nvPr/>
            </p:nvSpPr>
            <p:spPr>
              <a:xfrm>
                <a:off x="6663025" y="39425"/>
                <a:ext cx="227125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085" h="3192" extrusionOk="0">
                    <a:moveTo>
                      <a:pt x="7489" y="500"/>
                    </a:moveTo>
                    <a:cubicBezTo>
                      <a:pt x="8085" y="500"/>
                      <a:pt x="8573" y="989"/>
                      <a:pt x="8573" y="1596"/>
                    </a:cubicBezTo>
                    <a:cubicBezTo>
                      <a:pt x="8573" y="2203"/>
                      <a:pt x="8085" y="2691"/>
                      <a:pt x="7489" y="2691"/>
                    </a:cubicBezTo>
                    <a:lnTo>
                      <a:pt x="1608" y="2691"/>
                    </a:lnTo>
                    <a:cubicBezTo>
                      <a:pt x="1001" y="2691"/>
                      <a:pt x="512" y="2203"/>
                      <a:pt x="512" y="1596"/>
                    </a:cubicBezTo>
                    <a:cubicBezTo>
                      <a:pt x="512" y="989"/>
                      <a:pt x="1001" y="500"/>
                      <a:pt x="1608" y="500"/>
                    </a:cubicBezTo>
                    <a:close/>
                    <a:moveTo>
                      <a:pt x="1608" y="0"/>
                    </a:moveTo>
                    <a:cubicBezTo>
                      <a:pt x="715" y="0"/>
                      <a:pt x="0" y="715"/>
                      <a:pt x="0" y="1596"/>
                    </a:cubicBezTo>
                    <a:cubicBezTo>
                      <a:pt x="0" y="2477"/>
                      <a:pt x="715" y="3191"/>
                      <a:pt x="1608" y="3191"/>
                    </a:cubicBezTo>
                    <a:lnTo>
                      <a:pt x="7489" y="3191"/>
                    </a:lnTo>
                    <a:cubicBezTo>
                      <a:pt x="8371" y="3191"/>
                      <a:pt x="9085" y="2477"/>
                      <a:pt x="9085" y="1596"/>
                    </a:cubicBezTo>
                    <a:cubicBezTo>
                      <a:pt x="9085" y="715"/>
                      <a:pt x="8371" y="0"/>
                      <a:pt x="74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5" name="Google Shape;3645;p55"/>
              <p:cNvSpPr/>
              <p:nvPr/>
            </p:nvSpPr>
            <p:spPr>
              <a:xfrm>
                <a:off x="6700225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6" name="Google Shape;3646;p55"/>
              <p:cNvSpPr/>
              <p:nvPr/>
            </p:nvSpPr>
            <p:spPr>
              <a:xfrm>
                <a:off x="6735350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7" name="Google Shape;3647;p55"/>
              <p:cNvSpPr/>
              <p:nvPr/>
            </p:nvSpPr>
            <p:spPr>
              <a:xfrm>
                <a:off x="6770175" y="44775"/>
                <a:ext cx="128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13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13" y="2727"/>
                    </a:lnTo>
                    <a:lnTo>
                      <a:pt x="5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8" name="Google Shape;3648;p55"/>
              <p:cNvSpPr/>
              <p:nvPr/>
            </p:nvSpPr>
            <p:spPr>
              <a:xfrm>
                <a:off x="6805300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9" name="Google Shape;3649;p55"/>
              <p:cNvSpPr/>
              <p:nvPr/>
            </p:nvSpPr>
            <p:spPr>
              <a:xfrm>
                <a:off x="6840425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0" name="Google Shape;3650;p55"/>
              <p:cNvSpPr/>
              <p:nvPr/>
            </p:nvSpPr>
            <p:spPr>
              <a:xfrm>
                <a:off x="6630575" y="157600"/>
                <a:ext cx="292025" cy="20250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810" extrusionOk="0">
                    <a:moveTo>
                      <a:pt x="1" y="0"/>
                    </a:moveTo>
                    <a:lnTo>
                      <a:pt x="1" y="810"/>
                    </a:lnTo>
                    <a:lnTo>
                      <a:pt x="11681" y="810"/>
                    </a:lnTo>
                    <a:lnTo>
                      <a:pt x="116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1" name="Google Shape;3651;p55"/>
              <p:cNvSpPr/>
              <p:nvPr/>
            </p:nvSpPr>
            <p:spPr>
              <a:xfrm>
                <a:off x="6707675" y="-125775"/>
                <a:ext cx="137825" cy="137825"/>
              </a:xfrm>
              <a:custGeom>
                <a:avLst/>
                <a:gdLst/>
                <a:ahLst/>
                <a:cxnLst/>
                <a:rect l="l" t="t" r="r" b="b"/>
                <a:pathLst>
                  <a:path w="5513" h="5513" extrusionOk="0">
                    <a:moveTo>
                      <a:pt x="2751" y="0"/>
                    </a:moveTo>
                    <a:cubicBezTo>
                      <a:pt x="1227" y="0"/>
                      <a:pt x="0" y="1239"/>
                      <a:pt x="0" y="2763"/>
                    </a:cubicBezTo>
                    <a:cubicBezTo>
                      <a:pt x="0" y="4287"/>
                      <a:pt x="1227" y="5513"/>
                      <a:pt x="2751" y="5513"/>
                    </a:cubicBezTo>
                    <a:cubicBezTo>
                      <a:pt x="4287" y="5513"/>
                      <a:pt x="5513" y="4287"/>
                      <a:pt x="5513" y="2763"/>
                    </a:cubicBezTo>
                    <a:cubicBezTo>
                      <a:pt x="5513" y="1239"/>
                      <a:pt x="4287" y="0"/>
                      <a:pt x="27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2" name="Google Shape;3652;p55"/>
              <p:cNvSpPr/>
              <p:nvPr/>
            </p:nvSpPr>
            <p:spPr>
              <a:xfrm>
                <a:off x="6723450" y="-110000"/>
                <a:ext cx="106275" cy="106275"/>
              </a:xfrm>
              <a:custGeom>
                <a:avLst/>
                <a:gdLst/>
                <a:ahLst/>
                <a:cxnLst/>
                <a:rect l="l" t="t" r="r" b="b"/>
                <a:pathLst>
                  <a:path w="4251" h="4251" extrusionOk="0">
                    <a:moveTo>
                      <a:pt x="2120" y="0"/>
                    </a:moveTo>
                    <a:cubicBezTo>
                      <a:pt x="953" y="0"/>
                      <a:pt x="0" y="953"/>
                      <a:pt x="0" y="2132"/>
                    </a:cubicBezTo>
                    <a:cubicBezTo>
                      <a:pt x="0" y="3298"/>
                      <a:pt x="953" y="4251"/>
                      <a:pt x="2120" y="4251"/>
                    </a:cubicBezTo>
                    <a:cubicBezTo>
                      <a:pt x="3298" y="4251"/>
                      <a:pt x="4251" y="3298"/>
                      <a:pt x="4251" y="2132"/>
                    </a:cubicBezTo>
                    <a:cubicBezTo>
                      <a:pt x="4251" y="953"/>
                      <a:pt x="3298" y="0"/>
                      <a:pt x="212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3" name="Google Shape;3653;p55"/>
              <p:cNvSpPr/>
              <p:nvPr/>
            </p:nvSpPr>
            <p:spPr>
              <a:xfrm>
                <a:off x="6723450" y="-71900"/>
                <a:ext cx="106275" cy="68175"/>
              </a:xfrm>
              <a:custGeom>
                <a:avLst/>
                <a:gdLst/>
                <a:ahLst/>
                <a:cxnLst/>
                <a:rect l="l" t="t" r="r" b="b"/>
                <a:pathLst>
                  <a:path w="4251" h="2727" extrusionOk="0">
                    <a:moveTo>
                      <a:pt x="96" y="0"/>
                    </a:moveTo>
                    <a:cubicBezTo>
                      <a:pt x="36" y="191"/>
                      <a:pt x="0" y="393"/>
                      <a:pt x="0" y="608"/>
                    </a:cubicBezTo>
                    <a:cubicBezTo>
                      <a:pt x="0" y="1774"/>
                      <a:pt x="953" y="2727"/>
                      <a:pt x="2132" y="2727"/>
                    </a:cubicBezTo>
                    <a:cubicBezTo>
                      <a:pt x="3298" y="2727"/>
                      <a:pt x="4251" y="1774"/>
                      <a:pt x="4251" y="608"/>
                    </a:cubicBezTo>
                    <a:cubicBezTo>
                      <a:pt x="4251" y="393"/>
                      <a:pt x="4227" y="191"/>
                      <a:pt x="4168" y="0"/>
                    </a:cubicBezTo>
                    <a:cubicBezTo>
                      <a:pt x="3906" y="881"/>
                      <a:pt x="3084" y="1524"/>
                      <a:pt x="2132" y="1524"/>
                    </a:cubicBezTo>
                    <a:cubicBezTo>
                      <a:pt x="1167" y="1524"/>
                      <a:pt x="346" y="881"/>
                      <a:pt x="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4" name="Google Shape;3654;p55"/>
              <p:cNvSpPr/>
              <p:nvPr/>
            </p:nvSpPr>
            <p:spPr>
              <a:xfrm>
                <a:off x="6630575" y="167700"/>
                <a:ext cx="67600" cy="62250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490" extrusionOk="0">
                    <a:moveTo>
                      <a:pt x="1394" y="1"/>
                    </a:moveTo>
                    <a:lnTo>
                      <a:pt x="1" y="1561"/>
                    </a:lnTo>
                    <a:lnTo>
                      <a:pt x="1" y="1799"/>
                    </a:lnTo>
                    <a:cubicBezTo>
                      <a:pt x="1" y="2108"/>
                      <a:pt x="203" y="2382"/>
                      <a:pt x="477" y="2489"/>
                    </a:cubicBez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5" name="Google Shape;3655;p55"/>
              <p:cNvSpPr/>
              <p:nvPr/>
            </p:nvSpPr>
            <p:spPr>
              <a:xfrm>
                <a:off x="6658550" y="167700"/>
                <a:ext cx="896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2537" extrusionOk="0">
                    <a:moveTo>
                      <a:pt x="2275" y="1"/>
                    </a:moveTo>
                    <a:lnTo>
                      <a:pt x="1" y="2537"/>
                    </a:lnTo>
                    <a:lnTo>
                      <a:pt x="1311" y="2537"/>
                    </a:lnTo>
                    <a:lnTo>
                      <a:pt x="35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6" name="Google Shape;3656;p55"/>
              <p:cNvSpPr/>
              <p:nvPr/>
            </p:nvSpPr>
            <p:spPr>
              <a:xfrm>
                <a:off x="6708575" y="167700"/>
                <a:ext cx="89600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4" h="2537" extrusionOk="0">
                    <a:moveTo>
                      <a:pt x="2274" y="1"/>
                    </a:moveTo>
                    <a:lnTo>
                      <a:pt x="0" y="2537"/>
                    </a:lnTo>
                    <a:lnTo>
                      <a:pt x="1310" y="2537"/>
                    </a:lnTo>
                    <a:lnTo>
                      <a:pt x="35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7" name="Google Shape;3657;p55"/>
              <p:cNvSpPr/>
              <p:nvPr/>
            </p:nvSpPr>
            <p:spPr>
              <a:xfrm>
                <a:off x="6858275" y="167700"/>
                <a:ext cx="643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2573" h="2537" extrusionOk="0">
                    <a:moveTo>
                      <a:pt x="2287" y="1"/>
                    </a:moveTo>
                    <a:lnTo>
                      <a:pt x="1" y="2537"/>
                    </a:lnTo>
                    <a:lnTo>
                      <a:pt x="1311" y="2537"/>
                    </a:lnTo>
                    <a:lnTo>
                      <a:pt x="2573" y="1144"/>
                    </a:lnTo>
                    <a:lnTo>
                      <a:pt x="257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8" name="Google Shape;3658;p55"/>
              <p:cNvSpPr/>
              <p:nvPr/>
            </p:nvSpPr>
            <p:spPr>
              <a:xfrm>
                <a:off x="6758575" y="167700"/>
                <a:ext cx="896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2537" extrusionOk="0">
                    <a:moveTo>
                      <a:pt x="2274" y="1"/>
                    </a:moveTo>
                    <a:lnTo>
                      <a:pt x="0" y="2537"/>
                    </a:lnTo>
                    <a:lnTo>
                      <a:pt x="1310" y="2537"/>
                    </a:lnTo>
                    <a:lnTo>
                      <a:pt x="35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9" name="Google Shape;3659;p55"/>
              <p:cNvSpPr/>
              <p:nvPr/>
            </p:nvSpPr>
            <p:spPr>
              <a:xfrm>
                <a:off x="6808275" y="167700"/>
                <a:ext cx="899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97" h="2537" extrusionOk="0">
                    <a:moveTo>
                      <a:pt x="2287" y="1"/>
                    </a:moveTo>
                    <a:lnTo>
                      <a:pt x="1" y="2537"/>
                    </a:lnTo>
                    <a:lnTo>
                      <a:pt x="1322" y="2537"/>
                    </a:lnTo>
                    <a:lnTo>
                      <a:pt x="35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Subtitle 1"/>
          <p:cNvSpPr>
            <a:spLocks noGrp="1"/>
          </p:cNvSpPr>
          <p:nvPr>
            <p:ph type="subTitle" idx="13"/>
          </p:nvPr>
        </p:nvSpPr>
        <p:spPr>
          <a:xfrm>
            <a:off x="3164075" y="2295661"/>
            <a:ext cx="3037485" cy="884400"/>
          </a:xfrm>
        </p:spPr>
        <p:txBody>
          <a:bodyPr/>
          <a:lstStyle/>
          <a:p>
            <a:r>
              <a:rPr lang="en-US" dirty="0"/>
              <a:t>Provides power to the robot and its components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8"/>
          </p:nvPr>
        </p:nvSpPr>
        <p:spPr>
          <a:xfrm>
            <a:off x="557549" y="2056998"/>
            <a:ext cx="2409227" cy="615600"/>
          </a:xfrm>
        </p:spPr>
        <p:txBody>
          <a:bodyPr/>
          <a:lstStyle/>
          <a:p>
            <a:r>
              <a:rPr lang="en-US" dirty="0"/>
              <a:t>Extinguishes the fire when robot reaches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650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37"/>
          <p:cNvSpPr txBox="1">
            <a:spLocks noGrp="1"/>
          </p:cNvSpPr>
          <p:nvPr>
            <p:ph type="title"/>
          </p:nvPr>
        </p:nvSpPr>
        <p:spPr>
          <a:xfrm>
            <a:off x="800450" y="1803375"/>
            <a:ext cx="4093200" cy="16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CIRCUIT</a:t>
            </a:r>
            <a:endParaRPr dirty="0"/>
          </a:p>
        </p:txBody>
      </p:sp>
      <p:sp>
        <p:nvSpPr>
          <p:cNvPr id="1339" name="Google Shape;1339;p37"/>
          <p:cNvSpPr txBox="1">
            <a:spLocks noGrp="1"/>
          </p:cNvSpPr>
          <p:nvPr>
            <p:ph type="title" idx="2"/>
          </p:nvPr>
        </p:nvSpPr>
        <p:spPr>
          <a:xfrm>
            <a:off x="3714375" y="652250"/>
            <a:ext cx="1248300" cy="6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02</a:t>
            </a:r>
            <a:endParaRPr dirty="0"/>
          </a:p>
        </p:txBody>
      </p:sp>
      <p:grpSp>
        <p:nvGrpSpPr>
          <p:cNvPr id="1341" name="Google Shape;1341;p37"/>
          <p:cNvGrpSpPr/>
          <p:nvPr/>
        </p:nvGrpSpPr>
        <p:grpSpPr>
          <a:xfrm>
            <a:off x="3103241" y="864500"/>
            <a:ext cx="744312" cy="221985"/>
            <a:chOff x="8652775" y="883650"/>
            <a:chExt cx="120875" cy="36050"/>
          </a:xfrm>
        </p:grpSpPr>
        <p:sp>
          <p:nvSpPr>
            <p:cNvPr id="1342" name="Google Shape;1342;p37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7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7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7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7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7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37"/>
          <p:cNvGrpSpPr/>
          <p:nvPr/>
        </p:nvGrpSpPr>
        <p:grpSpPr>
          <a:xfrm>
            <a:off x="2235791" y="1381400"/>
            <a:ext cx="234762" cy="218290"/>
            <a:chOff x="8652775" y="883650"/>
            <a:chExt cx="38125" cy="35450"/>
          </a:xfrm>
        </p:grpSpPr>
        <p:sp>
          <p:nvSpPr>
            <p:cNvPr id="1349" name="Google Shape;1349;p37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7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7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2" name="Google Shape;1352;p37"/>
          <p:cNvGrpSpPr/>
          <p:nvPr/>
        </p:nvGrpSpPr>
        <p:grpSpPr>
          <a:xfrm>
            <a:off x="4658891" y="4179088"/>
            <a:ext cx="234762" cy="218290"/>
            <a:chOff x="8652775" y="883650"/>
            <a:chExt cx="38125" cy="35450"/>
          </a:xfrm>
        </p:grpSpPr>
        <p:sp>
          <p:nvSpPr>
            <p:cNvPr id="1353" name="Google Shape;1353;p37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7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7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7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7" name="Google Shape;1357;p37"/>
          <p:cNvGrpSpPr/>
          <p:nvPr/>
        </p:nvGrpSpPr>
        <p:grpSpPr>
          <a:xfrm rot="940696">
            <a:off x="4525208" y="1751943"/>
            <a:ext cx="1599617" cy="1935136"/>
            <a:chOff x="3922200" y="2432125"/>
            <a:chExt cx="534925" cy="647125"/>
          </a:xfrm>
        </p:grpSpPr>
        <p:sp>
          <p:nvSpPr>
            <p:cNvPr id="1358" name="Google Shape;1358;p37"/>
            <p:cNvSpPr/>
            <p:nvPr/>
          </p:nvSpPr>
          <p:spPr>
            <a:xfrm>
              <a:off x="3922200" y="2432125"/>
              <a:ext cx="534625" cy="647125"/>
            </a:xfrm>
            <a:custGeom>
              <a:avLst/>
              <a:gdLst/>
              <a:ahLst/>
              <a:cxnLst/>
              <a:rect l="l" t="t" r="r" b="b"/>
              <a:pathLst>
                <a:path w="21385" h="25885" extrusionOk="0">
                  <a:moveTo>
                    <a:pt x="5430" y="1"/>
                  </a:moveTo>
                  <a:cubicBezTo>
                    <a:pt x="5061" y="1"/>
                    <a:pt x="4775" y="298"/>
                    <a:pt x="4775" y="656"/>
                  </a:cubicBezTo>
                  <a:cubicBezTo>
                    <a:pt x="4775" y="941"/>
                    <a:pt x="4954" y="1179"/>
                    <a:pt x="5204" y="1275"/>
                  </a:cubicBezTo>
                  <a:lnTo>
                    <a:pt x="5204" y="4573"/>
                  </a:lnTo>
                  <a:cubicBezTo>
                    <a:pt x="5013" y="4751"/>
                    <a:pt x="4894" y="5001"/>
                    <a:pt x="4894" y="5275"/>
                  </a:cubicBezTo>
                  <a:cubicBezTo>
                    <a:pt x="4894" y="5811"/>
                    <a:pt x="5323" y="6251"/>
                    <a:pt x="5859" y="6251"/>
                  </a:cubicBezTo>
                  <a:cubicBezTo>
                    <a:pt x="5870" y="6251"/>
                    <a:pt x="5894" y="6251"/>
                    <a:pt x="5906" y="6240"/>
                  </a:cubicBezTo>
                  <a:cubicBezTo>
                    <a:pt x="6275" y="8133"/>
                    <a:pt x="7752" y="9621"/>
                    <a:pt x="9621" y="10050"/>
                  </a:cubicBezTo>
                  <a:lnTo>
                    <a:pt x="9621" y="11050"/>
                  </a:lnTo>
                  <a:lnTo>
                    <a:pt x="8633" y="11050"/>
                  </a:lnTo>
                  <a:cubicBezTo>
                    <a:pt x="8299" y="11050"/>
                    <a:pt x="8037" y="11300"/>
                    <a:pt x="7990" y="11621"/>
                  </a:cubicBezTo>
                  <a:lnTo>
                    <a:pt x="7597" y="11621"/>
                  </a:lnTo>
                  <a:cubicBezTo>
                    <a:pt x="7383" y="11621"/>
                    <a:pt x="7204" y="11776"/>
                    <a:pt x="7168" y="11990"/>
                  </a:cubicBezTo>
                  <a:lnTo>
                    <a:pt x="7049" y="12740"/>
                  </a:lnTo>
                  <a:lnTo>
                    <a:pt x="6954" y="12740"/>
                  </a:lnTo>
                  <a:cubicBezTo>
                    <a:pt x="6513" y="12740"/>
                    <a:pt x="6132" y="12955"/>
                    <a:pt x="5906" y="13300"/>
                  </a:cubicBezTo>
                  <a:lnTo>
                    <a:pt x="3465" y="13300"/>
                  </a:lnTo>
                  <a:cubicBezTo>
                    <a:pt x="3072" y="13300"/>
                    <a:pt x="2763" y="12978"/>
                    <a:pt x="2763" y="12586"/>
                  </a:cubicBezTo>
                  <a:lnTo>
                    <a:pt x="2763" y="10133"/>
                  </a:lnTo>
                  <a:cubicBezTo>
                    <a:pt x="3037" y="10133"/>
                    <a:pt x="3263" y="9907"/>
                    <a:pt x="3263" y="9633"/>
                  </a:cubicBezTo>
                  <a:cubicBezTo>
                    <a:pt x="3263" y="9359"/>
                    <a:pt x="3049" y="9145"/>
                    <a:pt x="2787" y="9133"/>
                  </a:cubicBezTo>
                  <a:lnTo>
                    <a:pt x="2787" y="8573"/>
                  </a:lnTo>
                  <a:cubicBezTo>
                    <a:pt x="3549" y="8287"/>
                    <a:pt x="4096" y="7537"/>
                    <a:pt x="4096" y="6668"/>
                  </a:cubicBezTo>
                  <a:lnTo>
                    <a:pt x="2953" y="6668"/>
                  </a:lnTo>
                  <a:cubicBezTo>
                    <a:pt x="2953" y="7180"/>
                    <a:pt x="2549" y="7585"/>
                    <a:pt x="2049" y="7585"/>
                  </a:cubicBezTo>
                  <a:cubicBezTo>
                    <a:pt x="1548" y="7585"/>
                    <a:pt x="1132" y="7180"/>
                    <a:pt x="1132" y="6668"/>
                  </a:cubicBezTo>
                  <a:lnTo>
                    <a:pt x="1" y="6668"/>
                  </a:lnTo>
                  <a:cubicBezTo>
                    <a:pt x="1" y="7537"/>
                    <a:pt x="548" y="8287"/>
                    <a:pt x="1310" y="8573"/>
                  </a:cubicBezTo>
                  <a:lnTo>
                    <a:pt x="1310" y="9133"/>
                  </a:lnTo>
                  <a:cubicBezTo>
                    <a:pt x="1048" y="9145"/>
                    <a:pt x="834" y="9359"/>
                    <a:pt x="834" y="9633"/>
                  </a:cubicBezTo>
                  <a:cubicBezTo>
                    <a:pt x="834" y="9907"/>
                    <a:pt x="1060" y="10133"/>
                    <a:pt x="1334" y="10133"/>
                  </a:cubicBezTo>
                  <a:lnTo>
                    <a:pt x="1334" y="12586"/>
                  </a:lnTo>
                  <a:cubicBezTo>
                    <a:pt x="1334" y="13764"/>
                    <a:pt x="2299" y="14705"/>
                    <a:pt x="3465" y="14705"/>
                  </a:cubicBezTo>
                  <a:lnTo>
                    <a:pt x="5906" y="14705"/>
                  </a:lnTo>
                  <a:cubicBezTo>
                    <a:pt x="6073" y="14979"/>
                    <a:pt x="6347" y="15169"/>
                    <a:pt x="6668" y="15241"/>
                  </a:cubicBezTo>
                  <a:lnTo>
                    <a:pt x="6335" y="17467"/>
                  </a:lnTo>
                  <a:lnTo>
                    <a:pt x="6299" y="17658"/>
                  </a:lnTo>
                  <a:lnTo>
                    <a:pt x="5859" y="20539"/>
                  </a:lnTo>
                  <a:lnTo>
                    <a:pt x="5632" y="22027"/>
                  </a:lnTo>
                  <a:lnTo>
                    <a:pt x="4835" y="22027"/>
                  </a:lnTo>
                  <a:lnTo>
                    <a:pt x="4835" y="21753"/>
                  </a:lnTo>
                  <a:lnTo>
                    <a:pt x="4835" y="21420"/>
                  </a:lnTo>
                  <a:lnTo>
                    <a:pt x="4835" y="21146"/>
                  </a:lnTo>
                  <a:lnTo>
                    <a:pt x="5287" y="21146"/>
                  </a:lnTo>
                  <a:lnTo>
                    <a:pt x="5287" y="19789"/>
                  </a:lnTo>
                  <a:lnTo>
                    <a:pt x="5287" y="17324"/>
                  </a:lnTo>
                  <a:cubicBezTo>
                    <a:pt x="5287" y="16550"/>
                    <a:pt x="4656" y="15907"/>
                    <a:pt x="3870" y="15907"/>
                  </a:cubicBezTo>
                  <a:lnTo>
                    <a:pt x="2013" y="15907"/>
                  </a:lnTo>
                  <a:cubicBezTo>
                    <a:pt x="1239" y="15907"/>
                    <a:pt x="596" y="16550"/>
                    <a:pt x="596" y="17324"/>
                  </a:cubicBezTo>
                  <a:lnTo>
                    <a:pt x="596" y="19789"/>
                  </a:lnTo>
                  <a:lnTo>
                    <a:pt x="596" y="21146"/>
                  </a:lnTo>
                  <a:lnTo>
                    <a:pt x="1060" y="21146"/>
                  </a:lnTo>
                  <a:lnTo>
                    <a:pt x="1060" y="21420"/>
                  </a:lnTo>
                  <a:lnTo>
                    <a:pt x="1060" y="21753"/>
                  </a:lnTo>
                  <a:lnTo>
                    <a:pt x="1060" y="22277"/>
                  </a:lnTo>
                  <a:lnTo>
                    <a:pt x="1060" y="22599"/>
                  </a:lnTo>
                  <a:lnTo>
                    <a:pt x="1060" y="23123"/>
                  </a:lnTo>
                  <a:lnTo>
                    <a:pt x="1060" y="23456"/>
                  </a:lnTo>
                  <a:lnTo>
                    <a:pt x="1060" y="23980"/>
                  </a:lnTo>
                  <a:lnTo>
                    <a:pt x="1060" y="24301"/>
                  </a:lnTo>
                  <a:lnTo>
                    <a:pt x="1060" y="24789"/>
                  </a:lnTo>
                  <a:cubicBezTo>
                    <a:pt x="1060" y="25397"/>
                    <a:pt x="1548" y="25885"/>
                    <a:pt x="2156" y="25885"/>
                  </a:cubicBezTo>
                  <a:lnTo>
                    <a:pt x="3739" y="25885"/>
                  </a:lnTo>
                  <a:cubicBezTo>
                    <a:pt x="4215" y="25885"/>
                    <a:pt x="4620" y="25575"/>
                    <a:pt x="4763" y="25159"/>
                  </a:cubicBezTo>
                  <a:cubicBezTo>
                    <a:pt x="4811" y="25039"/>
                    <a:pt x="4835" y="24920"/>
                    <a:pt x="4835" y="24789"/>
                  </a:cubicBezTo>
                  <a:lnTo>
                    <a:pt x="4835" y="24301"/>
                  </a:lnTo>
                  <a:lnTo>
                    <a:pt x="4835" y="23980"/>
                  </a:lnTo>
                  <a:lnTo>
                    <a:pt x="4835" y="23456"/>
                  </a:lnTo>
                  <a:lnTo>
                    <a:pt x="4835" y="23123"/>
                  </a:lnTo>
                  <a:lnTo>
                    <a:pt x="4835" y="22849"/>
                  </a:lnTo>
                  <a:lnTo>
                    <a:pt x="5513" y="22849"/>
                  </a:lnTo>
                  <a:cubicBezTo>
                    <a:pt x="5489" y="22980"/>
                    <a:pt x="5525" y="23099"/>
                    <a:pt x="5609" y="23206"/>
                  </a:cubicBezTo>
                  <a:cubicBezTo>
                    <a:pt x="5692" y="23301"/>
                    <a:pt x="5811" y="23349"/>
                    <a:pt x="5942" y="23349"/>
                  </a:cubicBezTo>
                  <a:lnTo>
                    <a:pt x="15443" y="23349"/>
                  </a:lnTo>
                  <a:cubicBezTo>
                    <a:pt x="15574" y="23349"/>
                    <a:pt x="15693" y="23301"/>
                    <a:pt x="15776" y="23206"/>
                  </a:cubicBezTo>
                  <a:cubicBezTo>
                    <a:pt x="15860" y="23099"/>
                    <a:pt x="15896" y="22980"/>
                    <a:pt x="15872" y="22849"/>
                  </a:cubicBezTo>
                  <a:lnTo>
                    <a:pt x="16550" y="22849"/>
                  </a:lnTo>
                  <a:lnTo>
                    <a:pt x="16550" y="23123"/>
                  </a:lnTo>
                  <a:lnTo>
                    <a:pt x="16550" y="23456"/>
                  </a:lnTo>
                  <a:lnTo>
                    <a:pt x="16550" y="23980"/>
                  </a:lnTo>
                  <a:lnTo>
                    <a:pt x="16550" y="24301"/>
                  </a:lnTo>
                  <a:lnTo>
                    <a:pt x="16550" y="24789"/>
                  </a:lnTo>
                  <a:cubicBezTo>
                    <a:pt x="16550" y="25397"/>
                    <a:pt x="17050" y="25885"/>
                    <a:pt x="17646" y="25885"/>
                  </a:cubicBezTo>
                  <a:lnTo>
                    <a:pt x="19229" y="25885"/>
                  </a:lnTo>
                  <a:cubicBezTo>
                    <a:pt x="19836" y="25885"/>
                    <a:pt x="20325" y="25397"/>
                    <a:pt x="20325" y="24789"/>
                  </a:cubicBezTo>
                  <a:lnTo>
                    <a:pt x="20325" y="24301"/>
                  </a:lnTo>
                  <a:lnTo>
                    <a:pt x="20325" y="23980"/>
                  </a:lnTo>
                  <a:lnTo>
                    <a:pt x="20325" y="23456"/>
                  </a:lnTo>
                  <a:lnTo>
                    <a:pt x="20325" y="23123"/>
                  </a:lnTo>
                  <a:lnTo>
                    <a:pt x="20325" y="22599"/>
                  </a:lnTo>
                  <a:lnTo>
                    <a:pt x="20325" y="22277"/>
                  </a:lnTo>
                  <a:lnTo>
                    <a:pt x="20325" y="21753"/>
                  </a:lnTo>
                  <a:lnTo>
                    <a:pt x="20325" y="21420"/>
                  </a:lnTo>
                  <a:lnTo>
                    <a:pt x="20325" y="21146"/>
                  </a:lnTo>
                  <a:lnTo>
                    <a:pt x="20789" y="21146"/>
                  </a:lnTo>
                  <a:lnTo>
                    <a:pt x="20789" y="19789"/>
                  </a:lnTo>
                  <a:lnTo>
                    <a:pt x="20789" y="17324"/>
                  </a:lnTo>
                  <a:cubicBezTo>
                    <a:pt x="20789" y="16550"/>
                    <a:pt x="20158" y="15907"/>
                    <a:pt x="19372" y="15907"/>
                  </a:cubicBezTo>
                  <a:lnTo>
                    <a:pt x="17515" y="15907"/>
                  </a:lnTo>
                  <a:cubicBezTo>
                    <a:pt x="16729" y="15907"/>
                    <a:pt x="16098" y="16550"/>
                    <a:pt x="16098" y="17324"/>
                  </a:cubicBezTo>
                  <a:lnTo>
                    <a:pt x="16098" y="19777"/>
                  </a:lnTo>
                  <a:lnTo>
                    <a:pt x="16098" y="21134"/>
                  </a:lnTo>
                  <a:lnTo>
                    <a:pt x="16562" y="21134"/>
                  </a:lnTo>
                  <a:lnTo>
                    <a:pt x="16562" y="21420"/>
                  </a:lnTo>
                  <a:lnTo>
                    <a:pt x="16562" y="21753"/>
                  </a:lnTo>
                  <a:lnTo>
                    <a:pt x="16562" y="22027"/>
                  </a:lnTo>
                  <a:lnTo>
                    <a:pt x="15753" y="22027"/>
                  </a:lnTo>
                  <a:lnTo>
                    <a:pt x="15526" y="20539"/>
                  </a:lnTo>
                  <a:lnTo>
                    <a:pt x="15086" y="17658"/>
                  </a:lnTo>
                  <a:lnTo>
                    <a:pt x="15014" y="17169"/>
                  </a:lnTo>
                  <a:lnTo>
                    <a:pt x="14717" y="15241"/>
                  </a:lnTo>
                  <a:cubicBezTo>
                    <a:pt x="15038" y="15169"/>
                    <a:pt x="15312" y="14979"/>
                    <a:pt x="15491" y="14705"/>
                  </a:cubicBezTo>
                  <a:lnTo>
                    <a:pt x="17931" y="14705"/>
                  </a:lnTo>
                  <a:cubicBezTo>
                    <a:pt x="19098" y="14705"/>
                    <a:pt x="20051" y="13752"/>
                    <a:pt x="20051" y="12586"/>
                  </a:cubicBezTo>
                  <a:lnTo>
                    <a:pt x="20051" y="10133"/>
                  </a:lnTo>
                  <a:lnTo>
                    <a:pt x="20063" y="10133"/>
                  </a:lnTo>
                  <a:cubicBezTo>
                    <a:pt x="20337" y="10133"/>
                    <a:pt x="20563" y="9907"/>
                    <a:pt x="20563" y="9633"/>
                  </a:cubicBezTo>
                  <a:cubicBezTo>
                    <a:pt x="20563" y="9359"/>
                    <a:pt x="20348" y="9145"/>
                    <a:pt x="20087" y="9133"/>
                  </a:cubicBezTo>
                  <a:lnTo>
                    <a:pt x="20087" y="8573"/>
                  </a:lnTo>
                  <a:cubicBezTo>
                    <a:pt x="20849" y="8287"/>
                    <a:pt x="21384" y="7537"/>
                    <a:pt x="21384" y="6668"/>
                  </a:cubicBezTo>
                  <a:lnTo>
                    <a:pt x="20253" y="6668"/>
                  </a:lnTo>
                  <a:cubicBezTo>
                    <a:pt x="20253" y="7180"/>
                    <a:pt x="19848" y="7585"/>
                    <a:pt x="19348" y="7585"/>
                  </a:cubicBezTo>
                  <a:cubicBezTo>
                    <a:pt x="18836" y="7585"/>
                    <a:pt x="18432" y="7180"/>
                    <a:pt x="18432" y="6668"/>
                  </a:cubicBezTo>
                  <a:lnTo>
                    <a:pt x="17300" y="6668"/>
                  </a:lnTo>
                  <a:cubicBezTo>
                    <a:pt x="17300" y="7537"/>
                    <a:pt x="17848" y="8287"/>
                    <a:pt x="18610" y="8573"/>
                  </a:cubicBezTo>
                  <a:lnTo>
                    <a:pt x="18610" y="9133"/>
                  </a:lnTo>
                  <a:cubicBezTo>
                    <a:pt x="18348" y="9145"/>
                    <a:pt x="18134" y="9359"/>
                    <a:pt x="18134" y="9633"/>
                  </a:cubicBezTo>
                  <a:cubicBezTo>
                    <a:pt x="18134" y="9907"/>
                    <a:pt x="18360" y="10133"/>
                    <a:pt x="18634" y="10133"/>
                  </a:cubicBezTo>
                  <a:lnTo>
                    <a:pt x="18634" y="12586"/>
                  </a:lnTo>
                  <a:cubicBezTo>
                    <a:pt x="18634" y="12978"/>
                    <a:pt x="18312" y="13300"/>
                    <a:pt x="17931" y="13300"/>
                  </a:cubicBezTo>
                  <a:lnTo>
                    <a:pt x="15491" y="13300"/>
                  </a:lnTo>
                  <a:cubicBezTo>
                    <a:pt x="15264" y="12955"/>
                    <a:pt x="14872" y="12740"/>
                    <a:pt x="14443" y="12740"/>
                  </a:cubicBezTo>
                  <a:lnTo>
                    <a:pt x="14336" y="12740"/>
                  </a:lnTo>
                  <a:lnTo>
                    <a:pt x="14229" y="11990"/>
                  </a:lnTo>
                  <a:cubicBezTo>
                    <a:pt x="14193" y="11776"/>
                    <a:pt x="14002" y="11621"/>
                    <a:pt x="13788" y="11621"/>
                  </a:cubicBezTo>
                  <a:lnTo>
                    <a:pt x="13407" y="11621"/>
                  </a:lnTo>
                  <a:cubicBezTo>
                    <a:pt x="13359" y="11300"/>
                    <a:pt x="13086" y="11050"/>
                    <a:pt x="12764" y="11050"/>
                  </a:cubicBezTo>
                  <a:lnTo>
                    <a:pt x="11776" y="11050"/>
                  </a:lnTo>
                  <a:lnTo>
                    <a:pt x="11776" y="10050"/>
                  </a:lnTo>
                  <a:cubicBezTo>
                    <a:pt x="13645" y="9633"/>
                    <a:pt x="15110" y="8133"/>
                    <a:pt x="15491" y="6240"/>
                  </a:cubicBezTo>
                  <a:cubicBezTo>
                    <a:pt x="15503" y="6240"/>
                    <a:pt x="15526" y="6251"/>
                    <a:pt x="15538" y="6251"/>
                  </a:cubicBezTo>
                  <a:cubicBezTo>
                    <a:pt x="16074" y="6251"/>
                    <a:pt x="16503" y="5811"/>
                    <a:pt x="16503" y="5275"/>
                  </a:cubicBezTo>
                  <a:cubicBezTo>
                    <a:pt x="16503" y="5001"/>
                    <a:pt x="16384" y="4751"/>
                    <a:pt x="16193" y="4573"/>
                  </a:cubicBezTo>
                  <a:lnTo>
                    <a:pt x="16193" y="1275"/>
                  </a:lnTo>
                  <a:cubicBezTo>
                    <a:pt x="16443" y="1179"/>
                    <a:pt x="16622" y="941"/>
                    <a:pt x="16622" y="656"/>
                  </a:cubicBezTo>
                  <a:cubicBezTo>
                    <a:pt x="16622" y="298"/>
                    <a:pt x="16336" y="1"/>
                    <a:pt x="15967" y="1"/>
                  </a:cubicBezTo>
                  <a:cubicBezTo>
                    <a:pt x="15610" y="1"/>
                    <a:pt x="15312" y="298"/>
                    <a:pt x="15312" y="656"/>
                  </a:cubicBezTo>
                  <a:cubicBezTo>
                    <a:pt x="15312" y="941"/>
                    <a:pt x="15491" y="1179"/>
                    <a:pt x="15741" y="1275"/>
                  </a:cubicBezTo>
                  <a:lnTo>
                    <a:pt x="15741" y="4335"/>
                  </a:lnTo>
                  <a:cubicBezTo>
                    <a:pt x="15681" y="4323"/>
                    <a:pt x="15610" y="4311"/>
                    <a:pt x="15538" y="4311"/>
                  </a:cubicBezTo>
                  <a:lnTo>
                    <a:pt x="15491" y="4311"/>
                  </a:lnTo>
                  <a:cubicBezTo>
                    <a:pt x="15038" y="2072"/>
                    <a:pt x="13062" y="394"/>
                    <a:pt x="10692" y="394"/>
                  </a:cubicBezTo>
                  <a:cubicBezTo>
                    <a:pt x="8323" y="394"/>
                    <a:pt x="6347" y="2072"/>
                    <a:pt x="5906" y="4311"/>
                  </a:cubicBezTo>
                  <a:lnTo>
                    <a:pt x="5859" y="4311"/>
                  </a:lnTo>
                  <a:cubicBezTo>
                    <a:pt x="5787" y="4311"/>
                    <a:pt x="5716" y="4323"/>
                    <a:pt x="5644" y="4335"/>
                  </a:cubicBezTo>
                  <a:lnTo>
                    <a:pt x="5644" y="1275"/>
                  </a:lnTo>
                  <a:cubicBezTo>
                    <a:pt x="5906" y="1179"/>
                    <a:pt x="6085" y="941"/>
                    <a:pt x="6085" y="656"/>
                  </a:cubicBezTo>
                  <a:cubicBezTo>
                    <a:pt x="6085" y="298"/>
                    <a:pt x="5787" y="1"/>
                    <a:pt x="5430" y="1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37"/>
            <p:cNvGrpSpPr/>
            <p:nvPr/>
          </p:nvGrpSpPr>
          <p:grpSpPr>
            <a:xfrm>
              <a:off x="3922500" y="2432125"/>
              <a:ext cx="534625" cy="647125"/>
              <a:chOff x="3922500" y="1079725"/>
              <a:chExt cx="534625" cy="647125"/>
            </a:xfrm>
          </p:grpSpPr>
          <p:sp>
            <p:nvSpPr>
              <p:cNvPr id="1360" name="Google Shape;1360;p37"/>
              <p:cNvSpPr/>
              <p:nvPr/>
            </p:nvSpPr>
            <p:spPr>
              <a:xfrm>
                <a:off x="3955250" y="1274400"/>
                <a:ext cx="36625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2191" extrusionOk="0">
                    <a:moveTo>
                      <a:pt x="727" y="0"/>
                    </a:moveTo>
                    <a:cubicBezTo>
                      <a:pt x="322" y="0"/>
                      <a:pt x="0" y="322"/>
                      <a:pt x="0" y="727"/>
                    </a:cubicBezTo>
                    <a:lnTo>
                      <a:pt x="0" y="1465"/>
                    </a:lnTo>
                    <a:cubicBezTo>
                      <a:pt x="0" y="1870"/>
                      <a:pt x="322" y="2191"/>
                      <a:pt x="727" y="2191"/>
                    </a:cubicBezTo>
                    <a:cubicBezTo>
                      <a:pt x="1143" y="2191"/>
                      <a:pt x="1465" y="1870"/>
                      <a:pt x="1465" y="1465"/>
                    </a:cubicBezTo>
                    <a:lnTo>
                      <a:pt x="1465" y="727"/>
                    </a:lnTo>
                    <a:cubicBezTo>
                      <a:pt x="1465" y="322"/>
                      <a:pt x="1143" y="0"/>
                      <a:pt x="7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7"/>
              <p:cNvSpPr/>
              <p:nvPr/>
            </p:nvSpPr>
            <p:spPr>
              <a:xfrm>
                <a:off x="3955850" y="1308025"/>
                <a:ext cx="161050" cy="139325"/>
              </a:xfrm>
              <a:custGeom>
                <a:avLst/>
                <a:gdLst/>
                <a:ahLst/>
                <a:cxnLst/>
                <a:rect l="l" t="t" r="r" b="b"/>
                <a:pathLst>
                  <a:path w="6442" h="5573" extrusionOk="0">
                    <a:moveTo>
                      <a:pt x="0" y="1"/>
                    </a:moveTo>
                    <a:lnTo>
                      <a:pt x="0" y="3453"/>
                    </a:lnTo>
                    <a:cubicBezTo>
                      <a:pt x="0" y="4620"/>
                      <a:pt x="953" y="5573"/>
                      <a:pt x="2119" y="5573"/>
                    </a:cubicBezTo>
                    <a:lnTo>
                      <a:pt x="6441" y="5573"/>
                    </a:lnTo>
                    <a:lnTo>
                      <a:pt x="6441" y="4156"/>
                    </a:lnTo>
                    <a:lnTo>
                      <a:pt x="2119" y="4156"/>
                    </a:lnTo>
                    <a:cubicBezTo>
                      <a:pt x="1738" y="4156"/>
                      <a:pt x="1417" y="3846"/>
                      <a:pt x="1417" y="3453"/>
                    </a:cubicBezTo>
                    <a:lnTo>
                      <a:pt x="1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7"/>
              <p:cNvSpPr/>
              <p:nvPr/>
            </p:nvSpPr>
            <p:spPr>
              <a:xfrm>
                <a:off x="4064475" y="1397925"/>
                <a:ext cx="634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2537" h="2537" extrusionOk="0">
                    <a:moveTo>
                      <a:pt x="1263" y="0"/>
                    </a:moveTo>
                    <a:cubicBezTo>
                      <a:pt x="572" y="0"/>
                      <a:pt x="1" y="572"/>
                      <a:pt x="1" y="1274"/>
                    </a:cubicBezTo>
                    <a:cubicBezTo>
                      <a:pt x="1" y="1977"/>
                      <a:pt x="572" y="2536"/>
                      <a:pt x="1263" y="2536"/>
                    </a:cubicBezTo>
                    <a:cubicBezTo>
                      <a:pt x="1965" y="2536"/>
                      <a:pt x="2537" y="1977"/>
                      <a:pt x="2537" y="1274"/>
                    </a:cubicBezTo>
                    <a:cubicBezTo>
                      <a:pt x="2537" y="572"/>
                      <a:pt x="1965" y="0"/>
                      <a:pt x="12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7"/>
              <p:cNvSpPr/>
              <p:nvPr/>
            </p:nvSpPr>
            <p:spPr>
              <a:xfrm>
                <a:off x="3943350" y="1308025"/>
                <a:ext cx="604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989" extrusionOk="0">
                    <a:moveTo>
                      <a:pt x="488" y="1"/>
                    </a:moveTo>
                    <a:cubicBezTo>
                      <a:pt x="214" y="1"/>
                      <a:pt x="0" y="215"/>
                      <a:pt x="0" y="501"/>
                    </a:cubicBezTo>
                    <a:cubicBezTo>
                      <a:pt x="0" y="775"/>
                      <a:pt x="214" y="989"/>
                      <a:pt x="488" y="989"/>
                    </a:cubicBezTo>
                    <a:lnTo>
                      <a:pt x="1917" y="989"/>
                    </a:lnTo>
                    <a:cubicBezTo>
                      <a:pt x="2191" y="989"/>
                      <a:pt x="2417" y="775"/>
                      <a:pt x="2417" y="501"/>
                    </a:cubicBezTo>
                    <a:cubicBezTo>
                      <a:pt x="2417" y="215"/>
                      <a:pt x="2191" y="1"/>
                      <a:pt x="191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7"/>
              <p:cNvSpPr/>
              <p:nvPr/>
            </p:nvSpPr>
            <p:spPr>
              <a:xfrm>
                <a:off x="3922500" y="1246425"/>
                <a:ext cx="10212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4085" h="2048" extrusionOk="0">
                    <a:moveTo>
                      <a:pt x="1" y="0"/>
                    </a:moveTo>
                    <a:cubicBezTo>
                      <a:pt x="1" y="1131"/>
                      <a:pt x="917" y="2048"/>
                      <a:pt x="2037" y="2048"/>
                    </a:cubicBezTo>
                    <a:cubicBezTo>
                      <a:pt x="3168" y="2048"/>
                      <a:pt x="4084" y="1131"/>
                      <a:pt x="4084" y="0"/>
                    </a:cubicBezTo>
                    <a:lnTo>
                      <a:pt x="2953" y="0"/>
                    </a:lnTo>
                    <a:cubicBezTo>
                      <a:pt x="2953" y="512"/>
                      <a:pt x="2549" y="917"/>
                      <a:pt x="2037" y="917"/>
                    </a:cubicBezTo>
                    <a:cubicBezTo>
                      <a:pt x="1536" y="917"/>
                      <a:pt x="1132" y="500"/>
                      <a:pt x="1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7"/>
              <p:cNvSpPr/>
              <p:nvPr/>
            </p:nvSpPr>
            <p:spPr>
              <a:xfrm>
                <a:off x="4387450" y="1274400"/>
                <a:ext cx="36925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2191" extrusionOk="0">
                    <a:moveTo>
                      <a:pt x="738" y="0"/>
                    </a:moveTo>
                    <a:cubicBezTo>
                      <a:pt x="334" y="0"/>
                      <a:pt x="0" y="322"/>
                      <a:pt x="0" y="727"/>
                    </a:cubicBezTo>
                    <a:lnTo>
                      <a:pt x="0" y="1465"/>
                    </a:lnTo>
                    <a:cubicBezTo>
                      <a:pt x="0" y="1870"/>
                      <a:pt x="334" y="2191"/>
                      <a:pt x="738" y="2191"/>
                    </a:cubicBezTo>
                    <a:cubicBezTo>
                      <a:pt x="1143" y="2191"/>
                      <a:pt x="1477" y="1870"/>
                      <a:pt x="1477" y="1465"/>
                    </a:cubicBezTo>
                    <a:lnTo>
                      <a:pt x="1477" y="727"/>
                    </a:lnTo>
                    <a:cubicBezTo>
                      <a:pt x="1477" y="322"/>
                      <a:pt x="1143" y="0"/>
                      <a:pt x="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7"/>
              <p:cNvSpPr/>
              <p:nvPr/>
            </p:nvSpPr>
            <p:spPr>
              <a:xfrm>
                <a:off x="4262425" y="1308025"/>
                <a:ext cx="161050" cy="139325"/>
              </a:xfrm>
              <a:custGeom>
                <a:avLst/>
                <a:gdLst/>
                <a:ahLst/>
                <a:cxnLst/>
                <a:rect l="l" t="t" r="r" b="b"/>
                <a:pathLst>
                  <a:path w="6442" h="5573" extrusionOk="0">
                    <a:moveTo>
                      <a:pt x="5025" y="1"/>
                    </a:moveTo>
                    <a:lnTo>
                      <a:pt x="5025" y="3453"/>
                    </a:lnTo>
                    <a:cubicBezTo>
                      <a:pt x="5025" y="3846"/>
                      <a:pt x="4715" y="4156"/>
                      <a:pt x="4322" y="4156"/>
                    </a:cubicBezTo>
                    <a:lnTo>
                      <a:pt x="1" y="4156"/>
                    </a:lnTo>
                    <a:lnTo>
                      <a:pt x="1" y="5573"/>
                    </a:lnTo>
                    <a:lnTo>
                      <a:pt x="4322" y="5573"/>
                    </a:lnTo>
                    <a:cubicBezTo>
                      <a:pt x="5489" y="5573"/>
                      <a:pt x="6442" y="4620"/>
                      <a:pt x="6442" y="3453"/>
                    </a:cubicBezTo>
                    <a:lnTo>
                      <a:pt x="6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37"/>
              <p:cNvSpPr/>
              <p:nvPr/>
            </p:nvSpPr>
            <p:spPr>
              <a:xfrm>
                <a:off x="4251400" y="1397925"/>
                <a:ext cx="634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2537" h="2537" extrusionOk="0">
                    <a:moveTo>
                      <a:pt x="1275" y="0"/>
                    </a:moveTo>
                    <a:cubicBezTo>
                      <a:pt x="572" y="0"/>
                      <a:pt x="1" y="572"/>
                      <a:pt x="1" y="1274"/>
                    </a:cubicBezTo>
                    <a:cubicBezTo>
                      <a:pt x="1" y="1977"/>
                      <a:pt x="572" y="2536"/>
                      <a:pt x="1275" y="2536"/>
                    </a:cubicBezTo>
                    <a:cubicBezTo>
                      <a:pt x="1977" y="2536"/>
                      <a:pt x="2537" y="1977"/>
                      <a:pt x="2537" y="1274"/>
                    </a:cubicBezTo>
                    <a:cubicBezTo>
                      <a:pt x="2537" y="572"/>
                      <a:pt x="1977" y="0"/>
                      <a:pt x="127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7"/>
              <p:cNvSpPr/>
              <p:nvPr/>
            </p:nvSpPr>
            <p:spPr>
              <a:xfrm>
                <a:off x="4375525" y="1308025"/>
                <a:ext cx="60750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989" extrusionOk="0">
                    <a:moveTo>
                      <a:pt x="501" y="1"/>
                    </a:moveTo>
                    <a:cubicBezTo>
                      <a:pt x="227" y="1"/>
                      <a:pt x="1" y="215"/>
                      <a:pt x="1" y="501"/>
                    </a:cubicBezTo>
                    <a:cubicBezTo>
                      <a:pt x="1" y="775"/>
                      <a:pt x="227" y="989"/>
                      <a:pt x="501" y="989"/>
                    </a:cubicBezTo>
                    <a:lnTo>
                      <a:pt x="1930" y="989"/>
                    </a:lnTo>
                    <a:cubicBezTo>
                      <a:pt x="2204" y="989"/>
                      <a:pt x="2430" y="775"/>
                      <a:pt x="2430" y="501"/>
                    </a:cubicBezTo>
                    <a:cubicBezTo>
                      <a:pt x="2430" y="215"/>
                      <a:pt x="2204" y="1"/>
                      <a:pt x="19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7"/>
              <p:cNvSpPr/>
              <p:nvPr/>
            </p:nvSpPr>
            <p:spPr>
              <a:xfrm>
                <a:off x="4354700" y="1246425"/>
                <a:ext cx="10242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2048" extrusionOk="0">
                    <a:moveTo>
                      <a:pt x="0" y="0"/>
                    </a:moveTo>
                    <a:cubicBezTo>
                      <a:pt x="0" y="1131"/>
                      <a:pt x="917" y="2048"/>
                      <a:pt x="2048" y="2048"/>
                    </a:cubicBezTo>
                    <a:cubicBezTo>
                      <a:pt x="3179" y="2048"/>
                      <a:pt x="4096" y="1131"/>
                      <a:pt x="4096" y="0"/>
                    </a:cubicBezTo>
                    <a:lnTo>
                      <a:pt x="2953" y="0"/>
                    </a:lnTo>
                    <a:cubicBezTo>
                      <a:pt x="2953" y="500"/>
                      <a:pt x="2548" y="917"/>
                      <a:pt x="2048" y="917"/>
                    </a:cubicBezTo>
                    <a:cubicBezTo>
                      <a:pt x="1548" y="917"/>
                      <a:pt x="1132" y="512"/>
                      <a:pt x="1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7"/>
              <p:cNvSpPr/>
              <p:nvPr/>
            </p:nvSpPr>
            <p:spPr>
              <a:xfrm>
                <a:off x="4162700" y="1246125"/>
                <a:ext cx="539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2156" h="6621" extrusionOk="0">
                    <a:moveTo>
                      <a:pt x="1084" y="0"/>
                    </a:moveTo>
                    <a:cubicBezTo>
                      <a:pt x="489" y="0"/>
                      <a:pt x="1" y="476"/>
                      <a:pt x="1" y="1072"/>
                    </a:cubicBezTo>
                    <a:lnTo>
                      <a:pt x="1" y="5548"/>
                    </a:lnTo>
                    <a:cubicBezTo>
                      <a:pt x="1" y="6144"/>
                      <a:pt x="489" y="6620"/>
                      <a:pt x="1084" y="6620"/>
                    </a:cubicBezTo>
                    <a:cubicBezTo>
                      <a:pt x="1680" y="6620"/>
                      <a:pt x="2156" y="6144"/>
                      <a:pt x="2156" y="5548"/>
                    </a:cubicBezTo>
                    <a:lnTo>
                      <a:pt x="2156" y="1072"/>
                    </a:lnTo>
                    <a:cubicBezTo>
                      <a:pt x="2156" y="476"/>
                      <a:pt x="1680" y="0"/>
                      <a:pt x="10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7"/>
              <p:cNvSpPr/>
              <p:nvPr/>
            </p:nvSpPr>
            <p:spPr>
              <a:xfrm>
                <a:off x="4121625" y="1355950"/>
                <a:ext cx="136050" cy="33075"/>
              </a:xfrm>
              <a:custGeom>
                <a:avLst/>
                <a:gdLst/>
                <a:ahLst/>
                <a:cxnLst/>
                <a:rect l="l" t="t" r="r" b="b"/>
                <a:pathLst>
                  <a:path w="5442" h="1323" extrusionOk="0">
                    <a:moveTo>
                      <a:pt x="656" y="1"/>
                    </a:moveTo>
                    <a:cubicBezTo>
                      <a:pt x="299" y="1"/>
                      <a:pt x="1" y="298"/>
                      <a:pt x="1" y="667"/>
                    </a:cubicBezTo>
                    <a:cubicBezTo>
                      <a:pt x="1" y="1024"/>
                      <a:pt x="299" y="1322"/>
                      <a:pt x="656" y="1322"/>
                    </a:cubicBezTo>
                    <a:lnTo>
                      <a:pt x="4787" y="1322"/>
                    </a:lnTo>
                    <a:cubicBezTo>
                      <a:pt x="5144" y="1322"/>
                      <a:pt x="5442" y="1024"/>
                      <a:pt x="5442" y="667"/>
                    </a:cubicBezTo>
                    <a:cubicBezTo>
                      <a:pt x="5442" y="298"/>
                      <a:pt x="5144" y="1"/>
                      <a:pt x="47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7"/>
              <p:cNvSpPr/>
              <p:nvPr/>
            </p:nvSpPr>
            <p:spPr>
              <a:xfrm>
                <a:off x="4005250" y="1630400"/>
                <a:ext cx="12920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5168" h="822" extrusionOk="0">
                    <a:moveTo>
                      <a:pt x="1" y="0"/>
                    </a:moveTo>
                    <a:lnTo>
                      <a:pt x="1" y="822"/>
                    </a:lnTo>
                    <a:lnTo>
                      <a:pt x="5168" y="822"/>
                    </a:lnTo>
                    <a:lnTo>
                      <a:pt x="51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7"/>
              <p:cNvSpPr/>
              <p:nvPr/>
            </p:nvSpPr>
            <p:spPr>
              <a:xfrm>
                <a:off x="3949000" y="1490800"/>
                <a:ext cx="94075" cy="236050"/>
              </a:xfrm>
              <a:custGeom>
                <a:avLst/>
                <a:gdLst/>
                <a:ahLst/>
                <a:cxnLst/>
                <a:rect l="l" t="t" r="r" b="b"/>
                <a:pathLst>
                  <a:path w="3763" h="9442" extrusionOk="0">
                    <a:moveTo>
                      <a:pt x="1096" y="0"/>
                    </a:moveTo>
                    <a:cubicBezTo>
                      <a:pt x="488" y="0"/>
                      <a:pt x="0" y="488"/>
                      <a:pt x="0" y="1095"/>
                    </a:cubicBezTo>
                    <a:lnTo>
                      <a:pt x="0" y="8346"/>
                    </a:lnTo>
                    <a:cubicBezTo>
                      <a:pt x="0" y="8942"/>
                      <a:pt x="488" y="9442"/>
                      <a:pt x="1096" y="9442"/>
                    </a:cubicBezTo>
                    <a:lnTo>
                      <a:pt x="2667" y="9442"/>
                    </a:lnTo>
                    <a:cubicBezTo>
                      <a:pt x="3274" y="9442"/>
                      <a:pt x="3763" y="8942"/>
                      <a:pt x="3763" y="8346"/>
                    </a:cubicBezTo>
                    <a:lnTo>
                      <a:pt x="3763" y="1095"/>
                    </a:lnTo>
                    <a:cubicBezTo>
                      <a:pt x="3763" y="488"/>
                      <a:pt x="3274" y="0"/>
                      <a:pt x="26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7"/>
              <p:cNvSpPr/>
              <p:nvPr/>
            </p:nvSpPr>
            <p:spPr>
              <a:xfrm>
                <a:off x="3949000" y="1551500"/>
                <a:ext cx="94075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3763" h="323" extrusionOk="0">
                    <a:moveTo>
                      <a:pt x="0" y="1"/>
                    </a:moveTo>
                    <a:lnTo>
                      <a:pt x="0" y="322"/>
                    </a:lnTo>
                    <a:lnTo>
                      <a:pt x="3763" y="322"/>
                    </a:lnTo>
                    <a:lnTo>
                      <a:pt x="3763" y="1"/>
                    </a:lnTo>
                    <a:close/>
                  </a:path>
                </a:pathLst>
              </a:custGeom>
              <a:solidFill>
                <a:srgbClr val="0E838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37"/>
              <p:cNvSpPr/>
              <p:nvPr/>
            </p:nvSpPr>
            <p:spPr>
              <a:xfrm>
                <a:off x="3949000" y="1572650"/>
                <a:ext cx="94075" cy="8350"/>
              </a:xfrm>
              <a:custGeom>
                <a:avLst/>
                <a:gdLst/>
                <a:ahLst/>
                <a:cxnLst/>
                <a:rect l="l" t="t" r="r" b="b"/>
                <a:pathLst>
                  <a:path w="3763" h="334" extrusionOk="0">
                    <a:moveTo>
                      <a:pt x="0" y="0"/>
                    </a:moveTo>
                    <a:lnTo>
                      <a:pt x="0" y="334"/>
                    </a:lnTo>
                    <a:lnTo>
                      <a:pt x="3763" y="334"/>
                    </a:lnTo>
                    <a:lnTo>
                      <a:pt x="3763" y="0"/>
                    </a:lnTo>
                    <a:close/>
                  </a:path>
                </a:pathLst>
              </a:custGeom>
              <a:solidFill>
                <a:srgbClr val="0E838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37"/>
              <p:cNvSpPr/>
              <p:nvPr/>
            </p:nvSpPr>
            <p:spPr>
              <a:xfrm>
                <a:off x="3949000" y="1678900"/>
                <a:ext cx="94075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3763" h="335" extrusionOk="0">
                    <a:moveTo>
                      <a:pt x="0" y="1"/>
                    </a:moveTo>
                    <a:lnTo>
                      <a:pt x="0" y="334"/>
                    </a:lnTo>
                    <a:lnTo>
                      <a:pt x="3763" y="334"/>
                    </a:lnTo>
                    <a:lnTo>
                      <a:pt x="376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37"/>
              <p:cNvSpPr/>
              <p:nvPr/>
            </p:nvSpPr>
            <p:spPr>
              <a:xfrm>
                <a:off x="3949000" y="1530075"/>
                <a:ext cx="94075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3763" h="335" extrusionOk="0">
                    <a:moveTo>
                      <a:pt x="0" y="1"/>
                    </a:moveTo>
                    <a:lnTo>
                      <a:pt x="0" y="334"/>
                    </a:lnTo>
                    <a:lnTo>
                      <a:pt x="3763" y="334"/>
                    </a:lnTo>
                    <a:lnTo>
                      <a:pt x="3763" y="1"/>
                    </a:lnTo>
                    <a:close/>
                  </a:path>
                </a:pathLst>
              </a:custGeom>
              <a:solidFill>
                <a:srgbClr val="0E838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37"/>
              <p:cNvSpPr/>
              <p:nvPr/>
            </p:nvSpPr>
            <p:spPr>
              <a:xfrm>
                <a:off x="3949000" y="1593775"/>
                <a:ext cx="94075" cy="8350"/>
              </a:xfrm>
              <a:custGeom>
                <a:avLst/>
                <a:gdLst/>
                <a:ahLst/>
                <a:cxnLst/>
                <a:rect l="l" t="t" r="r" b="b"/>
                <a:pathLst>
                  <a:path w="3763" h="334" extrusionOk="0">
                    <a:moveTo>
                      <a:pt x="0" y="1"/>
                    </a:moveTo>
                    <a:lnTo>
                      <a:pt x="0" y="334"/>
                    </a:lnTo>
                    <a:lnTo>
                      <a:pt x="3763" y="334"/>
                    </a:lnTo>
                    <a:lnTo>
                      <a:pt x="3763" y="1"/>
                    </a:lnTo>
                    <a:close/>
                  </a:path>
                </a:pathLst>
              </a:custGeom>
              <a:solidFill>
                <a:srgbClr val="0E838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37"/>
              <p:cNvSpPr/>
              <p:nvPr/>
            </p:nvSpPr>
            <p:spPr>
              <a:xfrm>
                <a:off x="3949000" y="1700350"/>
                <a:ext cx="94075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3763" h="322" extrusionOk="0">
                    <a:moveTo>
                      <a:pt x="0" y="0"/>
                    </a:moveTo>
                    <a:cubicBezTo>
                      <a:pt x="0" y="107"/>
                      <a:pt x="24" y="226"/>
                      <a:pt x="60" y="322"/>
                    </a:cubicBezTo>
                    <a:lnTo>
                      <a:pt x="3703" y="322"/>
                    </a:lnTo>
                    <a:cubicBezTo>
                      <a:pt x="3739" y="226"/>
                      <a:pt x="3763" y="107"/>
                      <a:pt x="37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37"/>
              <p:cNvSpPr/>
              <p:nvPr/>
            </p:nvSpPr>
            <p:spPr>
              <a:xfrm>
                <a:off x="3949000" y="1508950"/>
                <a:ext cx="94075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3763" h="322" extrusionOk="0">
                    <a:moveTo>
                      <a:pt x="60" y="0"/>
                    </a:moveTo>
                    <a:cubicBezTo>
                      <a:pt x="24" y="108"/>
                      <a:pt x="0" y="215"/>
                      <a:pt x="0" y="322"/>
                    </a:cubicBezTo>
                    <a:lnTo>
                      <a:pt x="3763" y="322"/>
                    </a:lnTo>
                    <a:cubicBezTo>
                      <a:pt x="3763" y="215"/>
                      <a:pt x="3739" y="108"/>
                      <a:pt x="3703" y="0"/>
                    </a:cubicBezTo>
                    <a:close/>
                  </a:path>
                </a:pathLst>
              </a:custGeom>
              <a:solidFill>
                <a:srgbClr val="0E838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37"/>
              <p:cNvSpPr/>
              <p:nvPr/>
            </p:nvSpPr>
            <p:spPr>
              <a:xfrm>
                <a:off x="3949000" y="1657775"/>
                <a:ext cx="94075" cy="8350"/>
              </a:xfrm>
              <a:custGeom>
                <a:avLst/>
                <a:gdLst/>
                <a:ahLst/>
                <a:cxnLst/>
                <a:rect l="l" t="t" r="r" b="b"/>
                <a:pathLst>
                  <a:path w="3763" h="334" extrusionOk="0">
                    <a:moveTo>
                      <a:pt x="0" y="0"/>
                    </a:moveTo>
                    <a:lnTo>
                      <a:pt x="0" y="334"/>
                    </a:lnTo>
                    <a:lnTo>
                      <a:pt x="3763" y="334"/>
                    </a:lnTo>
                    <a:lnTo>
                      <a:pt x="37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37"/>
              <p:cNvSpPr/>
              <p:nvPr/>
            </p:nvSpPr>
            <p:spPr>
              <a:xfrm>
                <a:off x="3949000" y="1636350"/>
                <a:ext cx="94075" cy="8350"/>
              </a:xfrm>
              <a:custGeom>
                <a:avLst/>
                <a:gdLst/>
                <a:ahLst/>
                <a:cxnLst/>
                <a:rect l="l" t="t" r="r" b="b"/>
                <a:pathLst>
                  <a:path w="3763" h="334" extrusionOk="0">
                    <a:moveTo>
                      <a:pt x="0" y="0"/>
                    </a:moveTo>
                    <a:lnTo>
                      <a:pt x="0" y="334"/>
                    </a:lnTo>
                    <a:lnTo>
                      <a:pt x="3763" y="334"/>
                    </a:lnTo>
                    <a:lnTo>
                      <a:pt x="37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37"/>
              <p:cNvSpPr/>
              <p:nvPr/>
            </p:nvSpPr>
            <p:spPr>
              <a:xfrm>
                <a:off x="3949000" y="1615200"/>
                <a:ext cx="94075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3763" h="335" extrusionOk="0">
                    <a:moveTo>
                      <a:pt x="0" y="1"/>
                    </a:moveTo>
                    <a:lnTo>
                      <a:pt x="0" y="334"/>
                    </a:lnTo>
                    <a:lnTo>
                      <a:pt x="3763" y="334"/>
                    </a:lnTo>
                    <a:lnTo>
                      <a:pt x="376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37"/>
              <p:cNvSpPr/>
              <p:nvPr/>
            </p:nvSpPr>
            <p:spPr>
              <a:xfrm>
                <a:off x="3937375" y="1477400"/>
                <a:ext cx="117300" cy="130700"/>
              </a:xfrm>
              <a:custGeom>
                <a:avLst/>
                <a:gdLst/>
                <a:ahLst/>
                <a:cxnLst/>
                <a:rect l="l" t="t" r="r" b="b"/>
                <a:pathLst>
                  <a:path w="4692" h="5228" extrusionOk="0">
                    <a:moveTo>
                      <a:pt x="1418" y="0"/>
                    </a:moveTo>
                    <a:cubicBezTo>
                      <a:pt x="632" y="0"/>
                      <a:pt x="1" y="643"/>
                      <a:pt x="1" y="1417"/>
                    </a:cubicBezTo>
                    <a:lnTo>
                      <a:pt x="1" y="5227"/>
                    </a:lnTo>
                    <a:lnTo>
                      <a:pt x="4692" y="5227"/>
                    </a:lnTo>
                    <a:lnTo>
                      <a:pt x="4692" y="1417"/>
                    </a:lnTo>
                    <a:cubicBezTo>
                      <a:pt x="4692" y="643"/>
                      <a:pt x="4061" y="0"/>
                      <a:pt x="327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37"/>
              <p:cNvSpPr/>
              <p:nvPr/>
            </p:nvSpPr>
            <p:spPr>
              <a:xfrm>
                <a:off x="3937375" y="1574125"/>
                <a:ext cx="117300" cy="33975"/>
              </a:xfrm>
              <a:custGeom>
                <a:avLst/>
                <a:gdLst/>
                <a:ahLst/>
                <a:cxnLst/>
                <a:rect l="l" t="t" r="r" b="b"/>
                <a:pathLst>
                  <a:path w="4692" h="1359" extrusionOk="0">
                    <a:moveTo>
                      <a:pt x="1" y="1"/>
                    </a:moveTo>
                    <a:lnTo>
                      <a:pt x="1" y="1358"/>
                    </a:lnTo>
                    <a:lnTo>
                      <a:pt x="4692" y="1358"/>
                    </a:lnTo>
                    <a:lnTo>
                      <a:pt x="4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37"/>
              <p:cNvSpPr/>
              <p:nvPr/>
            </p:nvSpPr>
            <p:spPr>
              <a:xfrm>
                <a:off x="4245150" y="1630400"/>
                <a:ext cx="12892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5157" h="822" extrusionOk="0">
                    <a:moveTo>
                      <a:pt x="1" y="0"/>
                    </a:moveTo>
                    <a:lnTo>
                      <a:pt x="1" y="822"/>
                    </a:lnTo>
                    <a:lnTo>
                      <a:pt x="5156" y="822"/>
                    </a:lnTo>
                    <a:lnTo>
                      <a:pt x="51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37"/>
              <p:cNvSpPr/>
              <p:nvPr/>
            </p:nvSpPr>
            <p:spPr>
              <a:xfrm>
                <a:off x="4336250" y="1490800"/>
                <a:ext cx="94375" cy="23605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9442" extrusionOk="0">
                    <a:moveTo>
                      <a:pt x="1096" y="0"/>
                    </a:moveTo>
                    <a:cubicBezTo>
                      <a:pt x="488" y="0"/>
                      <a:pt x="0" y="488"/>
                      <a:pt x="0" y="1095"/>
                    </a:cubicBezTo>
                    <a:lnTo>
                      <a:pt x="0" y="8346"/>
                    </a:lnTo>
                    <a:cubicBezTo>
                      <a:pt x="0" y="8942"/>
                      <a:pt x="488" y="9442"/>
                      <a:pt x="1096" y="9442"/>
                    </a:cubicBezTo>
                    <a:lnTo>
                      <a:pt x="2679" y="9442"/>
                    </a:lnTo>
                    <a:cubicBezTo>
                      <a:pt x="3274" y="9442"/>
                      <a:pt x="3775" y="8942"/>
                      <a:pt x="3775" y="8346"/>
                    </a:cubicBezTo>
                    <a:lnTo>
                      <a:pt x="3775" y="1095"/>
                    </a:lnTo>
                    <a:cubicBezTo>
                      <a:pt x="3775" y="488"/>
                      <a:pt x="3274" y="0"/>
                      <a:pt x="26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37"/>
              <p:cNvSpPr/>
              <p:nvPr/>
            </p:nvSpPr>
            <p:spPr>
              <a:xfrm>
                <a:off x="4336250" y="1551500"/>
                <a:ext cx="94375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323" extrusionOk="0">
                    <a:moveTo>
                      <a:pt x="0" y="1"/>
                    </a:moveTo>
                    <a:lnTo>
                      <a:pt x="0" y="322"/>
                    </a:lnTo>
                    <a:lnTo>
                      <a:pt x="3775" y="322"/>
                    </a:lnTo>
                    <a:lnTo>
                      <a:pt x="3775" y="1"/>
                    </a:lnTo>
                    <a:close/>
                  </a:path>
                </a:pathLst>
              </a:custGeom>
              <a:solidFill>
                <a:srgbClr val="0E838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37"/>
              <p:cNvSpPr/>
              <p:nvPr/>
            </p:nvSpPr>
            <p:spPr>
              <a:xfrm>
                <a:off x="4336250" y="1572650"/>
                <a:ext cx="94375" cy="835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334" extrusionOk="0">
                    <a:moveTo>
                      <a:pt x="0" y="0"/>
                    </a:moveTo>
                    <a:lnTo>
                      <a:pt x="0" y="334"/>
                    </a:lnTo>
                    <a:lnTo>
                      <a:pt x="3775" y="334"/>
                    </a:lnTo>
                    <a:lnTo>
                      <a:pt x="3775" y="0"/>
                    </a:lnTo>
                    <a:close/>
                  </a:path>
                </a:pathLst>
              </a:custGeom>
              <a:solidFill>
                <a:srgbClr val="0E838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37"/>
              <p:cNvSpPr/>
              <p:nvPr/>
            </p:nvSpPr>
            <p:spPr>
              <a:xfrm>
                <a:off x="4336250" y="1678900"/>
                <a:ext cx="94375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335" extrusionOk="0">
                    <a:moveTo>
                      <a:pt x="0" y="1"/>
                    </a:moveTo>
                    <a:lnTo>
                      <a:pt x="0" y="334"/>
                    </a:lnTo>
                    <a:lnTo>
                      <a:pt x="3775" y="334"/>
                    </a:lnTo>
                    <a:lnTo>
                      <a:pt x="377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37"/>
              <p:cNvSpPr/>
              <p:nvPr/>
            </p:nvSpPr>
            <p:spPr>
              <a:xfrm>
                <a:off x="4336250" y="1530075"/>
                <a:ext cx="94375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335" extrusionOk="0">
                    <a:moveTo>
                      <a:pt x="0" y="1"/>
                    </a:moveTo>
                    <a:lnTo>
                      <a:pt x="0" y="334"/>
                    </a:lnTo>
                    <a:lnTo>
                      <a:pt x="3775" y="334"/>
                    </a:lnTo>
                    <a:lnTo>
                      <a:pt x="3775" y="1"/>
                    </a:lnTo>
                    <a:close/>
                  </a:path>
                </a:pathLst>
              </a:custGeom>
              <a:solidFill>
                <a:srgbClr val="0E838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37"/>
              <p:cNvSpPr/>
              <p:nvPr/>
            </p:nvSpPr>
            <p:spPr>
              <a:xfrm>
                <a:off x="4336250" y="1593775"/>
                <a:ext cx="94375" cy="835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334" extrusionOk="0">
                    <a:moveTo>
                      <a:pt x="0" y="1"/>
                    </a:moveTo>
                    <a:lnTo>
                      <a:pt x="0" y="334"/>
                    </a:lnTo>
                    <a:lnTo>
                      <a:pt x="3775" y="334"/>
                    </a:lnTo>
                    <a:lnTo>
                      <a:pt x="3775" y="1"/>
                    </a:lnTo>
                    <a:close/>
                  </a:path>
                </a:pathLst>
              </a:custGeom>
              <a:solidFill>
                <a:srgbClr val="0E838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37"/>
              <p:cNvSpPr/>
              <p:nvPr/>
            </p:nvSpPr>
            <p:spPr>
              <a:xfrm>
                <a:off x="4336250" y="1700350"/>
                <a:ext cx="94075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3763" h="322" extrusionOk="0">
                    <a:moveTo>
                      <a:pt x="0" y="0"/>
                    </a:moveTo>
                    <a:cubicBezTo>
                      <a:pt x="12" y="107"/>
                      <a:pt x="24" y="226"/>
                      <a:pt x="60" y="322"/>
                    </a:cubicBezTo>
                    <a:lnTo>
                      <a:pt x="3703" y="322"/>
                    </a:lnTo>
                    <a:cubicBezTo>
                      <a:pt x="3739" y="226"/>
                      <a:pt x="3763" y="107"/>
                      <a:pt x="37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37"/>
              <p:cNvSpPr/>
              <p:nvPr/>
            </p:nvSpPr>
            <p:spPr>
              <a:xfrm>
                <a:off x="4336250" y="1508950"/>
                <a:ext cx="94375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322" extrusionOk="0">
                    <a:moveTo>
                      <a:pt x="72" y="0"/>
                    </a:moveTo>
                    <a:cubicBezTo>
                      <a:pt x="24" y="108"/>
                      <a:pt x="12" y="215"/>
                      <a:pt x="0" y="322"/>
                    </a:cubicBezTo>
                    <a:lnTo>
                      <a:pt x="3775" y="322"/>
                    </a:lnTo>
                    <a:cubicBezTo>
                      <a:pt x="3763" y="215"/>
                      <a:pt x="3739" y="108"/>
                      <a:pt x="3703" y="0"/>
                    </a:cubicBezTo>
                    <a:close/>
                  </a:path>
                </a:pathLst>
              </a:custGeom>
              <a:solidFill>
                <a:srgbClr val="0E838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37"/>
              <p:cNvSpPr/>
              <p:nvPr/>
            </p:nvSpPr>
            <p:spPr>
              <a:xfrm>
                <a:off x="4336250" y="1657775"/>
                <a:ext cx="94375" cy="835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334" extrusionOk="0">
                    <a:moveTo>
                      <a:pt x="0" y="0"/>
                    </a:moveTo>
                    <a:lnTo>
                      <a:pt x="0" y="334"/>
                    </a:lnTo>
                    <a:lnTo>
                      <a:pt x="3775" y="334"/>
                    </a:lnTo>
                    <a:lnTo>
                      <a:pt x="377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37"/>
              <p:cNvSpPr/>
              <p:nvPr/>
            </p:nvSpPr>
            <p:spPr>
              <a:xfrm>
                <a:off x="4336250" y="1636350"/>
                <a:ext cx="94375" cy="8350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334" extrusionOk="0">
                    <a:moveTo>
                      <a:pt x="0" y="0"/>
                    </a:moveTo>
                    <a:lnTo>
                      <a:pt x="0" y="334"/>
                    </a:lnTo>
                    <a:lnTo>
                      <a:pt x="3775" y="334"/>
                    </a:lnTo>
                    <a:lnTo>
                      <a:pt x="377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37"/>
              <p:cNvSpPr/>
              <p:nvPr/>
            </p:nvSpPr>
            <p:spPr>
              <a:xfrm>
                <a:off x="4336250" y="1615200"/>
                <a:ext cx="94375" cy="8375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335" extrusionOk="0">
                    <a:moveTo>
                      <a:pt x="0" y="1"/>
                    </a:moveTo>
                    <a:lnTo>
                      <a:pt x="0" y="334"/>
                    </a:lnTo>
                    <a:lnTo>
                      <a:pt x="3775" y="334"/>
                    </a:lnTo>
                    <a:lnTo>
                      <a:pt x="377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37"/>
              <p:cNvSpPr/>
              <p:nvPr/>
            </p:nvSpPr>
            <p:spPr>
              <a:xfrm>
                <a:off x="4324625" y="1477400"/>
                <a:ext cx="117300" cy="130700"/>
              </a:xfrm>
              <a:custGeom>
                <a:avLst/>
                <a:gdLst/>
                <a:ahLst/>
                <a:cxnLst/>
                <a:rect l="l" t="t" r="r" b="b"/>
                <a:pathLst>
                  <a:path w="4692" h="5228" extrusionOk="0">
                    <a:moveTo>
                      <a:pt x="1418" y="0"/>
                    </a:moveTo>
                    <a:cubicBezTo>
                      <a:pt x="644" y="0"/>
                      <a:pt x="1" y="643"/>
                      <a:pt x="1" y="1417"/>
                    </a:cubicBezTo>
                    <a:lnTo>
                      <a:pt x="1" y="5227"/>
                    </a:lnTo>
                    <a:lnTo>
                      <a:pt x="4692" y="5227"/>
                    </a:lnTo>
                    <a:lnTo>
                      <a:pt x="4692" y="1417"/>
                    </a:lnTo>
                    <a:cubicBezTo>
                      <a:pt x="4692" y="643"/>
                      <a:pt x="4061" y="0"/>
                      <a:pt x="327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37"/>
              <p:cNvSpPr/>
              <p:nvPr/>
            </p:nvSpPr>
            <p:spPr>
              <a:xfrm>
                <a:off x="4324625" y="1574125"/>
                <a:ext cx="117300" cy="33975"/>
              </a:xfrm>
              <a:custGeom>
                <a:avLst/>
                <a:gdLst/>
                <a:ahLst/>
                <a:cxnLst/>
                <a:rect l="l" t="t" r="r" b="b"/>
                <a:pathLst>
                  <a:path w="4692" h="1359" extrusionOk="0">
                    <a:moveTo>
                      <a:pt x="1" y="1"/>
                    </a:moveTo>
                    <a:lnTo>
                      <a:pt x="1" y="1358"/>
                    </a:lnTo>
                    <a:lnTo>
                      <a:pt x="4692" y="1358"/>
                    </a:lnTo>
                    <a:lnTo>
                      <a:pt x="4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37"/>
              <p:cNvSpPr/>
              <p:nvPr/>
            </p:nvSpPr>
            <p:spPr>
              <a:xfrm>
                <a:off x="4059425" y="1369950"/>
                <a:ext cx="260475" cy="293500"/>
              </a:xfrm>
              <a:custGeom>
                <a:avLst/>
                <a:gdLst/>
                <a:ahLst/>
                <a:cxnLst/>
                <a:rect l="l" t="t" r="r" b="b"/>
                <a:pathLst>
                  <a:path w="10419" h="11740" extrusionOk="0">
                    <a:moveTo>
                      <a:pt x="2120" y="0"/>
                    </a:moveTo>
                    <a:cubicBezTo>
                      <a:pt x="1905" y="0"/>
                      <a:pt x="1715" y="167"/>
                      <a:pt x="1679" y="381"/>
                    </a:cubicBezTo>
                    <a:lnTo>
                      <a:pt x="24" y="11240"/>
                    </a:lnTo>
                    <a:cubicBezTo>
                      <a:pt x="0" y="11359"/>
                      <a:pt x="48" y="11490"/>
                      <a:pt x="131" y="11585"/>
                    </a:cubicBezTo>
                    <a:cubicBezTo>
                      <a:pt x="215" y="11680"/>
                      <a:pt x="334" y="11740"/>
                      <a:pt x="453" y="11740"/>
                    </a:cubicBezTo>
                    <a:lnTo>
                      <a:pt x="9966" y="11740"/>
                    </a:lnTo>
                    <a:cubicBezTo>
                      <a:pt x="10085" y="11740"/>
                      <a:pt x="10204" y="11680"/>
                      <a:pt x="10287" y="11585"/>
                    </a:cubicBezTo>
                    <a:cubicBezTo>
                      <a:pt x="10383" y="11490"/>
                      <a:pt x="10418" y="11359"/>
                      <a:pt x="10395" y="11240"/>
                    </a:cubicBezTo>
                    <a:lnTo>
                      <a:pt x="8740" y="381"/>
                    </a:lnTo>
                    <a:cubicBezTo>
                      <a:pt x="8704" y="167"/>
                      <a:pt x="8525" y="0"/>
                      <a:pt x="82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37"/>
              <p:cNvSpPr/>
              <p:nvPr/>
            </p:nvSpPr>
            <p:spPr>
              <a:xfrm>
                <a:off x="4059725" y="1593175"/>
                <a:ext cx="260175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10407" h="2811" extrusionOk="0">
                    <a:moveTo>
                      <a:pt x="369" y="1"/>
                    </a:moveTo>
                    <a:lnTo>
                      <a:pt x="12" y="2311"/>
                    </a:lnTo>
                    <a:cubicBezTo>
                      <a:pt x="0" y="2430"/>
                      <a:pt x="36" y="2561"/>
                      <a:pt x="119" y="2656"/>
                    </a:cubicBezTo>
                    <a:cubicBezTo>
                      <a:pt x="203" y="2751"/>
                      <a:pt x="322" y="2811"/>
                      <a:pt x="453" y="2811"/>
                    </a:cubicBezTo>
                    <a:lnTo>
                      <a:pt x="9954" y="2811"/>
                    </a:lnTo>
                    <a:cubicBezTo>
                      <a:pt x="10073" y="2811"/>
                      <a:pt x="10204" y="2751"/>
                      <a:pt x="10287" y="2656"/>
                    </a:cubicBezTo>
                    <a:cubicBezTo>
                      <a:pt x="10371" y="2561"/>
                      <a:pt x="10406" y="2430"/>
                      <a:pt x="10383" y="2311"/>
                    </a:cubicBezTo>
                    <a:lnTo>
                      <a:pt x="10025" y="1"/>
                    </a:lnTo>
                    <a:cubicBezTo>
                      <a:pt x="10002" y="1"/>
                      <a:pt x="9978" y="13"/>
                      <a:pt x="9954" y="13"/>
                    </a:cubicBezTo>
                    <a:lnTo>
                      <a:pt x="453" y="13"/>
                    </a:lnTo>
                    <a:cubicBezTo>
                      <a:pt x="417" y="13"/>
                      <a:pt x="393" y="1"/>
                      <a:pt x="3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37"/>
              <p:cNvSpPr/>
              <p:nvPr/>
            </p:nvSpPr>
            <p:spPr>
              <a:xfrm>
                <a:off x="4052275" y="1090450"/>
                <a:ext cx="11050" cy="1262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49" extrusionOk="0">
                    <a:moveTo>
                      <a:pt x="227" y="0"/>
                    </a:moveTo>
                    <a:cubicBezTo>
                      <a:pt x="96" y="0"/>
                      <a:pt x="1" y="107"/>
                      <a:pt x="1" y="226"/>
                    </a:cubicBezTo>
                    <a:lnTo>
                      <a:pt x="1" y="4822"/>
                    </a:lnTo>
                    <a:cubicBezTo>
                      <a:pt x="1" y="4953"/>
                      <a:pt x="96" y="5048"/>
                      <a:pt x="227" y="5048"/>
                    </a:cubicBezTo>
                    <a:cubicBezTo>
                      <a:pt x="346" y="5048"/>
                      <a:pt x="441" y="4953"/>
                      <a:pt x="441" y="4822"/>
                    </a:cubicBezTo>
                    <a:lnTo>
                      <a:pt x="441" y="226"/>
                    </a:lnTo>
                    <a:cubicBezTo>
                      <a:pt x="441" y="107"/>
                      <a:pt x="346" y="0"/>
                      <a:pt x="2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37"/>
              <p:cNvSpPr/>
              <p:nvPr/>
            </p:nvSpPr>
            <p:spPr>
              <a:xfrm>
                <a:off x="4041575" y="1079725"/>
                <a:ext cx="327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311" extrusionOk="0">
                    <a:moveTo>
                      <a:pt x="655" y="1"/>
                    </a:moveTo>
                    <a:cubicBezTo>
                      <a:pt x="286" y="1"/>
                      <a:pt x="0" y="298"/>
                      <a:pt x="0" y="655"/>
                    </a:cubicBezTo>
                    <a:cubicBezTo>
                      <a:pt x="0" y="1025"/>
                      <a:pt x="286" y="1310"/>
                      <a:pt x="655" y="1310"/>
                    </a:cubicBezTo>
                    <a:cubicBezTo>
                      <a:pt x="1012" y="1310"/>
                      <a:pt x="1310" y="1025"/>
                      <a:pt x="1310" y="655"/>
                    </a:cubicBezTo>
                    <a:cubicBezTo>
                      <a:pt x="1310" y="298"/>
                      <a:pt x="1012" y="1"/>
                      <a:pt x="6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37"/>
              <p:cNvSpPr/>
              <p:nvPr/>
            </p:nvSpPr>
            <p:spPr>
              <a:xfrm>
                <a:off x="4316000" y="1090450"/>
                <a:ext cx="11050" cy="1262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49" extrusionOk="0">
                    <a:moveTo>
                      <a:pt x="215" y="0"/>
                    </a:moveTo>
                    <a:cubicBezTo>
                      <a:pt x="96" y="0"/>
                      <a:pt x="1" y="107"/>
                      <a:pt x="1" y="226"/>
                    </a:cubicBezTo>
                    <a:lnTo>
                      <a:pt x="1" y="4822"/>
                    </a:lnTo>
                    <a:cubicBezTo>
                      <a:pt x="1" y="4953"/>
                      <a:pt x="96" y="5048"/>
                      <a:pt x="215" y="5048"/>
                    </a:cubicBezTo>
                    <a:cubicBezTo>
                      <a:pt x="346" y="5048"/>
                      <a:pt x="441" y="4953"/>
                      <a:pt x="441" y="4822"/>
                    </a:cubicBezTo>
                    <a:lnTo>
                      <a:pt x="441" y="226"/>
                    </a:lnTo>
                    <a:cubicBezTo>
                      <a:pt x="441" y="107"/>
                      <a:pt x="346" y="0"/>
                      <a:pt x="2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37"/>
              <p:cNvSpPr/>
              <p:nvPr/>
            </p:nvSpPr>
            <p:spPr>
              <a:xfrm>
                <a:off x="4305000" y="1079725"/>
                <a:ext cx="330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11" extrusionOk="0">
                    <a:moveTo>
                      <a:pt x="655" y="1"/>
                    </a:moveTo>
                    <a:cubicBezTo>
                      <a:pt x="298" y="1"/>
                      <a:pt x="0" y="298"/>
                      <a:pt x="0" y="655"/>
                    </a:cubicBezTo>
                    <a:cubicBezTo>
                      <a:pt x="0" y="1013"/>
                      <a:pt x="298" y="1310"/>
                      <a:pt x="655" y="1310"/>
                    </a:cubicBezTo>
                    <a:cubicBezTo>
                      <a:pt x="1024" y="1310"/>
                      <a:pt x="1322" y="1025"/>
                      <a:pt x="1322" y="655"/>
                    </a:cubicBezTo>
                    <a:cubicBezTo>
                      <a:pt x="1322" y="298"/>
                      <a:pt x="1024" y="1"/>
                      <a:pt x="6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37"/>
              <p:cNvSpPr/>
              <p:nvPr/>
            </p:nvSpPr>
            <p:spPr>
              <a:xfrm>
                <a:off x="4286525" y="1187475"/>
                <a:ext cx="48250" cy="4855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942" extrusionOk="0">
                    <a:moveTo>
                      <a:pt x="965" y="1"/>
                    </a:moveTo>
                    <a:cubicBezTo>
                      <a:pt x="430" y="1"/>
                      <a:pt x="1" y="429"/>
                      <a:pt x="1" y="965"/>
                    </a:cubicBezTo>
                    <a:cubicBezTo>
                      <a:pt x="1" y="1501"/>
                      <a:pt x="430" y="1941"/>
                      <a:pt x="965" y="1941"/>
                    </a:cubicBezTo>
                    <a:cubicBezTo>
                      <a:pt x="1501" y="1941"/>
                      <a:pt x="1930" y="1501"/>
                      <a:pt x="1930" y="965"/>
                    </a:cubicBezTo>
                    <a:cubicBezTo>
                      <a:pt x="1930" y="429"/>
                      <a:pt x="1501" y="1"/>
                      <a:pt x="9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37"/>
              <p:cNvSpPr/>
              <p:nvPr/>
            </p:nvSpPr>
            <p:spPr>
              <a:xfrm>
                <a:off x="4044550" y="1187475"/>
                <a:ext cx="48525" cy="48550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942" extrusionOk="0">
                    <a:moveTo>
                      <a:pt x="965" y="1"/>
                    </a:moveTo>
                    <a:cubicBezTo>
                      <a:pt x="429" y="1"/>
                      <a:pt x="0" y="429"/>
                      <a:pt x="0" y="965"/>
                    </a:cubicBezTo>
                    <a:cubicBezTo>
                      <a:pt x="0" y="1501"/>
                      <a:pt x="429" y="1941"/>
                      <a:pt x="965" y="1941"/>
                    </a:cubicBezTo>
                    <a:cubicBezTo>
                      <a:pt x="1500" y="1941"/>
                      <a:pt x="1941" y="1501"/>
                      <a:pt x="1941" y="965"/>
                    </a:cubicBezTo>
                    <a:cubicBezTo>
                      <a:pt x="1941" y="429"/>
                      <a:pt x="1500" y="1"/>
                      <a:pt x="96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37"/>
              <p:cNvSpPr/>
              <p:nvPr/>
            </p:nvSpPr>
            <p:spPr>
              <a:xfrm>
                <a:off x="4067450" y="1089250"/>
                <a:ext cx="244400" cy="244700"/>
              </a:xfrm>
              <a:custGeom>
                <a:avLst/>
                <a:gdLst/>
                <a:ahLst/>
                <a:cxnLst/>
                <a:rect l="l" t="t" r="r" b="b"/>
                <a:pathLst>
                  <a:path w="9776" h="9788" extrusionOk="0">
                    <a:moveTo>
                      <a:pt x="4894" y="1"/>
                    </a:moveTo>
                    <a:cubicBezTo>
                      <a:pt x="2192" y="1"/>
                      <a:pt x="1" y="2191"/>
                      <a:pt x="1" y="4894"/>
                    </a:cubicBezTo>
                    <a:cubicBezTo>
                      <a:pt x="1" y="7597"/>
                      <a:pt x="2192" y="9787"/>
                      <a:pt x="4894" y="9787"/>
                    </a:cubicBezTo>
                    <a:cubicBezTo>
                      <a:pt x="7585" y="9787"/>
                      <a:pt x="9776" y="7597"/>
                      <a:pt x="9776" y="4894"/>
                    </a:cubicBezTo>
                    <a:cubicBezTo>
                      <a:pt x="9776" y="2191"/>
                      <a:pt x="7585" y="1"/>
                      <a:pt x="489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37"/>
              <p:cNvSpPr/>
              <p:nvPr/>
            </p:nvSpPr>
            <p:spPr>
              <a:xfrm>
                <a:off x="4090375" y="1176175"/>
                <a:ext cx="1985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7943" h="2799" extrusionOk="0">
                    <a:moveTo>
                      <a:pt x="679" y="0"/>
                    </a:moveTo>
                    <a:cubicBezTo>
                      <a:pt x="298" y="0"/>
                      <a:pt x="1" y="298"/>
                      <a:pt x="1" y="679"/>
                    </a:cubicBezTo>
                    <a:lnTo>
                      <a:pt x="1" y="2120"/>
                    </a:lnTo>
                    <a:cubicBezTo>
                      <a:pt x="1" y="2489"/>
                      <a:pt x="298" y="2798"/>
                      <a:pt x="679" y="2798"/>
                    </a:cubicBezTo>
                    <a:lnTo>
                      <a:pt x="7275" y="2798"/>
                    </a:lnTo>
                    <a:cubicBezTo>
                      <a:pt x="7645" y="2798"/>
                      <a:pt x="7942" y="2489"/>
                      <a:pt x="7942" y="2120"/>
                    </a:cubicBezTo>
                    <a:lnTo>
                      <a:pt x="7942" y="679"/>
                    </a:lnTo>
                    <a:cubicBezTo>
                      <a:pt x="7942" y="298"/>
                      <a:pt x="7645" y="0"/>
                      <a:pt x="72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37"/>
              <p:cNvSpPr/>
              <p:nvPr/>
            </p:nvSpPr>
            <p:spPr>
              <a:xfrm>
                <a:off x="4119550" y="1199375"/>
                <a:ext cx="24725" cy="24750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90" extrusionOk="0">
                    <a:moveTo>
                      <a:pt x="489" y="1"/>
                    </a:moveTo>
                    <a:cubicBezTo>
                      <a:pt x="215" y="1"/>
                      <a:pt x="1" y="215"/>
                      <a:pt x="1" y="489"/>
                    </a:cubicBezTo>
                    <a:cubicBezTo>
                      <a:pt x="1" y="763"/>
                      <a:pt x="215" y="989"/>
                      <a:pt x="489" y="989"/>
                    </a:cubicBezTo>
                    <a:cubicBezTo>
                      <a:pt x="763" y="989"/>
                      <a:pt x="989" y="763"/>
                      <a:pt x="989" y="489"/>
                    </a:cubicBezTo>
                    <a:cubicBezTo>
                      <a:pt x="989" y="215"/>
                      <a:pt x="763" y="1"/>
                      <a:pt x="48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37"/>
              <p:cNvSpPr/>
              <p:nvPr/>
            </p:nvSpPr>
            <p:spPr>
              <a:xfrm>
                <a:off x="4235050" y="1199375"/>
                <a:ext cx="25025" cy="24750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990" extrusionOk="0">
                    <a:moveTo>
                      <a:pt x="500" y="1"/>
                    </a:moveTo>
                    <a:cubicBezTo>
                      <a:pt x="226" y="1"/>
                      <a:pt x="0" y="215"/>
                      <a:pt x="0" y="489"/>
                    </a:cubicBezTo>
                    <a:cubicBezTo>
                      <a:pt x="0" y="763"/>
                      <a:pt x="226" y="989"/>
                      <a:pt x="500" y="989"/>
                    </a:cubicBezTo>
                    <a:cubicBezTo>
                      <a:pt x="774" y="989"/>
                      <a:pt x="1000" y="763"/>
                      <a:pt x="1000" y="489"/>
                    </a:cubicBezTo>
                    <a:cubicBezTo>
                      <a:pt x="1000" y="215"/>
                      <a:pt x="774" y="1"/>
                      <a:pt x="5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37"/>
              <p:cNvSpPr/>
              <p:nvPr/>
            </p:nvSpPr>
            <p:spPr>
              <a:xfrm>
                <a:off x="4084125" y="1562525"/>
                <a:ext cx="20275" cy="20275"/>
              </a:xfrm>
              <a:custGeom>
                <a:avLst/>
                <a:gdLst/>
                <a:ahLst/>
                <a:cxnLst/>
                <a:rect l="l" t="t" r="r" b="b"/>
                <a:pathLst>
                  <a:path w="811" h="811" extrusionOk="0">
                    <a:moveTo>
                      <a:pt x="405" y="0"/>
                    </a:moveTo>
                    <a:cubicBezTo>
                      <a:pt x="179" y="0"/>
                      <a:pt x="1" y="191"/>
                      <a:pt x="1" y="405"/>
                    </a:cubicBezTo>
                    <a:cubicBezTo>
                      <a:pt x="1" y="632"/>
                      <a:pt x="179" y="810"/>
                      <a:pt x="405" y="810"/>
                    </a:cubicBezTo>
                    <a:cubicBezTo>
                      <a:pt x="620" y="810"/>
                      <a:pt x="810" y="632"/>
                      <a:pt x="810" y="405"/>
                    </a:cubicBezTo>
                    <a:cubicBezTo>
                      <a:pt x="810" y="179"/>
                      <a:pt x="620" y="0"/>
                      <a:pt x="40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37"/>
              <p:cNvSpPr/>
              <p:nvPr/>
            </p:nvSpPr>
            <p:spPr>
              <a:xfrm>
                <a:off x="4122225" y="1562525"/>
                <a:ext cx="20275" cy="20275"/>
              </a:xfrm>
              <a:custGeom>
                <a:avLst/>
                <a:gdLst/>
                <a:ahLst/>
                <a:cxnLst/>
                <a:rect l="l" t="t" r="r" b="b"/>
                <a:pathLst>
                  <a:path w="811" h="811" extrusionOk="0">
                    <a:moveTo>
                      <a:pt x="405" y="0"/>
                    </a:moveTo>
                    <a:cubicBezTo>
                      <a:pt x="179" y="0"/>
                      <a:pt x="1" y="191"/>
                      <a:pt x="1" y="405"/>
                    </a:cubicBezTo>
                    <a:cubicBezTo>
                      <a:pt x="1" y="632"/>
                      <a:pt x="179" y="810"/>
                      <a:pt x="405" y="810"/>
                    </a:cubicBezTo>
                    <a:cubicBezTo>
                      <a:pt x="632" y="810"/>
                      <a:pt x="810" y="632"/>
                      <a:pt x="810" y="405"/>
                    </a:cubicBezTo>
                    <a:cubicBezTo>
                      <a:pt x="810" y="179"/>
                      <a:pt x="632" y="0"/>
                      <a:pt x="40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37"/>
              <p:cNvSpPr/>
              <p:nvPr/>
            </p:nvSpPr>
            <p:spPr>
              <a:xfrm>
                <a:off x="4160625" y="1562525"/>
                <a:ext cx="19975" cy="20275"/>
              </a:xfrm>
              <a:custGeom>
                <a:avLst/>
                <a:gdLst/>
                <a:ahLst/>
                <a:cxnLst/>
                <a:rect l="l" t="t" r="r" b="b"/>
                <a:pathLst>
                  <a:path w="799" h="811" extrusionOk="0">
                    <a:moveTo>
                      <a:pt x="393" y="0"/>
                    </a:moveTo>
                    <a:cubicBezTo>
                      <a:pt x="179" y="0"/>
                      <a:pt x="1" y="191"/>
                      <a:pt x="1" y="405"/>
                    </a:cubicBezTo>
                    <a:cubicBezTo>
                      <a:pt x="1" y="632"/>
                      <a:pt x="179" y="810"/>
                      <a:pt x="393" y="810"/>
                    </a:cubicBezTo>
                    <a:cubicBezTo>
                      <a:pt x="620" y="810"/>
                      <a:pt x="798" y="632"/>
                      <a:pt x="798" y="405"/>
                    </a:cubicBezTo>
                    <a:cubicBezTo>
                      <a:pt x="798" y="179"/>
                      <a:pt x="620" y="0"/>
                      <a:pt x="3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37"/>
              <p:cNvSpPr/>
              <p:nvPr/>
            </p:nvSpPr>
            <p:spPr>
              <a:xfrm>
                <a:off x="4198725" y="1562525"/>
                <a:ext cx="20275" cy="20275"/>
              </a:xfrm>
              <a:custGeom>
                <a:avLst/>
                <a:gdLst/>
                <a:ahLst/>
                <a:cxnLst/>
                <a:rect l="l" t="t" r="r" b="b"/>
                <a:pathLst>
                  <a:path w="811" h="811" extrusionOk="0">
                    <a:moveTo>
                      <a:pt x="405" y="0"/>
                    </a:moveTo>
                    <a:cubicBezTo>
                      <a:pt x="179" y="0"/>
                      <a:pt x="1" y="191"/>
                      <a:pt x="1" y="405"/>
                    </a:cubicBezTo>
                    <a:cubicBezTo>
                      <a:pt x="1" y="632"/>
                      <a:pt x="179" y="810"/>
                      <a:pt x="405" y="810"/>
                    </a:cubicBezTo>
                    <a:cubicBezTo>
                      <a:pt x="620" y="810"/>
                      <a:pt x="810" y="632"/>
                      <a:pt x="810" y="405"/>
                    </a:cubicBezTo>
                    <a:cubicBezTo>
                      <a:pt x="810" y="179"/>
                      <a:pt x="620" y="0"/>
                      <a:pt x="40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37"/>
              <p:cNvSpPr/>
              <p:nvPr/>
            </p:nvSpPr>
            <p:spPr>
              <a:xfrm>
                <a:off x="4236825" y="1562525"/>
                <a:ext cx="20275" cy="20275"/>
              </a:xfrm>
              <a:custGeom>
                <a:avLst/>
                <a:gdLst/>
                <a:ahLst/>
                <a:cxnLst/>
                <a:rect l="l" t="t" r="r" b="b"/>
                <a:pathLst>
                  <a:path w="811" h="811" extrusionOk="0">
                    <a:moveTo>
                      <a:pt x="405" y="0"/>
                    </a:moveTo>
                    <a:cubicBezTo>
                      <a:pt x="179" y="0"/>
                      <a:pt x="1" y="191"/>
                      <a:pt x="1" y="405"/>
                    </a:cubicBezTo>
                    <a:cubicBezTo>
                      <a:pt x="1" y="632"/>
                      <a:pt x="179" y="810"/>
                      <a:pt x="405" y="810"/>
                    </a:cubicBezTo>
                    <a:cubicBezTo>
                      <a:pt x="632" y="810"/>
                      <a:pt x="810" y="632"/>
                      <a:pt x="810" y="405"/>
                    </a:cubicBezTo>
                    <a:cubicBezTo>
                      <a:pt x="810" y="179"/>
                      <a:pt x="632" y="0"/>
                      <a:pt x="40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37"/>
              <p:cNvSpPr/>
              <p:nvPr/>
            </p:nvSpPr>
            <p:spPr>
              <a:xfrm>
                <a:off x="4275225" y="1562525"/>
                <a:ext cx="19975" cy="20275"/>
              </a:xfrm>
              <a:custGeom>
                <a:avLst/>
                <a:gdLst/>
                <a:ahLst/>
                <a:cxnLst/>
                <a:rect l="l" t="t" r="r" b="b"/>
                <a:pathLst>
                  <a:path w="799" h="811" extrusionOk="0">
                    <a:moveTo>
                      <a:pt x="393" y="0"/>
                    </a:moveTo>
                    <a:cubicBezTo>
                      <a:pt x="179" y="0"/>
                      <a:pt x="0" y="191"/>
                      <a:pt x="0" y="405"/>
                    </a:cubicBezTo>
                    <a:cubicBezTo>
                      <a:pt x="0" y="632"/>
                      <a:pt x="179" y="810"/>
                      <a:pt x="393" y="810"/>
                    </a:cubicBezTo>
                    <a:cubicBezTo>
                      <a:pt x="620" y="810"/>
                      <a:pt x="798" y="632"/>
                      <a:pt x="798" y="405"/>
                    </a:cubicBezTo>
                    <a:cubicBezTo>
                      <a:pt x="798" y="179"/>
                      <a:pt x="620" y="0"/>
                      <a:pt x="3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37"/>
              <p:cNvSpPr/>
              <p:nvPr/>
            </p:nvSpPr>
            <p:spPr>
              <a:xfrm>
                <a:off x="4079950" y="1369950"/>
                <a:ext cx="219700" cy="150925"/>
              </a:xfrm>
              <a:custGeom>
                <a:avLst/>
                <a:gdLst/>
                <a:ahLst/>
                <a:cxnLst/>
                <a:rect l="l" t="t" r="r" b="b"/>
                <a:pathLst>
                  <a:path w="8788" h="6037" extrusionOk="0">
                    <a:moveTo>
                      <a:pt x="4144" y="0"/>
                    </a:moveTo>
                    <a:lnTo>
                      <a:pt x="4144" y="5560"/>
                    </a:lnTo>
                    <a:lnTo>
                      <a:pt x="72" y="5560"/>
                    </a:lnTo>
                    <a:lnTo>
                      <a:pt x="1" y="6037"/>
                    </a:lnTo>
                    <a:lnTo>
                      <a:pt x="8788" y="6037"/>
                    </a:lnTo>
                    <a:lnTo>
                      <a:pt x="8704" y="5560"/>
                    </a:lnTo>
                    <a:lnTo>
                      <a:pt x="4633" y="5560"/>
                    </a:lnTo>
                    <a:lnTo>
                      <a:pt x="463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19" name="Google Shape;1419;p37"/>
          <p:cNvGrpSpPr/>
          <p:nvPr/>
        </p:nvGrpSpPr>
        <p:grpSpPr>
          <a:xfrm rot="-648347">
            <a:off x="7441152" y="1011866"/>
            <a:ext cx="1761368" cy="2000683"/>
            <a:chOff x="532500" y="3321500"/>
            <a:chExt cx="573900" cy="651875"/>
          </a:xfrm>
        </p:grpSpPr>
        <p:sp>
          <p:nvSpPr>
            <p:cNvPr id="1420" name="Google Shape;1420;p37"/>
            <p:cNvSpPr/>
            <p:nvPr/>
          </p:nvSpPr>
          <p:spPr>
            <a:xfrm>
              <a:off x="532500" y="3321500"/>
              <a:ext cx="573900" cy="651875"/>
            </a:xfrm>
            <a:custGeom>
              <a:avLst/>
              <a:gdLst/>
              <a:ahLst/>
              <a:cxnLst/>
              <a:rect l="l" t="t" r="r" b="b"/>
              <a:pathLst>
                <a:path w="22956" h="26075" extrusionOk="0">
                  <a:moveTo>
                    <a:pt x="0" y="0"/>
                  </a:moveTo>
                  <a:cubicBezTo>
                    <a:pt x="0" y="750"/>
                    <a:pt x="536" y="1369"/>
                    <a:pt x="1250" y="1512"/>
                  </a:cubicBezTo>
                  <a:lnTo>
                    <a:pt x="1250" y="2036"/>
                  </a:lnTo>
                  <a:lnTo>
                    <a:pt x="1000" y="2036"/>
                  </a:lnTo>
                  <a:lnTo>
                    <a:pt x="1000" y="4536"/>
                  </a:lnTo>
                  <a:cubicBezTo>
                    <a:pt x="1000" y="6191"/>
                    <a:pt x="2334" y="7537"/>
                    <a:pt x="3989" y="7549"/>
                  </a:cubicBezTo>
                  <a:lnTo>
                    <a:pt x="4156" y="7549"/>
                  </a:lnTo>
                  <a:cubicBezTo>
                    <a:pt x="4322" y="8025"/>
                    <a:pt x="4763" y="8382"/>
                    <a:pt x="5287" y="8418"/>
                  </a:cubicBezTo>
                  <a:lnTo>
                    <a:pt x="5287" y="11359"/>
                  </a:lnTo>
                  <a:cubicBezTo>
                    <a:pt x="4763" y="11406"/>
                    <a:pt x="4322" y="11752"/>
                    <a:pt x="4156" y="12228"/>
                  </a:cubicBezTo>
                  <a:lnTo>
                    <a:pt x="3989" y="12228"/>
                  </a:lnTo>
                  <a:cubicBezTo>
                    <a:pt x="2334" y="12252"/>
                    <a:pt x="1000" y="13597"/>
                    <a:pt x="1000" y="15252"/>
                  </a:cubicBezTo>
                  <a:lnTo>
                    <a:pt x="1000" y="17740"/>
                  </a:lnTo>
                  <a:lnTo>
                    <a:pt x="1250" y="17740"/>
                  </a:lnTo>
                  <a:lnTo>
                    <a:pt x="1250" y="18276"/>
                  </a:lnTo>
                  <a:cubicBezTo>
                    <a:pt x="536" y="18407"/>
                    <a:pt x="0" y="19038"/>
                    <a:pt x="0" y="19776"/>
                  </a:cubicBezTo>
                  <a:lnTo>
                    <a:pt x="619" y="19776"/>
                  </a:lnTo>
                  <a:cubicBezTo>
                    <a:pt x="619" y="19276"/>
                    <a:pt x="1036" y="18860"/>
                    <a:pt x="1536" y="18860"/>
                  </a:cubicBezTo>
                  <a:cubicBezTo>
                    <a:pt x="2036" y="18860"/>
                    <a:pt x="2453" y="19276"/>
                    <a:pt x="2453" y="19776"/>
                  </a:cubicBezTo>
                  <a:lnTo>
                    <a:pt x="3072" y="19776"/>
                  </a:lnTo>
                  <a:cubicBezTo>
                    <a:pt x="3072" y="19038"/>
                    <a:pt x="2536" y="18407"/>
                    <a:pt x="1822" y="18276"/>
                  </a:cubicBezTo>
                  <a:lnTo>
                    <a:pt x="1822" y="17740"/>
                  </a:lnTo>
                  <a:lnTo>
                    <a:pt x="2001" y="17740"/>
                  </a:lnTo>
                  <a:lnTo>
                    <a:pt x="2001" y="15252"/>
                  </a:lnTo>
                  <a:cubicBezTo>
                    <a:pt x="2001" y="14133"/>
                    <a:pt x="2905" y="13240"/>
                    <a:pt x="4013" y="13240"/>
                  </a:cubicBezTo>
                  <a:lnTo>
                    <a:pt x="4191" y="13240"/>
                  </a:lnTo>
                  <a:cubicBezTo>
                    <a:pt x="4382" y="13669"/>
                    <a:pt x="4799" y="13966"/>
                    <a:pt x="5287" y="14014"/>
                  </a:cubicBezTo>
                  <a:lnTo>
                    <a:pt x="5287" y="16347"/>
                  </a:lnTo>
                  <a:lnTo>
                    <a:pt x="5287" y="18419"/>
                  </a:lnTo>
                  <a:lnTo>
                    <a:pt x="7656" y="18419"/>
                  </a:lnTo>
                  <a:cubicBezTo>
                    <a:pt x="8097" y="19241"/>
                    <a:pt x="8811" y="19907"/>
                    <a:pt x="9680" y="20300"/>
                  </a:cubicBezTo>
                  <a:cubicBezTo>
                    <a:pt x="9144" y="20610"/>
                    <a:pt x="8549" y="20955"/>
                    <a:pt x="7977" y="21300"/>
                  </a:cubicBezTo>
                  <a:cubicBezTo>
                    <a:pt x="7966" y="21300"/>
                    <a:pt x="7954" y="21312"/>
                    <a:pt x="7954" y="21312"/>
                  </a:cubicBezTo>
                  <a:cubicBezTo>
                    <a:pt x="7823" y="21396"/>
                    <a:pt x="7692" y="21467"/>
                    <a:pt x="7561" y="21550"/>
                  </a:cubicBezTo>
                  <a:lnTo>
                    <a:pt x="7549" y="21550"/>
                  </a:lnTo>
                  <a:cubicBezTo>
                    <a:pt x="7251" y="21729"/>
                    <a:pt x="6965" y="21908"/>
                    <a:pt x="6704" y="22074"/>
                  </a:cubicBezTo>
                  <a:lnTo>
                    <a:pt x="6692" y="22086"/>
                  </a:lnTo>
                  <a:cubicBezTo>
                    <a:pt x="6632" y="22122"/>
                    <a:pt x="6573" y="22158"/>
                    <a:pt x="6513" y="22193"/>
                  </a:cubicBezTo>
                  <a:cubicBezTo>
                    <a:pt x="6501" y="22205"/>
                    <a:pt x="6489" y="22205"/>
                    <a:pt x="6489" y="22217"/>
                  </a:cubicBezTo>
                  <a:cubicBezTo>
                    <a:pt x="6430" y="22253"/>
                    <a:pt x="6370" y="22289"/>
                    <a:pt x="6311" y="22324"/>
                  </a:cubicBezTo>
                  <a:lnTo>
                    <a:pt x="6275" y="22348"/>
                  </a:lnTo>
                  <a:cubicBezTo>
                    <a:pt x="6227" y="22384"/>
                    <a:pt x="6168" y="22420"/>
                    <a:pt x="6120" y="22443"/>
                  </a:cubicBezTo>
                  <a:cubicBezTo>
                    <a:pt x="6108" y="22455"/>
                    <a:pt x="6108" y="22455"/>
                    <a:pt x="6096" y="22467"/>
                  </a:cubicBezTo>
                  <a:cubicBezTo>
                    <a:pt x="6037" y="22503"/>
                    <a:pt x="5989" y="22539"/>
                    <a:pt x="5942" y="22574"/>
                  </a:cubicBezTo>
                  <a:cubicBezTo>
                    <a:pt x="5537" y="22836"/>
                    <a:pt x="5287" y="23039"/>
                    <a:pt x="5287" y="23110"/>
                  </a:cubicBezTo>
                  <a:lnTo>
                    <a:pt x="5287" y="23920"/>
                  </a:lnTo>
                  <a:cubicBezTo>
                    <a:pt x="5287" y="24265"/>
                    <a:pt x="5572" y="24551"/>
                    <a:pt x="5918" y="24551"/>
                  </a:cubicBezTo>
                  <a:lnTo>
                    <a:pt x="6263" y="24551"/>
                  </a:lnTo>
                  <a:lnTo>
                    <a:pt x="6263" y="25503"/>
                  </a:lnTo>
                  <a:cubicBezTo>
                    <a:pt x="6263" y="25813"/>
                    <a:pt x="6513" y="26075"/>
                    <a:pt x="6834" y="26075"/>
                  </a:cubicBezTo>
                  <a:cubicBezTo>
                    <a:pt x="7144" y="26075"/>
                    <a:pt x="7406" y="25813"/>
                    <a:pt x="7406" y="25503"/>
                  </a:cubicBezTo>
                  <a:lnTo>
                    <a:pt x="7406" y="24551"/>
                  </a:lnTo>
                  <a:lnTo>
                    <a:pt x="8585" y="24551"/>
                  </a:lnTo>
                  <a:lnTo>
                    <a:pt x="8585" y="25503"/>
                  </a:lnTo>
                  <a:cubicBezTo>
                    <a:pt x="8585" y="25813"/>
                    <a:pt x="8835" y="26075"/>
                    <a:pt x="9156" y="26075"/>
                  </a:cubicBezTo>
                  <a:cubicBezTo>
                    <a:pt x="9478" y="26075"/>
                    <a:pt x="9728" y="25813"/>
                    <a:pt x="9728" y="25503"/>
                  </a:cubicBezTo>
                  <a:lnTo>
                    <a:pt x="9728" y="24551"/>
                  </a:lnTo>
                  <a:lnTo>
                    <a:pt x="10906" y="24551"/>
                  </a:lnTo>
                  <a:lnTo>
                    <a:pt x="10906" y="25503"/>
                  </a:lnTo>
                  <a:cubicBezTo>
                    <a:pt x="10906" y="25813"/>
                    <a:pt x="11168" y="26075"/>
                    <a:pt x="11478" y="26075"/>
                  </a:cubicBezTo>
                  <a:cubicBezTo>
                    <a:pt x="11799" y="26075"/>
                    <a:pt x="12049" y="25813"/>
                    <a:pt x="12049" y="25503"/>
                  </a:cubicBezTo>
                  <a:lnTo>
                    <a:pt x="12049" y="24551"/>
                  </a:lnTo>
                  <a:lnTo>
                    <a:pt x="13228" y="24551"/>
                  </a:lnTo>
                  <a:lnTo>
                    <a:pt x="13228" y="25503"/>
                  </a:lnTo>
                  <a:cubicBezTo>
                    <a:pt x="13228" y="25813"/>
                    <a:pt x="13490" y="26075"/>
                    <a:pt x="13800" y="26075"/>
                  </a:cubicBezTo>
                  <a:cubicBezTo>
                    <a:pt x="14121" y="26075"/>
                    <a:pt x="14383" y="25813"/>
                    <a:pt x="14383" y="25503"/>
                  </a:cubicBezTo>
                  <a:lnTo>
                    <a:pt x="14383" y="24551"/>
                  </a:lnTo>
                  <a:lnTo>
                    <a:pt x="15562" y="24551"/>
                  </a:lnTo>
                  <a:lnTo>
                    <a:pt x="15562" y="25503"/>
                  </a:lnTo>
                  <a:cubicBezTo>
                    <a:pt x="15562" y="25813"/>
                    <a:pt x="15812" y="26075"/>
                    <a:pt x="16133" y="26075"/>
                  </a:cubicBezTo>
                  <a:cubicBezTo>
                    <a:pt x="16443" y="26075"/>
                    <a:pt x="16705" y="25813"/>
                    <a:pt x="16705" y="25503"/>
                  </a:cubicBezTo>
                  <a:lnTo>
                    <a:pt x="16705" y="24551"/>
                  </a:lnTo>
                  <a:lnTo>
                    <a:pt x="17050" y="24551"/>
                  </a:lnTo>
                  <a:cubicBezTo>
                    <a:pt x="17395" y="24551"/>
                    <a:pt x="17669" y="24265"/>
                    <a:pt x="17669" y="23920"/>
                  </a:cubicBezTo>
                  <a:lnTo>
                    <a:pt x="17669" y="23110"/>
                  </a:lnTo>
                  <a:cubicBezTo>
                    <a:pt x="17669" y="23039"/>
                    <a:pt x="17419" y="22836"/>
                    <a:pt x="17026" y="22574"/>
                  </a:cubicBezTo>
                  <a:cubicBezTo>
                    <a:pt x="16967" y="22539"/>
                    <a:pt x="16919" y="22503"/>
                    <a:pt x="16860" y="22467"/>
                  </a:cubicBezTo>
                  <a:cubicBezTo>
                    <a:pt x="16860" y="22455"/>
                    <a:pt x="16848" y="22455"/>
                    <a:pt x="16848" y="22455"/>
                  </a:cubicBezTo>
                  <a:cubicBezTo>
                    <a:pt x="16788" y="22420"/>
                    <a:pt x="16729" y="22384"/>
                    <a:pt x="16669" y="22336"/>
                  </a:cubicBezTo>
                  <a:cubicBezTo>
                    <a:pt x="16669" y="22336"/>
                    <a:pt x="16657" y="22336"/>
                    <a:pt x="16657" y="22324"/>
                  </a:cubicBezTo>
                  <a:cubicBezTo>
                    <a:pt x="16598" y="22289"/>
                    <a:pt x="16526" y="22253"/>
                    <a:pt x="16467" y="22205"/>
                  </a:cubicBezTo>
                  <a:cubicBezTo>
                    <a:pt x="16407" y="22170"/>
                    <a:pt x="16336" y="22122"/>
                    <a:pt x="16264" y="22086"/>
                  </a:cubicBezTo>
                  <a:cubicBezTo>
                    <a:pt x="16264" y="22086"/>
                    <a:pt x="16264" y="22074"/>
                    <a:pt x="16252" y="22074"/>
                  </a:cubicBezTo>
                  <a:cubicBezTo>
                    <a:pt x="15990" y="21908"/>
                    <a:pt x="15705" y="21741"/>
                    <a:pt x="15407" y="21562"/>
                  </a:cubicBezTo>
                  <a:cubicBezTo>
                    <a:pt x="15407" y="21550"/>
                    <a:pt x="15407" y="21550"/>
                    <a:pt x="15395" y="21550"/>
                  </a:cubicBezTo>
                  <a:cubicBezTo>
                    <a:pt x="15264" y="21479"/>
                    <a:pt x="15145" y="21396"/>
                    <a:pt x="15014" y="21324"/>
                  </a:cubicBezTo>
                  <a:cubicBezTo>
                    <a:pt x="15002" y="21312"/>
                    <a:pt x="14990" y="21300"/>
                    <a:pt x="14978" y="21300"/>
                  </a:cubicBezTo>
                  <a:cubicBezTo>
                    <a:pt x="14859" y="21229"/>
                    <a:pt x="14728" y="21158"/>
                    <a:pt x="14609" y="21086"/>
                  </a:cubicBezTo>
                  <a:lnTo>
                    <a:pt x="14585" y="21062"/>
                  </a:lnTo>
                  <a:cubicBezTo>
                    <a:pt x="14133" y="20800"/>
                    <a:pt x="13692" y="20538"/>
                    <a:pt x="13276" y="20300"/>
                  </a:cubicBezTo>
                  <a:cubicBezTo>
                    <a:pt x="14145" y="19907"/>
                    <a:pt x="14859" y="19241"/>
                    <a:pt x="15300" y="18419"/>
                  </a:cubicBezTo>
                  <a:lnTo>
                    <a:pt x="17669" y="18419"/>
                  </a:lnTo>
                  <a:lnTo>
                    <a:pt x="17669" y="16347"/>
                  </a:lnTo>
                  <a:lnTo>
                    <a:pt x="17669" y="14014"/>
                  </a:lnTo>
                  <a:cubicBezTo>
                    <a:pt x="18157" y="13978"/>
                    <a:pt x="18574" y="13669"/>
                    <a:pt x="18765" y="13240"/>
                  </a:cubicBezTo>
                  <a:lnTo>
                    <a:pt x="18943" y="13240"/>
                  </a:lnTo>
                  <a:cubicBezTo>
                    <a:pt x="20062" y="13240"/>
                    <a:pt x="20955" y="14145"/>
                    <a:pt x="20955" y="15252"/>
                  </a:cubicBezTo>
                  <a:lnTo>
                    <a:pt x="20955" y="17752"/>
                  </a:lnTo>
                  <a:lnTo>
                    <a:pt x="21134" y="17752"/>
                  </a:lnTo>
                  <a:lnTo>
                    <a:pt x="21134" y="18276"/>
                  </a:lnTo>
                  <a:cubicBezTo>
                    <a:pt x="20420" y="18419"/>
                    <a:pt x="19884" y="19038"/>
                    <a:pt x="19884" y="19776"/>
                  </a:cubicBezTo>
                  <a:lnTo>
                    <a:pt x="20503" y="19776"/>
                  </a:lnTo>
                  <a:cubicBezTo>
                    <a:pt x="20503" y="19276"/>
                    <a:pt x="20920" y="18872"/>
                    <a:pt x="21420" y="18872"/>
                  </a:cubicBezTo>
                  <a:cubicBezTo>
                    <a:pt x="21920" y="18872"/>
                    <a:pt x="22336" y="19276"/>
                    <a:pt x="22336" y="19776"/>
                  </a:cubicBezTo>
                  <a:lnTo>
                    <a:pt x="22956" y="19776"/>
                  </a:lnTo>
                  <a:cubicBezTo>
                    <a:pt x="22956" y="19038"/>
                    <a:pt x="22420" y="18407"/>
                    <a:pt x="21717" y="18276"/>
                  </a:cubicBezTo>
                  <a:lnTo>
                    <a:pt x="21717" y="17740"/>
                  </a:lnTo>
                  <a:lnTo>
                    <a:pt x="21967" y="17740"/>
                  </a:lnTo>
                  <a:lnTo>
                    <a:pt x="21967" y="15252"/>
                  </a:lnTo>
                  <a:cubicBezTo>
                    <a:pt x="21967" y="13597"/>
                    <a:pt x="20634" y="12252"/>
                    <a:pt x="18979" y="12228"/>
                  </a:cubicBezTo>
                  <a:lnTo>
                    <a:pt x="18812" y="12228"/>
                  </a:lnTo>
                  <a:cubicBezTo>
                    <a:pt x="18634" y="11752"/>
                    <a:pt x="18193" y="11406"/>
                    <a:pt x="17669" y="11359"/>
                  </a:cubicBezTo>
                  <a:lnTo>
                    <a:pt x="17669" y="8418"/>
                  </a:lnTo>
                  <a:cubicBezTo>
                    <a:pt x="18193" y="8382"/>
                    <a:pt x="18634" y="8025"/>
                    <a:pt x="18812" y="7549"/>
                  </a:cubicBezTo>
                  <a:lnTo>
                    <a:pt x="18979" y="7549"/>
                  </a:lnTo>
                  <a:cubicBezTo>
                    <a:pt x="20622" y="7537"/>
                    <a:pt x="21967" y="6191"/>
                    <a:pt x="21967" y="4536"/>
                  </a:cubicBezTo>
                  <a:lnTo>
                    <a:pt x="21967" y="2036"/>
                  </a:lnTo>
                  <a:lnTo>
                    <a:pt x="21717" y="2036"/>
                  </a:lnTo>
                  <a:lnTo>
                    <a:pt x="21717" y="1512"/>
                  </a:lnTo>
                  <a:cubicBezTo>
                    <a:pt x="22420" y="1369"/>
                    <a:pt x="22956" y="750"/>
                    <a:pt x="22956" y="0"/>
                  </a:cubicBezTo>
                  <a:lnTo>
                    <a:pt x="22336" y="0"/>
                  </a:lnTo>
                  <a:cubicBezTo>
                    <a:pt x="22336" y="512"/>
                    <a:pt x="21932" y="917"/>
                    <a:pt x="21420" y="917"/>
                  </a:cubicBezTo>
                  <a:cubicBezTo>
                    <a:pt x="20920" y="917"/>
                    <a:pt x="20515" y="512"/>
                    <a:pt x="20515" y="0"/>
                  </a:cubicBezTo>
                  <a:lnTo>
                    <a:pt x="19896" y="0"/>
                  </a:lnTo>
                  <a:cubicBezTo>
                    <a:pt x="19896" y="750"/>
                    <a:pt x="20431" y="1369"/>
                    <a:pt x="21134" y="1512"/>
                  </a:cubicBezTo>
                  <a:lnTo>
                    <a:pt x="21134" y="2036"/>
                  </a:lnTo>
                  <a:lnTo>
                    <a:pt x="20967" y="2036"/>
                  </a:lnTo>
                  <a:lnTo>
                    <a:pt x="20967" y="4536"/>
                  </a:lnTo>
                  <a:cubicBezTo>
                    <a:pt x="20967" y="5644"/>
                    <a:pt x="20062" y="6549"/>
                    <a:pt x="18955" y="6549"/>
                  </a:cubicBezTo>
                  <a:lnTo>
                    <a:pt x="18776" y="6549"/>
                  </a:lnTo>
                  <a:cubicBezTo>
                    <a:pt x="18574" y="6120"/>
                    <a:pt x="18157" y="5810"/>
                    <a:pt x="17669" y="5775"/>
                  </a:cubicBezTo>
                  <a:lnTo>
                    <a:pt x="17669" y="4024"/>
                  </a:lnTo>
                  <a:cubicBezTo>
                    <a:pt x="17669" y="2643"/>
                    <a:pt x="16550" y="1512"/>
                    <a:pt x="15169" y="1512"/>
                  </a:cubicBezTo>
                  <a:lnTo>
                    <a:pt x="7787" y="1512"/>
                  </a:lnTo>
                  <a:cubicBezTo>
                    <a:pt x="6406" y="1512"/>
                    <a:pt x="5287" y="2643"/>
                    <a:pt x="5287" y="4024"/>
                  </a:cubicBezTo>
                  <a:lnTo>
                    <a:pt x="5287" y="5775"/>
                  </a:lnTo>
                  <a:cubicBezTo>
                    <a:pt x="4799" y="5810"/>
                    <a:pt x="4382" y="6120"/>
                    <a:pt x="4191" y="6549"/>
                  </a:cubicBezTo>
                  <a:lnTo>
                    <a:pt x="4013" y="6549"/>
                  </a:lnTo>
                  <a:cubicBezTo>
                    <a:pt x="2894" y="6549"/>
                    <a:pt x="1989" y="5644"/>
                    <a:pt x="1989" y="4536"/>
                  </a:cubicBezTo>
                  <a:lnTo>
                    <a:pt x="1989" y="2036"/>
                  </a:lnTo>
                  <a:lnTo>
                    <a:pt x="1822" y="2036"/>
                  </a:lnTo>
                  <a:lnTo>
                    <a:pt x="1822" y="1512"/>
                  </a:lnTo>
                  <a:cubicBezTo>
                    <a:pt x="2536" y="1369"/>
                    <a:pt x="3072" y="750"/>
                    <a:pt x="3072" y="0"/>
                  </a:cubicBezTo>
                  <a:lnTo>
                    <a:pt x="2453" y="0"/>
                  </a:lnTo>
                  <a:cubicBezTo>
                    <a:pt x="2453" y="512"/>
                    <a:pt x="2036" y="917"/>
                    <a:pt x="1536" y="917"/>
                  </a:cubicBezTo>
                  <a:cubicBezTo>
                    <a:pt x="1036" y="917"/>
                    <a:pt x="619" y="512"/>
                    <a:pt x="619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21" name="Google Shape;1421;p37"/>
            <p:cNvGrpSpPr/>
            <p:nvPr/>
          </p:nvGrpSpPr>
          <p:grpSpPr>
            <a:xfrm>
              <a:off x="532500" y="3321500"/>
              <a:ext cx="573900" cy="651875"/>
              <a:chOff x="532500" y="2817450"/>
              <a:chExt cx="573900" cy="651875"/>
            </a:xfrm>
          </p:grpSpPr>
          <p:sp>
            <p:nvSpPr>
              <p:cNvPr id="1422" name="Google Shape;1422;p37"/>
              <p:cNvSpPr/>
              <p:nvPr/>
            </p:nvSpPr>
            <p:spPr>
              <a:xfrm>
                <a:off x="1060825" y="2849000"/>
                <a:ext cx="14625" cy="2860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1144" extrusionOk="0">
                    <a:moveTo>
                      <a:pt x="1" y="0"/>
                    </a:moveTo>
                    <a:lnTo>
                      <a:pt x="1" y="1143"/>
                    </a:lnTo>
                    <a:lnTo>
                      <a:pt x="584" y="1143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37"/>
              <p:cNvSpPr/>
              <p:nvPr/>
            </p:nvSpPr>
            <p:spPr>
              <a:xfrm>
                <a:off x="1029875" y="2817450"/>
                <a:ext cx="76525" cy="38425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1537" extrusionOk="0">
                    <a:moveTo>
                      <a:pt x="1" y="0"/>
                    </a:moveTo>
                    <a:cubicBezTo>
                      <a:pt x="1" y="845"/>
                      <a:pt x="691" y="1536"/>
                      <a:pt x="1525" y="1536"/>
                    </a:cubicBezTo>
                    <a:cubicBezTo>
                      <a:pt x="2370" y="1536"/>
                      <a:pt x="3061" y="845"/>
                      <a:pt x="3061" y="0"/>
                    </a:cubicBezTo>
                    <a:lnTo>
                      <a:pt x="2441" y="0"/>
                    </a:lnTo>
                    <a:cubicBezTo>
                      <a:pt x="2441" y="512"/>
                      <a:pt x="2037" y="917"/>
                      <a:pt x="1525" y="917"/>
                    </a:cubicBezTo>
                    <a:cubicBezTo>
                      <a:pt x="1025" y="917"/>
                      <a:pt x="620" y="512"/>
                      <a:pt x="62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37"/>
              <p:cNvSpPr/>
              <p:nvPr/>
            </p:nvSpPr>
            <p:spPr>
              <a:xfrm>
                <a:off x="962900" y="2868350"/>
                <a:ext cx="118800" cy="137825"/>
              </a:xfrm>
              <a:custGeom>
                <a:avLst/>
                <a:gdLst/>
                <a:ahLst/>
                <a:cxnLst/>
                <a:rect l="l" t="t" r="r" b="b"/>
                <a:pathLst>
                  <a:path w="4752" h="5513" extrusionOk="0">
                    <a:moveTo>
                      <a:pt x="3751" y="0"/>
                    </a:moveTo>
                    <a:lnTo>
                      <a:pt x="3751" y="2500"/>
                    </a:lnTo>
                    <a:cubicBezTo>
                      <a:pt x="3751" y="3608"/>
                      <a:pt x="2846" y="4513"/>
                      <a:pt x="1739" y="4513"/>
                    </a:cubicBezTo>
                    <a:lnTo>
                      <a:pt x="1" y="4513"/>
                    </a:lnTo>
                    <a:lnTo>
                      <a:pt x="1" y="5513"/>
                    </a:lnTo>
                    <a:lnTo>
                      <a:pt x="1763" y="5513"/>
                    </a:lnTo>
                    <a:cubicBezTo>
                      <a:pt x="3418" y="5501"/>
                      <a:pt x="4751" y="4155"/>
                      <a:pt x="4751" y="2500"/>
                    </a:cubicBezTo>
                    <a:lnTo>
                      <a:pt x="475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37"/>
              <p:cNvSpPr/>
              <p:nvPr/>
            </p:nvSpPr>
            <p:spPr>
              <a:xfrm>
                <a:off x="938200" y="2961500"/>
                <a:ext cx="66700" cy="66700"/>
              </a:xfrm>
              <a:custGeom>
                <a:avLst/>
                <a:gdLst/>
                <a:ahLst/>
                <a:cxnLst/>
                <a:rect l="l" t="t" r="r" b="b"/>
                <a:pathLst>
                  <a:path w="2668" h="2668" extrusionOk="0">
                    <a:moveTo>
                      <a:pt x="1334" y="1"/>
                    </a:moveTo>
                    <a:cubicBezTo>
                      <a:pt x="596" y="1"/>
                      <a:pt x="1" y="596"/>
                      <a:pt x="1" y="1334"/>
                    </a:cubicBezTo>
                    <a:cubicBezTo>
                      <a:pt x="1" y="2072"/>
                      <a:pt x="596" y="2668"/>
                      <a:pt x="1334" y="2668"/>
                    </a:cubicBezTo>
                    <a:cubicBezTo>
                      <a:pt x="2072" y="2668"/>
                      <a:pt x="2668" y="2072"/>
                      <a:pt x="2668" y="1334"/>
                    </a:cubicBezTo>
                    <a:cubicBezTo>
                      <a:pt x="2668" y="596"/>
                      <a:pt x="2072" y="1"/>
                      <a:pt x="1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37"/>
              <p:cNvSpPr/>
              <p:nvPr/>
            </p:nvSpPr>
            <p:spPr>
              <a:xfrm>
                <a:off x="1060825" y="3252025"/>
                <a:ext cx="14625" cy="28300"/>
              </a:xfrm>
              <a:custGeom>
                <a:avLst/>
                <a:gdLst/>
                <a:ahLst/>
                <a:cxnLst/>
                <a:rect l="l" t="t" r="r" b="b"/>
                <a:pathLst>
                  <a:path w="585" h="1132" extrusionOk="0">
                    <a:moveTo>
                      <a:pt x="1" y="0"/>
                    </a:moveTo>
                    <a:lnTo>
                      <a:pt x="1" y="1131"/>
                    </a:lnTo>
                    <a:lnTo>
                      <a:pt x="584" y="1131"/>
                    </a:lnTo>
                    <a:lnTo>
                      <a:pt x="58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37"/>
              <p:cNvSpPr/>
              <p:nvPr/>
            </p:nvSpPr>
            <p:spPr>
              <a:xfrm>
                <a:off x="1029875" y="3273750"/>
                <a:ext cx="76525" cy="38125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1525" extrusionOk="0">
                    <a:moveTo>
                      <a:pt x="1546" y="0"/>
                    </a:moveTo>
                    <a:cubicBezTo>
                      <a:pt x="1539" y="0"/>
                      <a:pt x="1532" y="0"/>
                      <a:pt x="1525" y="0"/>
                    </a:cubicBezTo>
                    <a:cubicBezTo>
                      <a:pt x="691" y="0"/>
                      <a:pt x="1" y="679"/>
                      <a:pt x="1" y="1524"/>
                    </a:cubicBezTo>
                    <a:lnTo>
                      <a:pt x="620" y="1524"/>
                    </a:lnTo>
                    <a:cubicBezTo>
                      <a:pt x="620" y="1024"/>
                      <a:pt x="1025" y="608"/>
                      <a:pt x="1525" y="608"/>
                    </a:cubicBezTo>
                    <a:cubicBezTo>
                      <a:pt x="2037" y="608"/>
                      <a:pt x="2441" y="1024"/>
                      <a:pt x="2441" y="1524"/>
                    </a:cubicBezTo>
                    <a:lnTo>
                      <a:pt x="3061" y="1524"/>
                    </a:lnTo>
                    <a:cubicBezTo>
                      <a:pt x="3061" y="686"/>
                      <a:pt x="2382" y="0"/>
                      <a:pt x="154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37"/>
              <p:cNvSpPr/>
              <p:nvPr/>
            </p:nvSpPr>
            <p:spPr>
              <a:xfrm>
                <a:off x="962900" y="3123125"/>
                <a:ext cx="118800" cy="137850"/>
              </a:xfrm>
              <a:custGeom>
                <a:avLst/>
                <a:gdLst/>
                <a:ahLst/>
                <a:cxnLst/>
                <a:rect l="l" t="t" r="r" b="b"/>
                <a:pathLst>
                  <a:path w="4752" h="5514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739" y="1001"/>
                    </a:lnTo>
                    <a:cubicBezTo>
                      <a:pt x="2846" y="1001"/>
                      <a:pt x="3751" y="1906"/>
                      <a:pt x="3751" y="3025"/>
                    </a:cubicBezTo>
                    <a:lnTo>
                      <a:pt x="3751" y="5513"/>
                    </a:lnTo>
                    <a:lnTo>
                      <a:pt x="4751" y="5513"/>
                    </a:lnTo>
                    <a:lnTo>
                      <a:pt x="4751" y="3025"/>
                    </a:lnTo>
                    <a:cubicBezTo>
                      <a:pt x="4751" y="1370"/>
                      <a:pt x="3418" y="25"/>
                      <a:pt x="17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37"/>
              <p:cNvSpPr/>
              <p:nvPr/>
            </p:nvSpPr>
            <p:spPr>
              <a:xfrm>
                <a:off x="938200" y="3101400"/>
                <a:ext cx="66700" cy="66400"/>
              </a:xfrm>
              <a:custGeom>
                <a:avLst/>
                <a:gdLst/>
                <a:ahLst/>
                <a:cxnLst/>
                <a:rect l="l" t="t" r="r" b="b"/>
                <a:pathLst>
                  <a:path w="2668" h="2656" extrusionOk="0">
                    <a:moveTo>
                      <a:pt x="1334" y="1"/>
                    </a:moveTo>
                    <a:cubicBezTo>
                      <a:pt x="596" y="1"/>
                      <a:pt x="1" y="596"/>
                      <a:pt x="1" y="1322"/>
                    </a:cubicBezTo>
                    <a:cubicBezTo>
                      <a:pt x="1" y="2060"/>
                      <a:pt x="596" y="2656"/>
                      <a:pt x="1334" y="2656"/>
                    </a:cubicBezTo>
                    <a:cubicBezTo>
                      <a:pt x="2072" y="2656"/>
                      <a:pt x="2668" y="2060"/>
                      <a:pt x="2668" y="1322"/>
                    </a:cubicBezTo>
                    <a:cubicBezTo>
                      <a:pt x="2668" y="596"/>
                      <a:pt x="2072" y="1"/>
                      <a:pt x="1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37"/>
              <p:cNvSpPr/>
              <p:nvPr/>
            </p:nvSpPr>
            <p:spPr>
              <a:xfrm>
                <a:off x="563750" y="2849000"/>
                <a:ext cx="14300" cy="28600"/>
              </a:xfrm>
              <a:custGeom>
                <a:avLst/>
                <a:gdLst/>
                <a:ahLst/>
                <a:cxnLst/>
                <a:rect l="l" t="t" r="r" b="b"/>
                <a:pathLst>
                  <a:path w="572" h="1144" extrusionOk="0">
                    <a:moveTo>
                      <a:pt x="0" y="0"/>
                    </a:moveTo>
                    <a:lnTo>
                      <a:pt x="0" y="1143"/>
                    </a:lnTo>
                    <a:lnTo>
                      <a:pt x="572" y="1143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37"/>
              <p:cNvSpPr/>
              <p:nvPr/>
            </p:nvSpPr>
            <p:spPr>
              <a:xfrm>
                <a:off x="532500" y="2817450"/>
                <a:ext cx="76825" cy="38425"/>
              </a:xfrm>
              <a:custGeom>
                <a:avLst/>
                <a:gdLst/>
                <a:ahLst/>
                <a:cxnLst/>
                <a:rect l="l" t="t" r="r" b="b"/>
                <a:pathLst>
                  <a:path w="3073" h="1537" extrusionOk="0">
                    <a:moveTo>
                      <a:pt x="0" y="0"/>
                    </a:moveTo>
                    <a:cubicBezTo>
                      <a:pt x="0" y="845"/>
                      <a:pt x="691" y="1536"/>
                      <a:pt x="1536" y="1536"/>
                    </a:cubicBezTo>
                    <a:cubicBezTo>
                      <a:pt x="2382" y="1536"/>
                      <a:pt x="3072" y="845"/>
                      <a:pt x="3072" y="0"/>
                    </a:cubicBezTo>
                    <a:lnTo>
                      <a:pt x="2453" y="0"/>
                    </a:lnTo>
                    <a:cubicBezTo>
                      <a:pt x="2453" y="512"/>
                      <a:pt x="2036" y="917"/>
                      <a:pt x="1536" y="917"/>
                    </a:cubicBezTo>
                    <a:cubicBezTo>
                      <a:pt x="1036" y="917"/>
                      <a:pt x="619" y="512"/>
                      <a:pt x="61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37"/>
              <p:cNvSpPr/>
              <p:nvPr/>
            </p:nvSpPr>
            <p:spPr>
              <a:xfrm>
                <a:off x="557500" y="2868350"/>
                <a:ext cx="118500" cy="137825"/>
              </a:xfrm>
              <a:custGeom>
                <a:avLst/>
                <a:gdLst/>
                <a:ahLst/>
                <a:cxnLst/>
                <a:rect l="l" t="t" r="r" b="b"/>
                <a:pathLst>
                  <a:path w="4740" h="5513" extrusionOk="0">
                    <a:moveTo>
                      <a:pt x="0" y="0"/>
                    </a:moveTo>
                    <a:lnTo>
                      <a:pt x="0" y="2500"/>
                    </a:lnTo>
                    <a:cubicBezTo>
                      <a:pt x="0" y="4155"/>
                      <a:pt x="1334" y="5501"/>
                      <a:pt x="2989" y="5513"/>
                    </a:cubicBezTo>
                    <a:lnTo>
                      <a:pt x="4739" y="5513"/>
                    </a:lnTo>
                    <a:lnTo>
                      <a:pt x="4739" y="4513"/>
                    </a:lnTo>
                    <a:lnTo>
                      <a:pt x="3013" y="4513"/>
                    </a:lnTo>
                    <a:cubicBezTo>
                      <a:pt x="1905" y="4513"/>
                      <a:pt x="1001" y="3608"/>
                      <a:pt x="1001" y="2500"/>
                    </a:cubicBezTo>
                    <a:lnTo>
                      <a:pt x="100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37"/>
              <p:cNvSpPr/>
              <p:nvPr/>
            </p:nvSpPr>
            <p:spPr>
              <a:xfrm>
                <a:off x="634300" y="2961500"/>
                <a:ext cx="66400" cy="66700"/>
              </a:xfrm>
              <a:custGeom>
                <a:avLst/>
                <a:gdLst/>
                <a:ahLst/>
                <a:cxnLst/>
                <a:rect l="l" t="t" r="r" b="b"/>
                <a:pathLst>
                  <a:path w="2656" h="2668" extrusionOk="0">
                    <a:moveTo>
                      <a:pt x="1334" y="1"/>
                    </a:moveTo>
                    <a:cubicBezTo>
                      <a:pt x="596" y="1"/>
                      <a:pt x="0" y="596"/>
                      <a:pt x="0" y="1334"/>
                    </a:cubicBezTo>
                    <a:cubicBezTo>
                      <a:pt x="0" y="2072"/>
                      <a:pt x="596" y="2668"/>
                      <a:pt x="1334" y="2668"/>
                    </a:cubicBezTo>
                    <a:cubicBezTo>
                      <a:pt x="2060" y="2668"/>
                      <a:pt x="2655" y="2072"/>
                      <a:pt x="2655" y="1334"/>
                    </a:cubicBezTo>
                    <a:cubicBezTo>
                      <a:pt x="2655" y="596"/>
                      <a:pt x="2060" y="1"/>
                      <a:pt x="1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37"/>
              <p:cNvSpPr/>
              <p:nvPr/>
            </p:nvSpPr>
            <p:spPr>
              <a:xfrm>
                <a:off x="563750" y="3252025"/>
                <a:ext cx="14300" cy="28300"/>
              </a:xfrm>
              <a:custGeom>
                <a:avLst/>
                <a:gdLst/>
                <a:ahLst/>
                <a:cxnLst/>
                <a:rect l="l" t="t" r="r" b="b"/>
                <a:pathLst>
                  <a:path w="572" h="1132" extrusionOk="0">
                    <a:moveTo>
                      <a:pt x="0" y="0"/>
                    </a:moveTo>
                    <a:lnTo>
                      <a:pt x="0" y="1131"/>
                    </a:lnTo>
                    <a:lnTo>
                      <a:pt x="572" y="11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37"/>
              <p:cNvSpPr/>
              <p:nvPr/>
            </p:nvSpPr>
            <p:spPr>
              <a:xfrm>
                <a:off x="532500" y="3273750"/>
                <a:ext cx="76825" cy="38125"/>
              </a:xfrm>
              <a:custGeom>
                <a:avLst/>
                <a:gdLst/>
                <a:ahLst/>
                <a:cxnLst/>
                <a:rect l="l" t="t" r="r" b="b"/>
                <a:pathLst>
                  <a:path w="3073" h="1525" extrusionOk="0">
                    <a:moveTo>
                      <a:pt x="1515" y="0"/>
                    </a:moveTo>
                    <a:cubicBezTo>
                      <a:pt x="679" y="0"/>
                      <a:pt x="0" y="686"/>
                      <a:pt x="0" y="1524"/>
                    </a:cubicBezTo>
                    <a:lnTo>
                      <a:pt x="619" y="1524"/>
                    </a:lnTo>
                    <a:cubicBezTo>
                      <a:pt x="619" y="1024"/>
                      <a:pt x="1036" y="608"/>
                      <a:pt x="1536" y="608"/>
                    </a:cubicBezTo>
                    <a:cubicBezTo>
                      <a:pt x="2036" y="608"/>
                      <a:pt x="2453" y="1024"/>
                      <a:pt x="2453" y="1524"/>
                    </a:cubicBezTo>
                    <a:lnTo>
                      <a:pt x="3072" y="1524"/>
                    </a:lnTo>
                    <a:cubicBezTo>
                      <a:pt x="3072" y="679"/>
                      <a:pt x="2382" y="0"/>
                      <a:pt x="1536" y="0"/>
                    </a:cubicBezTo>
                    <a:cubicBezTo>
                      <a:pt x="1529" y="0"/>
                      <a:pt x="1522" y="0"/>
                      <a:pt x="151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7"/>
              <p:cNvSpPr/>
              <p:nvPr/>
            </p:nvSpPr>
            <p:spPr>
              <a:xfrm>
                <a:off x="557500" y="3123125"/>
                <a:ext cx="118500" cy="137850"/>
              </a:xfrm>
              <a:custGeom>
                <a:avLst/>
                <a:gdLst/>
                <a:ahLst/>
                <a:cxnLst/>
                <a:rect l="l" t="t" r="r" b="b"/>
                <a:pathLst>
                  <a:path w="4740" h="5514" extrusionOk="0">
                    <a:moveTo>
                      <a:pt x="2989" y="1"/>
                    </a:moveTo>
                    <a:cubicBezTo>
                      <a:pt x="1334" y="25"/>
                      <a:pt x="0" y="1370"/>
                      <a:pt x="0" y="3025"/>
                    </a:cubicBezTo>
                    <a:lnTo>
                      <a:pt x="0" y="5513"/>
                    </a:lnTo>
                    <a:lnTo>
                      <a:pt x="989" y="5513"/>
                    </a:lnTo>
                    <a:lnTo>
                      <a:pt x="989" y="3025"/>
                    </a:lnTo>
                    <a:cubicBezTo>
                      <a:pt x="989" y="1906"/>
                      <a:pt x="1894" y="1001"/>
                      <a:pt x="3013" y="1001"/>
                    </a:cubicBezTo>
                    <a:lnTo>
                      <a:pt x="4739" y="1001"/>
                    </a:lnTo>
                    <a:lnTo>
                      <a:pt x="473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37"/>
              <p:cNvSpPr/>
              <p:nvPr/>
            </p:nvSpPr>
            <p:spPr>
              <a:xfrm>
                <a:off x="634300" y="3101400"/>
                <a:ext cx="66400" cy="66400"/>
              </a:xfrm>
              <a:custGeom>
                <a:avLst/>
                <a:gdLst/>
                <a:ahLst/>
                <a:cxnLst/>
                <a:rect l="l" t="t" r="r" b="b"/>
                <a:pathLst>
                  <a:path w="2656" h="2656" extrusionOk="0">
                    <a:moveTo>
                      <a:pt x="1334" y="1"/>
                    </a:moveTo>
                    <a:cubicBezTo>
                      <a:pt x="596" y="1"/>
                      <a:pt x="0" y="596"/>
                      <a:pt x="0" y="1322"/>
                    </a:cubicBezTo>
                    <a:cubicBezTo>
                      <a:pt x="0" y="2060"/>
                      <a:pt x="596" y="2656"/>
                      <a:pt x="1334" y="2656"/>
                    </a:cubicBezTo>
                    <a:cubicBezTo>
                      <a:pt x="2060" y="2656"/>
                      <a:pt x="2655" y="2060"/>
                      <a:pt x="2655" y="1322"/>
                    </a:cubicBezTo>
                    <a:cubicBezTo>
                      <a:pt x="2655" y="596"/>
                      <a:pt x="2060" y="1"/>
                      <a:pt x="13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37"/>
              <p:cNvSpPr/>
              <p:nvPr/>
            </p:nvSpPr>
            <p:spPr>
              <a:xfrm>
                <a:off x="664650" y="3299050"/>
                <a:ext cx="309600" cy="132175"/>
              </a:xfrm>
              <a:custGeom>
                <a:avLst/>
                <a:gdLst/>
                <a:ahLst/>
                <a:cxnLst/>
                <a:rect l="l" t="t" r="r" b="b"/>
                <a:pathLst>
                  <a:path w="12384" h="5287" extrusionOk="0">
                    <a:moveTo>
                      <a:pt x="6192" y="0"/>
                    </a:moveTo>
                    <a:cubicBezTo>
                      <a:pt x="6192" y="0"/>
                      <a:pt x="1" y="3489"/>
                      <a:pt x="1" y="3846"/>
                    </a:cubicBezTo>
                    <a:lnTo>
                      <a:pt x="1" y="4656"/>
                    </a:lnTo>
                    <a:cubicBezTo>
                      <a:pt x="1" y="5001"/>
                      <a:pt x="286" y="5287"/>
                      <a:pt x="632" y="5287"/>
                    </a:cubicBezTo>
                    <a:lnTo>
                      <a:pt x="11764" y="5287"/>
                    </a:lnTo>
                    <a:cubicBezTo>
                      <a:pt x="12109" y="5287"/>
                      <a:pt x="12383" y="5001"/>
                      <a:pt x="12383" y="4656"/>
                    </a:cubicBezTo>
                    <a:lnTo>
                      <a:pt x="12383" y="3846"/>
                    </a:lnTo>
                    <a:cubicBezTo>
                      <a:pt x="12383" y="3501"/>
                      <a:pt x="6192" y="0"/>
                      <a:pt x="61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37"/>
              <p:cNvSpPr/>
              <p:nvPr/>
            </p:nvSpPr>
            <p:spPr>
              <a:xfrm>
                <a:off x="710800" y="3225825"/>
                <a:ext cx="217600" cy="108975"/>
              </a:xfrm>
              <a:custGeom>
                <a:avLst/>
                <a:gdLst/>
                <a:ahLst/>
                <a:cxnLst/>
                <a:rect l="l" t="t" r="r" b="b"/>
                <a:pathLst>
                  <a:path w="8704" h="4359" extrusionOk="0">
                    <a:moveTo>
                      <a:pt x="0" y="0"/>
                    </a:moveTo>
                    <a:cubicBezTo>
                      <a:pt x="0" y="2406"/>
                      <a:pt x="1941" y="4358"/>
                      <a:pt x="4346" y="4358"/>
                    </a:cubicBezTo>
                    <a:cubicBezTo>
                      <a:pt x="6751" y="4358"/>
                      <a:pt x="8704" y="2406"/>
                      <a:pt x="87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37"/>
              <p:cNvSpPr/>
              <p:nvPr/>
            </p:nvSpPr>
            <p:spPr>
              <a:xfrm>
                <a:off x="664650" y="2855250"/>
                <a:ext cx="309600" cy="422700"/>
              </a:xfrm>
              <a:custGeom>
                <a:avLst/>
                <a:gdLst/>
                <a:ahLst/>
                <a:cxnLst/>
                <a:rect l="l" t="t" r="r" b="b"/>
                <a:pathLst>
                  <a:path w="12384" h="16908" extrusionOk="0">
                    <a:moveTo>
                      <a:pt x="2501" y="0"/>
                    </a:moveTo>
                    <a:cubicBezTo>
                      <a:pt x="1120" y="0"/>
                      <a:pt x="1" y="1131"/>
                      <a:pt x="1" y="2512"/>
                    </a:cubicBezTo>
                    <a:lnTo>
                      <a:pt x="1" y="4572"/>
                    </a:lnTo>
                    <a:lnTo>
                      <a:pt x="1" y="14835"/>
                    </a:lnTo>
                    <a:lnTo>
                      <a:pt x="1" y="16907"/>
                    </a:lnTo>
                    <a:lnTo>
                      <a:pt x="12383" y="16907"/>
                    </a:lnTo>
                    <a:lnTo>
                      <a:pt x="12383" y="14835"/>
                    </a:lnTo>
                    <a:lnTo>
                      <a:pt x="12383" y="4572"/>
                    </a:lnTo>
                    <a:lnTo>
                      <a:pt x="12383" y="2512"/>
                    </a:lnTo>
                    <a:cubicBezTo>
                      <a:pt x="12383" y="1131"/>
                      <a:pt x="11264" y="0"/>
                      <a:pt x="988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37"/>
              <p:cNvSpPr/>
              <p:nvPr/>
            </p:nvSpPr>
            <p:spPr>
              <a:xfrm>
                <a:off x="915575" y="3399950"/>
                <a:ext cx="40200" cy="31275"/>
              </a:xfrm>
              <a:custGeom>
                <a:avLst/>
                <a:gdLst/>
                <a:ahLst/>
                <a:cxnLst/>
                <a:rect l="l" t="t" r="r" b="b"/>
                <a:pathLst>
                  <a:path w="1608" h="1251" extrusionOk="0">
                    <a:moveTo>
                      <a:pt x="572" y="1"/>
                    </a:moveTo>
                    <a:cubicBezTo>
                      <a:pt x="251" y="1"/>
                      <a:pt x="1" y="251"/>
                      <a:pt x="1" y="560"/>
                    </a:cubicBezTo>
                    <a:lnTo>
                      <a:pt x="1" y="1251"/>
                    </a:lnTo>
                    <a:lnTo>
                      <a:pt x="1608" y="1251"/>
                    </a:lnTo>
                    <a:lnTo>
                      <a:pt x="1608" y="560"/>
                    </a:lnTo>
                    <a:cubicBezTo>
                      <a:pt x="1608" y="251"/>
                      <a:pt x="1358" y="1"/>
                      <a:pt x="10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37"/>
              <p:cNvSpPr/>
              <p:nvPr/>
            </p:nvSpPr>
            <p:spPr>
              <a:xfrm>
                <a:off x="857525" y="3399950"/>
                <a:ext cx="40225" cy="31275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251" extrusionOk="0">
                    <a:moveTo>
                      <a:pt x="561" y="1"/>
                    </a:moveTo>
                    <a:cubicBezTo>
                      <a:pt x="251" y="1"/>
                      <a:pt x="1" y="251"/>
                      <a:pt x="1" y="560"/>
                    </a:cubicBezTo>
                    <a:lnTo>
                      <a:pt x="1" y="1251"/>
                    </a:lnTo>
                    <a:lnTo>
                      <a:pt x="1608" y="1251"/>
                    </a:lnTo>
                    <a:lnTo>
                      <a:pt x="1608" y="560"/>
                    </a:lnTo>
                    <a:cubicBezTo>
                      <a:pt x="1608" y="251"/>
                      <a:pt x="1358" y="1"/>
                      <a:pt x="10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37"/>
              <p:cNvSpPr/>
              <p:nvPr/>
            </p:nvSpPr>
            <p:spPr>
              <a:xfrm>
                <a:off x="683100" y="3399950"/>
                <a:ext cx="40225" cy="31275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251" extrusionOk="0">
                    <a:moveTo>
                      <a:pt x="572" y="1"/>
                    </a:moveTo>
                    <a:cubicBezTo>
                      <a:pt x="251" y="1"/>
                      <a:pt x="1" y="251"/>
                      <a:pt x="1" y="560"/>
                    </a:cubicBezTo>
                    <a:lnTo>
                      <a:pt x="1" y="1251"/>
                    </a:lnTo>
                    <a:lnTo>
                      <a:pt x="1608" y="1251"/>
                    </a:lnTo>
                    <a:lnTo>
                      <a:pt x="1608" y="560"/>
                    </a:lnTo>
                    <a:cubicBezTo>
                      <a:pt x="1608" y="251"/>
                      <a:pt x="1358" y="1"/>
                      <a:pt x="10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37"/>
              <p:cNvSpPr/>
              <p:nvPr/>
            </p:nvSpPr>
            <p:spPr>
              <a:xfrm>
                <a:off x="741450" y="3399950"/>
                <a:ext cx="40200" cy="31275"/>
              </a:xfrm>
              <a:custGeom>
                <a:avLst/>
                <a:gdLst/>
                <a:ahLst/>
                <a:cxnLst/>
                <a:rect l="l" t="t" r="r" b="b"/>
                <a:pathLst>
                  <a:path w="1608" h="1251" extrusionOk="0">
                    <a:moveTo>
                      <a:pt x="560" y="1"/>
                    </a:moveTo>
                    <a:cubicBezTo>
                      <a:pt x="251" y="1"/>
                      <a:pt x="0" y="251"/>
                      <a:pt x="0" y="560"/>
                    </a:cubicBezTo>
                    <a:lnTo>
                      <a:pt x="0" y="1251"/>
                    </a:lnTo>
                    <a:lnTo>
                      <a:pt x="1608" y="1251"/>
                    </a:lnTo>
                    <a:lnTo>
                      <a:pt x="1608" y="560"/>
                    </a:lnTo>
                    <a:cubicBezTo>
                      <a:pt x="1608" y="251"/>
                      <a:pt x="1346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7"/>
              <p:cNvSpPr/>
              <p:nvPr/>
            </p:nvSpPr>
            <p:spPr>
              <a:xfrm>
                <a:off x="799500" y="3399950"/>
                <a:ext cx="40200" cy="31275"/>
              </a:xfrm>
              <a:custGeom>
                <a:avLst/>
                <a:gdLst/>
                <a:ahLst/>
                <a:cxnLst/>
                <a:rect l="l" t="t" r="r" b="b"/>
                <a:pathLst>
                  <a:path w="1608" h="1251" extrusionOk="0">
                    <a:moveTo>
                      <a:pt x="560" y="1"/>
                    </a:moveTo>
                    <a:cubicBezTo>
                      <a:pt x="250" y="1"/>
                      <a:pt x="0" y="251"/>
                      <a:pt x="0" y="560"/>
                    </a:cubicBezTo>
                    <a:lnTo>
                      <a:pt x="0" y="1251"/>
                    </a:lnTo>
                    <a:lnTo>
                      <a:pt x="1608" y="1251"/>
                    </a:lnTo>
                    <a:lnTo>
                      <a:pt x="1608" y="560"/>
                    </a:lnTo>
                    <a:cubicBezTo>
                      <a:pt x="1608" y="251"/>
                      <a:pt x="1358" y="1"/>
                      <a:pt x="10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37"/>
              <p:cNvSpPr/>
              <p:nvPr/>
            </p:nvSpPr>
            <p:spPr>
              <a:xfrm>
                <a:off x="689050" y="3411275"/>
                <a:ext cx="28600" cy="5805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2322" extrusionOk="0">
                    <a:moveTo>
                      <a:pt x="572" y="0"/>
                    </a:moveTo>
                    <a:cubicBezTo>
                      <a:pt x="251" y="0"/>
                      <a:pt x="1" y="262"/>
                      <a:pt x="1" y="583"/>
                    </a:cubicBezTo>
                    <a:lnTo>
                      <a:pt x="1" y="1750"/>
                    </a:lnTo>
                    <a:cubicBezTo>
                      <a:pt x="1" y="2060"/>
                      <a:pt x="251" y="2322"/>
                      <a:pt x="572" y="2322"/>
                    </a:cubicBezTo>
                    <a:cubicBezTo>
                      <a:pt x="882" y="2322"/>
                      <a:pt x="1144" y="2060"/>
                      <a:pt x="1144" y="1750"/>
                    </a:cubicBezTo>
                    <a:lnTo>
                      <a:pt x="1144" y="583"/>
                    </a:lnTo>
                    <a:cubicBezTo>
                      <a:pt x="1144" y="262"/>
                      <a:pt x="882" y="0"/>
                      <a:pt x="57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37"/>
              <p:cNvSpPr/>
              <p:nvPr/>
            </p:nvSpPr>
            <p:spPr>
              <a:xfrm>
                <a:off x="747100" y="3411275"/>
                <a:ext cx="28600" cy="5805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2322" extrusionOk="0">
                    <a:moveTo>
                      <a:pt x="572" y="0"/>
                    </a:moveTo>
                    <a:cubicBezTo>
                      <a:pt x="251" y="0"/>
                      <a:pt x="1" y="262"/>
                      <a:pt x="1" y="583"/>
                    </a:cubicBezTo>
                    <a:lnTo>
                      <a:pt x="1" y="1750"/>
                    </a:lnTo>
                    <a:cubicBezTo>
                      <a:pt x="1" y="2060"/>
                      <a:pt x="251" y="2322"/>
                      <a:pt x="572" y="2322"/>
                    </a:cubicBezTo>
                    <a:cubicBezTo>
                      <a:pt x="894" y="2322"/>
                      <a:pt x="1144" y="2060"/>
                      <a:pt x="1144" y="1750"/>
                    </a:cubicBezTo>
                    <a:lnTo>
                      <a:pt x="1144" y="583"/>
                    </a:lnTo>
                    <a:cubicBezTo>
                      <a:pt x="1144" y="262"/>
                      <a:pt x="894" y="0"/>
                      <a:pt x="57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7"/>
              <p:cNvSpPr/>
              <p:nvPr/>
            </p:nvSpPr>
            <p:spPr>
              <a:xfrm>
                <a:off x="805150" y="3411275"/>
                <a:ext cx="28600" cy="5805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2322" extrusionOk="0">
                    <a:moveTo>
                      <a:pt x="572" y="0"/>
                    </a:moveTo>
                    <a:cubicBezTo>
                      <a:pt x="262" y="0"/>
                      <a:pt x="0" y="262"/>
                      <a:pt x="0" y="583"/>
                    </a:cubicBezTo>
                    <a:lnTo>
                      <a:pt x="0" y="1750"/>
                    </a:lnTo>
                    <a:cubicBezTo>
                      <a:pt x="0" y="2060"/>
                      <a:pt x="262" y="2322"/>
                      <a:pt x="572" y="2322"/>
                    </a:cubicBezTo>
                    <a:cubicBezTo>
                      <a:pt x="893" y="2322"/>
                      <a:pt x="1143" y="2060"/>
                      <a:pt x="1143" y="1750"/>
                    </a:cubicBezTo>
                    <a:lnTo>
                      <a:pt x="1143" y="583"/>
                    </a:lnTo>
                    <a:cubicBezTo>
                      <a:pt x="1143" y="262"/>
                      <a:pt x="893" y="0"/>
                      <a:pt x="57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37"/>
              <p:cNvSpPr/>
              <p:nvPr/>
            </p:nvSpPr>
            <p:spPr>
              <a:xfrm>
                <a:off x="863200" y="3411275"/>
                <a:ext cx="28900" cy="58050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2322" extrusionOk="0">
                    <a:moveTo>
                      <a:pt x="584" y="0"/>
                    </a:moveTo>
                    <a:cubicBezTo>
                      <a:pt x="262" y="0"/>
                      <a:pt x="0" y="262"/>
                      <a:pt x="0" y="583"/>
                    </a:cubicBezTo>
                    <a:lnTo>
                      <a:pt x="0" y="1750"/>
                    </a:lnTo>
                    <a:cubicBezTo>
                      <a:pt x="0" y="2060"/>
                      <a:pt x="262" y="2322"/>
                      <a:pt x="584" y="2322"/>
                    </a:cubicBezTo>
                    <a:cubicBezTo>
                      <a:pt x="893" y="2322"/>
                      <a:pt x="1155" y="2060"/>
                      <a:pt x="1155" y="1750"/>
                    </a:cubicBezTo>
                    <a:lnTo>
                      <a:pt x="1155" y="583"/>
                    </a:lnTo>
                    <a:cubicBezTo>
                      <a:pt x="1155" y="262"/>
                      <a:pt x="893" y="0"/>
                      <a:pt x="5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37"/>
              <p:cNvSpPr/>
              <p:nvPr/>
            </p:nvSpPr>
            <p:spPr>
              <a:xfrm>
                <a:off x="921525" y="3411275"/>
                <a:ext cx="28600" cy="5805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2322" extrusionOk="0">
                    <a:moveTo>
                      <a:pt x="572" y="0"/>
                    </a:moveTo>
                    <a:cubicBezTo>
                      <a:pt x="251" y="0"/>
                      <a:pt x="1" y="262"/>
                      <a:pt x="1" y="583"/>
                    </a:cubicBezTo>
                    <a:lnTo>
                      <a:pt x="1" y="1750"/>
                    </a:lnTo>
                    <a:cubicBezTo>
                      <a:pt x="1" y="2060"/>
                      <a:pt x="251" y="2322"/>
                      <a:pt x="572" y="2322"/>
                    </a:cubicBezTo>
                    <a:cubicBezTo>
                      <a:pt x="882" y="2322"/>
                      <a:pt x="1144" y="2060"/>
                      <a:pt x="1144" y="1750"/>
                    </a:cubicBezTo>
                    <a:lnTo>
                      <a:pt x="1144" y="583"/>
                    </a:lnTo>
                    <a:cubicBezTo>
                      <a:pt x="1144" y="262"/>
                      <a:pt x="882" y="0"/>
                      <a:pt x="57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7"/>
              <p:cNvSpPr/>
              <p:nvPr/>
            </p:nvSpPr>
            <p:spPr>
              <a:xfrm>
                <a:off x="681025" y="3369300"/>
                <a:ext cx="277150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11086" h="501" extrusionOk="0">
                    <a:moveTo>
                      <a:pt x="763" y="0"/>
                    </a:moveTo>
                    <a:cubicBezTo>
                      <a:pt x="477" y="179"/>
                      <a:pt x="215" y="346"/>
                      <a:pt x="1" y="500"/>
                    </a:cubicBezTo>
                    <a:lnTo>
                      <a:pt x="11085" y="500"/>
                    </a:lnTo>
                    <a:cubicBezTo>
                      <a:pt x="10859" y="346"/>
                      <a:pt x="10609" y="179"/>
                      <a:pt x="1031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37"/>
              <p:cNvSpPr/>
              <p:nvPr/>
            </p:nvSpPr>
            <p:spPr>
              <a:xfrm>
                <a:off x="721200" y="3344000"/>
                <a:ext cx="196775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7871" h="489" extrusionOk="0">
                    <a:moveTo>
                      <a:pt x="834" y="0"/>
                    </a:moveTo>
                    <a:cubicBezTo>
                      <a:pt x="549" y="167"/>
                      <a:pt x="275" y="334"/>
                      <a:pt x="1" y="488"/>
                    </a:cubicBezTo>
                    <a:lnTo>
                      <a:pt x="7871" y="488"/>
                    </a:lnTo>
                    <a:cubicBezTo>
                      <a:pt x="7597" y="334"/>
                      <a:pt x="7311" y="167"/>
                      <a:pt x="703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37"/>
              <p:cNvSpPr/>
              <p:nvPr/>
            </p:nvSpPr>
            <p:spPr>
              <a:xfrm>
                <a:off x="738475" y="2930550"/>
                <a:ext cx="161950" cy="161950"/>
              </a:xfrm>
              <a:custGeom>
                <a:avLst/>
                <a:gdLst/>
                <a:ahLst/>
                <a:cxnLst/>
                <a:rect l="l" t="t" r="r" b="b"/>
                <a:pathLst>
                  <a:path w="6478" h="6478" extrusionOk="0">
                    <a:moveTo>
                      <a:pt x="3239" y="0"/>
                    </a:moveTo>
                    <a:cubicBezTo>
                      <a:pt x="1453" y="0"/>
                      <a:pt x="0" y="1441"/>
                      <a:pt x="0" y="3239"/>
                    </a:cubicBezTo>
                    <a:cubicBezTo>
                      <a:pt x="0" y="5025"/>
                      <a:pt x="1453" y="6477"/>
                      <a:pt x="3239" y="6477"/>
                    </a:cubicBezTo>
                    <a:cubicBezTo>
                      <a:pt x="5037" y="6477"/>
                      <a:pt x="6477" y="5025"/>
                      <a:pt x="6477" y="3239"/>
                    </a:cubicBezTo>
                    <a:cubicBezTo>
                      <a:pt x="6477" y="1441"/>
                      <a:pt x="5037" y="0"/>
                      <a:pt x="32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37"/>
              <p:cNvSpPr/>
              <p:nvPr/>
            </p:nvSpPr>
            <p:spPr>
              <a:xfrm>
                <a:off x="839075" y="2964175"/>
                <a:ext cx="23550" cy="23850"/>
              </a:xfrm>
              <a:custGeom>
                <a:avLst/>
                <a:gdLst/>
                <a:ahLst/>
                <a:cxnLst/>
                <a:rect l="l" t="t" r="r" b="b"/>
                <a:pathLst>
                  <a:path w="942" h="954" extrusionOk="0">
                    <a:moveTo>
                      <a:pt x="477" y="1"/>
                    </a:moveTo>
                    <a:cubicBezTo>
                      <a:pt x="203" y="1"/>
                      <a:pt x="1" y="215"/>
                      <a:pt x="1" y="477"/>
                    </a:cubicBezTo>
                    <a:cubicBezTo>
                      <a:pt x="1" y="739"/>
                      <a:pt x="215" y="953"/>
                      <a:pt x="477" y="953"/>
                    </a:cubicBezTo>
                    <a:cubicBezTo>
                      <a:pt x="739" y="953"/>
                      <a:pt x="941" y="739"/>
                      <a:pt x="941" y="477"/>
                    </a:cubicBezTo>
                    <a:cubicBezTo>
                      <a:pt x="941" y="215"/>
                      <a:pt x="739" y="1"/>
                      <a:pt x="4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37"/>
              <p:cNvSpPr/>
              <p:nvPr/>
            </p:nvSpPr>
            <p:spPr>
              <a:xfrm>
                <a:off x="720325" y="2876975"/>
                <a:ext cx="33350" cy="33350"/>
              </a:xfrm>
              <a:custGeom>
                <a:avLst/>
                <a:gdLst/>
                <a:ahLst/>
                <a:cxnLst/>
                <a:rect l="l" t="t" r="r" b="b"/>
                <a:pathLst>
                  <a:path w="1334" h="1334" extrusionOk="0">
                    <a:moveTo>
                      <a:pt x="667" y="0"/>
                    </a:moveTo>
                    <a:cubicBezTo>
                      <a:pt x="298" y="0"/>
                      <a:pt x="0" y="298"/>
                      <a:pt x="0" y="667"/>
                    </a:cubicBezTo>
                    <a:cubicBezTo>
                      <a:pt x="0" y="1036"/>
                      <a:pt x="298" y="1334"/>
                      <a:pt x="667" y="1334"/>
                    </a:cubicBezTo>
                    <a:cubicBezTo>
                      <a:pt x="1036" y="1334"/>
                      <a:pt x="1334" y="1036"/>
                      <a:pt x="1334" y="667"/>
                    </a:cubicBezTo>
                    <a:cubicBezTo>
                      <a:pt x="1334" y="298"/>
                      <a:pt x="1036" y="0"/>
                      <a:pt x="6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37"/>
              <p:cNvSpPr/>
              <p:nvPr/>
            </p:nvSpPr>
            <p:spPr>
              <a:xfrm>
                <a:off x="775375" y="2876975"/>
                <a:ext cx="33375" cy="33350"/>
              </a:xfrm>
              <a:custGeom>
                <a:avLst/>
                <a:gdLst/>
                <a:ahLst/>
                <a:cxnLst/>
                <a:rect l="l" t="t" r="r" b="b"/>
                <a:pathLst>
                  <a:path w="1335" h="1334" extrusionOk="0">
                    <a:moveTo>
                      <a:pt x="668" y="0"/>
                    </a:moveTo>
                    <a:cubicBezTo>
                      <a:pt x="298" y="0"/>
                      <a:pt x="1" y="298"/>
                      <a:pt x="1" y="667"/>
                    </a:cubicBezTo>
                    <a:cubicBezTo>
                      <a:pt x="1" y="1036"/>
                      <a:pt x="298" y="1334"/>
                      <a:pt x="668" y="1334"/>
                    </a:cubicBezTo>
                    <a:cubicBezTo>
                      <a:pt x="1037" y="1334"/>
                      <a:pt x="1334" y="1036"/>
                      <a:pt x="1334" y="667"/>
                    </a:cubicBezTo>
                    <a:cubicBezTo>
                      <a:pt x="1334" y="298"/>
                      <a:pt x="1037" y="0"/>
                      <a:pt x="6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37"/>
              <p:cNvSpPr/>
              <p:nvPr/>
            </p:nvSpPr>
            <p:spPr>
              <a:xfrm>
                <a:off x="830450" y="2876975"/>
                <a:ext cx="33075" cy="33350"/>
              </a:xfrm>
              <a:custGeom>
                <a:avLst/>
                <a:gdLst/>
                <a:ahLst/>
                <a:cxnLst/>
                <a:rect l="l" t="t" r="r" b="b"/>
                <a:pathLst>
                  <a:path w="1323" h="1334" extrusionOk="0">
                    <a:moveTo>
                      <a:pt x="667" y="0"/>
                    </a:moveTo>
                    <a:cubicBezTo>
                      <a:pt x="298" y="0"/>
                      <a:pt x="0" y="298"/>
                      <a:pt x="0" y="667"/>
                    </a:cubicBezTo>
                    <a:cubicBezTo>
                      <a:pt x="0" y="1036"/>
                      <a:pt x="298" y="1334"/>
                      <a:pt x="667" y="1334"/>
                    </a:cubicBezTo>
                    <a:cubicBezTo>
                      <a:pt x="1024" y="1334"/>
                      <a:pt x="1322" y="1036"/>
                      <a:pt x="1322" y="667"/>
                    </a:cubicBezTo>
                    <a:cubicBezTo>
                      <a:pt x="1322" y="298"/>
                      <a:pt x="1024" y="0"/>
                      <a:pt x="6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37"/>
              <p:cNvSpPr/>
              <p:nvPr/>
            </p:nvSpPr>
            <p:spPr>
              <a:xfrm>
                <a:off x="885225" y="2876975"/>
                <a:ext cx="33350" cy="33350"/>
              </a:xfrm>
              <a:custGeom>
                <a:avLst/>
                <a:gdLst/>
                <a:ahLst/>
                <a:cxnLst/>
                <a:rect l="l" t="t" r="r" b="b"/>
                <a:pathLst>
                  <a:path w="1334" h="1334" extrusionOk="0">
                    <a:moveTo>
                      <a:pt x="667" y="0"/>
                    </a:moveTo>
                    <a:cubicBezTo>
                      <a:pt x="298" y="0"/>
                      <a:pt x="0" y="298"/>
                      <a:pt x="0" y="667"/>
                    </a:cubicBezTo>
                    <a:cubicBezTo>
                      <a:pt x="0" y="1036"/>
                      <a:pt x="298" y="1334"/>
                      <a:pt x="667" y="1334"/>
                    </a:cubicBezTo>
                    <a:cubicBezTo>
                      <a:pt x="1036" y="1334"/>
                      <a:pt x="1334" y="1036"/>
                      <a:pt x="1334" y="667"/>
                    </a:cubicBezTo>
                    <a:cubicBezTo>
                      <a:pt x="1334" y="298"/>
                      <a:pt x="1036" y="0"/>
                      <a:pt x="66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37"/>
              <p:cNvSpPr/>
              <p:nvPr/>
            </p:nvSpPr>
            <p:spPr>
              <a:xfrm>
                <a:off x="664650" y="2858525"/>
                <a:ext cx="309600" cy="264625"/>
              </a:xfrm>
              <a:custGeom>
                <a:avLst/>
                <a:gdLst/>
                <a:ahLst/>
                <a:cxnLst/>
                <a:rect l="l" t="t" r="r" b="b"/>
                <a:pathLst>
                  <a:path w="12384" h="10585" extrusionOk="0">
                    <a:moveTo>
                      <a:pt x="10681" y="0"/>
                    </a:moveTo>
                    <a:lnTo>
                      <a:pt x="10681" y="10240"/>
                    </a:lnTo>
                    <a:lnTo>
                      <a:pt x="1" y="10240"/>
                    </a:lnTo>
                    <a:lnTo>
                      <a:pt x="1" y="10585"/>
                    </a:lnTo>
                    <a:lnTo>
                      <a:pt x="12383" y="10585"/>
                    </a:lnTo>
                    <a:lnTo>
                      <a:pt x="12383" y="10251"/>
                    </a:lnTo>
                    <a:lnTo>
                      <a:pt x="11014" y="10251"/>
                    </a:lnTo>
                    <a:lnTo>
                      <a:pt x="11014" y="143"/>
                    </a:lnTo>
                    <a:cubicBezTo>
                      <a:pt x="10907" y="95"/>
                      <a:pt x="10788" y="48"/>
                      <a:pt x="106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37"/>
              <p:cNvSpPr/>
              <p:nvPr/>
            </p:nvSpPr>
            <p:spPr>
              <a:xfrm>
                <a:off x="947725" y="2893050"/>
                <a:ext cx="12225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489" extrusionOk="0">
                    <a:moveTo>
                      <a:pt x="239" y="0"/>
                    </a:moveTo>
                    <a:cubicBezTo>
                      <a:pt x="108" y="0"/>
                      <a:pt x="1" y="107"/>
                      <a:pt x="1" y="238"/>
                    </a:cubicBezTo>
                    <a:cubicBezTo>
                      <a:pt x="1" y="381"/>
                      <a:pt x="108" y="488"/>
                      <a:pt x="239" y="488"/>
                    </a:cubicBezTo>
                    <a:cubicBezTo>
                      <a:pt x="370" y="488"/>
                      <a:pt x="489" y="381"/>
                      <a:pt x="489" y="238"/>
                    </a:cubicBezTo>
                    <a:cubicBezTo>
                      <a:pt x="489" y="107"/>
                      <a:pt x="370" y="0"/>
                      <a:pt x="2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37"/>
              <p:cNvSpPr/>
              <p:nvPr/>
            </p:nvSpPr>
            <p:spPr>
              <a:xfrm>
                <a:off x="947725" y="2932050"/>
                <a:ext cx="12225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489" extrusionOk="0">
                    <a:moveTo>
                      <a:pt x="239" y="0"/>
                    </a:moveTo>
                    <a:cubicBezTo>
                      <a:pt x="108" y="0"/>
                      <a:pt x="1" y="107"/>
                      <a:pt x="1" y="250"/>
                    </a:cubicBezTo>
                    <a:cubicBezTo>
                      <a:pt x="1" y="381"/>
                      <a:pt x="108" y="488"/>
                      <a:pt x="239" y="488"/>
                    </a:cubicBezTo>
                    <a:cubicBezTo>
                      <a:pt x="370" y="488"/>
                      <a:pt x="489" y="381"/>
                      <a:pt x="489" y="250"/>
                    </a:cubicBezTo>
                    <a:cubicBezTo>
                      <a:pt x="489" y="107"/>
                      <a:pt x="370" y="0"/>
                      <a:pt x="2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37"/>
              <p:cNvSpPr/>
              <p:nvPr/>
            </p:nvSpPr>
            <p:spPr>
              <a:xfrm>
                <a:off x="947725" y="2971025"/>
                <a:ext cx="12225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489" extrusionOk="0">
                    <a:moveTo>
                      <a:pt x="239" y="1"/>
                    </a:moveTo>
                    <a:cubicBezTo>
                      <a:pt x="108" y="1"/>
                      <a:pt x="1" y="108"/>
                      <a:pt x="1" y="251"/>
                    </a:cubicBezTo>
                    <a:cubicBezTo>
                      <a:pt x="1" y="382"/>
                      <a:pt x="108" y="489"/>
                      <a:pt x="239" y="489"/>
                    </a:cubicBezTo>
                    <a:cubicBezTo>
                      <a:pt x="370" y="489"/>
                      <a:pt x="489" y="382"/>
                      <a:pt x="489" y="251"/>
                    </a:cubicBezTo>
                    <a:cubicBezTo>
                      <a:pt x="489" y="108"/>
                      <a:pt x="370" y="1"/>
                      <a:pt x="2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37"/>
              <p:cNvSpPr/>
              <p:nvPr/>
            </p:nvSpPr>
            <p:spPr>
              <a:xfrm>
                <a:off x="947725" y="3010300"/>
                <a:ext cx="12225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489" h="490" extrusionOk="0">
                    <a:moveTo>
                      <a:pt x="257" y="1"/>
                    </a:moveTo>
                    <a:cubicBezTo>
                      <a:pt x="251" y="1"/>
                      <a:pt x="245" y="1"/>
                      <a:pt x="239" y="1"/>
                    </a:cubicBezTo>
                    <a:cubicBezTo>
                      <a:pt x="108" y="1"/>
                      <a:pt x="1" y="109"/>
                      <a:pt x="1" y="239"/>
                    </a:cubicBezTo>
                    <a:cubicBezTo>
                      <a:pt x="1" y="370"/>
                      <a:pt x="108" y="490"/>
                      <a:pt x="239" y="490"/>
                    </a:cubicBezTo>
                    <a:cubicBezTo>
                      <a:pt x="370" y="490"/>
                      <a:pt x="489" y="370"/>
                      <a:pt x="489" y="239"/>
                    </a:cubicBezTo>
                    <a:cubicBezTo>
                      <a:pt x="489" y="115"/>
                      <a:pt x="380" y="1"/>
                      <a:pt x="2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37"/>
              <p:cNvSpPr/>
              <p:nvPr/>
            </p:nvSpPr>
            <p:spPr>
              <a:xfrm>
                <a:off x="947725" y="3049325"/>
                <a:ext cx="12225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489" extrusionOk="0">
                    <a:moveTo>
                      <a:pt x="239" y="0"/>
                    </a:moveTo>
                    <a:cubicBezTo>
                      <a:pt x="108" y="0"/>
                      <a:pt x="1" y="107"/>
                      <a:pt x="1" y="238"/>
                    </a:cubicBezTo>
                    <a:cubicBezTo>
                      <a:pt x="1" y="369"/>
                      <a:pt x="108" y="488"/>
                      <a:pt x="239" y="488"/>
                    </a:cubicBezTo>
                    <a:cubicBezTo>
                      <a:pt x="370" y="488"/>
                      <a:pt x="489" y="381"/>
                      <a:pt x="489" y="238"/>
                    </a:cubicBezTo>
                    <a:cubicBezTo>
                      <a:pt x="489" y="107"/>
                      <a:pt x="370" y="0"/>
                      <a:pt x="2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37"/>
              <p:cNvSpPr/>
              <p:nvPr/>
            </p:nvSpPr>
            <p:spPr>
              <a:xfrm>
                <a:off x="947725" y="3088300"/>
                <a:ext cx="12225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489" extrusionOk="0">
                    <a:moveTo>
                      <a:pt x="239" y="1"/>
                    </a:moveTo>
                    <a:cubicBezTo>
                      <a:pt x="108" y="1"/>
                      <a:pt x="1" y="108"/>
                      <a:pt x="1" y="239"/>
                    </a:cubicBezTo>
                    <a:cubicBezTo>
                      <a:pt x="1" y="382"/>
                      <a:pt x="108" y="489"/>
                      <a:pt x="239" y="489"/>
                    </a:cubicBezTo>
                    <a:cubicBezTo>
                      <a:pt x="370" y="489"/>
                      <a:pt x="489" y="382"/>
                      <a:pt x="489" y="239"/>
                    </a:cubicBezTo>
                    <a:cubicBezTo>
                      <a:pt x="489" y="108"/>
                      <a:pt x="370" y="1"/>
                      <a:pt x="2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37"/>
              <p:cNvSpPr/>
              <p:nvPr/>
            </p:nvSpPr>
            <p:spPr>
              <a:xfrm>
                <a:off x="746500" y="3140100"/>
                <a:ext cx="2057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822" extrusionOk="0">
                    <a:moveTo>
                      <a:pt x="1" y="0"/>
                    </a:moveTo>
                    <a:lnTo>
                      <a:pt x="1" y="822"/>
                    </a:lnTo>
                    <a:lnTo>
                      <a:pt x="822" y="822"/>
                    </a:ln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37"/>
              <p:cNvSpPr/>
              <p:nvPr/>
            </p:nvSpPr>
            <p:spPr>
              <a:xfrm>
                <a:off x="777775" y="3140100"/>
                <a:ext cx="205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2" extrusionOk="0">
                    <a:moveTo>
                      <a:pt x="0" y="0"/>
                    </a:moveTo>
                    <a:lnTo>
                      <a:pt x="0" y="822"/>
                    </a:lnTo>
                    <a:lnTo>
                      <a:pt x="822" y="822"/>
                    </a:ln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37"/>
              <p:cNvSpPr/>
              <p:nvPr/>
            </p:nvSpPr>
            <p:spPr>
              <a:xfrm>
                <a:off x="809325" y="3140100"/>
                <a:ext cx="205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2" extrusionOk="0">
                    <a:moveTo>
                      <a:pt x="0" y="0"/>
                    </a:moveTo>
                    <a:lnTo>
                      <a:pt x="0" y="822"/>
                    </a:lnTo>
                    <a:lnTo>
                      <a:pt x="822" y="822"/>
                    </a:ln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37"/>
              <p:cNvSpPr/>
              <p:nvPr/>
            </p:nvSpPr>
            <p:spPr>
              <a:xfrm>
                <a:off x="840575" y="3140100"/>
                <a:ext cx="205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2" extrusionOk="0">
                    <a:moveTo>
                      <a:pt x="0" y="0"/>
                    </a:moveTo>
                    <a:lnTo>
                      <a:pt x="0" y="822"/>
                    </a:lnTo>
                    <a:lnTo>
                      <a:pt x="822" y="822"/>
                    </a:ln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37"/>
              <p:cNvSpPr/>
              <p:nvPr/>
            </p:nvSpPr>
            <p:spPr>
              <a:xfrm>
                <a:off x="871825" y="3140100"/>
                <a:ext cx="205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2" extrusionOk="0">
                    <a:moveTo>
                      <a:pt x="0" y="0"/>
                    </a:moveTo>
                    <a:lnTo>
                      <a:pt x="0" y="822"/>
                    </a:lnTo>
                    <a:lnTo>
                      <a:pt x="822" y="822"/>
                    </a:ln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37"/>
              <p:cNvSpPr/>
              <p:nvPr/>
            </p:nvSpPr>
            <p:spPr>
              <a:xfrm>
                <a:off x="746500" y="3173150"/>
                <a:ext cx="2057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822" extrusionOk="0">
                    <a:moveTo>
                      <a:pt x="1" y="0"/>
                    </a:moveTo>
                    <a:lnTo>
                      <a:pt x="1" y="822"/>
                    </a:lnTo>
                    <a:lnTo>
                      <a:pt x="822" y="822"/>
                    </a:ln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37"/>
              <p:cNvSpPr/>
              <p:nvPr/>
            </p:nvSpPr>
            <p:spPr>
              <a:xfrm>
                <a:off x="777775" y="3173150"/>
                <a:ext cx="205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2" extrusionOk="0">
                    <a:moveTo>
                      <a:pt x="0" y="0"/>
                    </a:moveTo>
                    <a:lnTo>
                      <a:pt x="0" y="822"/>
                    </a:lnTo>
                    <a:lnTo>
                      <a:pt x="822" y="822"/>
                    </a:ln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37"/>
              <p:cNvSpPr/>
              <p:nvPr/>
            </p:nvSpPr>
            <p:spPr>
              <a:xfrm>
                <a:off x="809325" y="3173150"/>
                <a:ext cx="205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2" extrusionOk="0">
                    <a:moveTo>
                      <a:pt x="0" y="0"/>
                    </a:moveTo>
                    <a:lnTo>
                      <a:pt x="0" y="822"/>
                    </a:lnTo>
                    <a:lnTo>
                      <a:pt x="822" y="822"/>
                    </a:ln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37"/>
              <p:cNvSpPr/>
              <p:nvPr/>
            </p:nvSpPr>
            <p:spPr>
              <a:xfrm>
                <a:off x="840575" y="3173150"/>
                <a:ext cx="205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2" extrusionOk="0">
                    <a:moveTo>
                      <a:pt x="0" y="0"/>
                    </a:moveTo>
                    <a:lnTo>
                      <a:pt x="0" y="822"/>
                    </a:lnTo>
                    <a:lnTo>
                      <a:pt x="822" y="822"/>
                    </a:ln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37"/>
              <p:cNvSpPr/>
              <p:nvPr/>
            </p:nvSpPr>
            <p:spPr>
              <a:xfrm>
                <a:off x="871825" y="3173150"/>
                <a:ext cx="205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2" extrusionOk="0">
                    <a:moveTo>
                      <a:pt x="0" y="0"/>
                    </a:moveTo>
                    <a:lnTo>
                      <a:pt x="0" y="822"/>
                    </a:lnTo>
                    <a:lnTo>
                      <a:pt x="822" y="822"/>
                    </a:ln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37"/>
              <p:cNvSpPr/>
              <p:nvPr/>
            </p:nvSpPr>
            <p:spPr>
              <a:xfrm>
                <a:off x="746500" y="3206175"/>
                <a:ext cx="20575" cy="20575"/>
              </a:xfrm>
              <a:custGeom>
                <a:avLst/>
                <a:gdLst/>
                <a:ahLst/>
                <a:cxnLst/>
                <a:rect l="l" t="t" r="r" b="b"/>
                <a:pathLst>
                  <a:path w="823" h="823" extrusionOk="0">
                    <a:moveTo>
                      <a:pt x="1" y="1"/>
                    </a:moveTo>
                    <a:lnTo>
                      <a:pt x="1" y="822"/>
                    </a:lnTo>
                    <a:lnTo>
                      <a:pt x="822" y="822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37"/>
              <p:cNvSpPr/>
              <p:nvPr/>
            </p:nvSpPr>
            <p:spPr>
              <a:xfrm>
                <a:off x="777775" y="3206175"/>
                <a:ext cx="20550" cy="20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3" extrusionOk="0">
                    <a:moveTo>
                      <a:pt x="0" y="1"/>
                    </a:moveTo>
                    <a:lnTo>
                      <a:pt x="0" y="822"/>
                    </a:lnTo>
                    <a:lnTo>
                      <a:pt x="822" y="822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37"/>
              <p:cNvSpPr/>
              <p:nvPr/>
            </p:nvSpPr>
            <p:spPr>
              <a:xfrm>
                <a:off x="809325" y="3206175"/>
                <a:ext cx="20550" cy="20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3" extrusionOk="0">
                    <a:moveTo>
                      <a:pt x="0" y="1"/>
                    </a:moveTo>
                    <a:lnTo>
                      <a:pt x="0" y="822"/>
                    </a:lnTo>
                    <a:lnTo>
                      <a:pt x="822" y="822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37"/>
              <p:cNvSpPr/>
              <p:nvPr/>
            </p:nvSpPr>
            <p:spPr>
              <a:xfrm>
                <a:off x="840575" y="3206175"/>
                <a:ext cx="20550" cy="20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3" extrusionOk="0">
                    <a:moveTo>
                      <a:pt x="0" y="1"/>
                    </a:moveTo>
                    <a:lnTo>
                      <a:pt x="0" y="822"/>
                    </a:lnTo>
                    <a:lnTo>
                      <a:pt x="822" y="822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7"/>
              <p:cNvSpPr/>
              <p:nvPr/>
            </p:nvSpPr>
            <p:spPr>
              <a:xfrm>
                <a:off x="871825" y="3206175"/>
                <a:ext cx="20550" cy="20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3" extrusionOk="0">
                    <a:moveTo>
                      <a:pt x="0" y="1"/>
                    </a:moveTo>
                    <a:lnTo>
                      <a:pt x="0" y="822"/>
                    </a:lnTo>
                    <a:lnTo>
                      <a:pt x="822" y="822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7"/>
              <p:cNvSpPr/>
              <p:nvPr/>
            </p:nvSpPr>
            <p:spPr>
              <a:xfrm>
                <a:off x="746500" y="3239225"/>
                <a:ext cx="20575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822" extrusionOk="0">
                    <a:moveTo>
                      <a:pt x="1" y="0"/>
                    </a:moveTo>
                    <a:lnTo>
                      <a:pt x="1" y="822"/>
                    </a:lnTo>
                    <a:lnTo>
                      <a:pt x="822" y="822"/>
                    </a:ln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37"/>
              <p:cNvSpPr/>
              <p:nvPr/>
            </p:nvSpPr>
            <p:spPr>
              <a:xfrm>
                <a:off x="777775" y="3239225"/>
                <a:ext cx="205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2" extrusionOk="0">
                    <a:moveTo>
                      <a:pt x="0" y="0"/>
                    </a:moveTo>
                    <a:lnTo>
                      <a:pt x="0" y="822"/>
                    </a:lnTo>
                    <a:lnTo>
                      <a:pt x="822" y="822"/>
                    </a:ln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37"/>
              <p:cNvSpPr/>
              <p:nvPr/>
            </p:nvSpPr>
            <p:spPr>
              <a:xfrm>
                <a:off x="809325" y="3239225"/>
                <a:ext cx="205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2" extrusionOk="0">
                    <a:moveTo>
                      <a:pt x="0" y="0"/>
                    </a:moveTo>
                    <a:lnTo>
                      <a:pt x="0" y="822"/>
                    </a:lnTo>
                    <a:lnTo>
                      <a:pt x="822" y="822"/>
                    </a:ln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37"/>
              <p:cNvSpPr/>
              <p:nvPr/>
            </p:nvSpPr>
            <p:spPr>
              <a:xfrm>
                <a:off x="840575" y="3239225"/>
                <a:ext cx="205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2" extrusionOk="0">
                    <a:moveTo>
                      <a:pt x="0" y="0"/>
                    </a:moveTo>
                    <a:lnTo>
                      <a:pt x="0" y="822"/>
                    </a:lnTo>
                    <a:lnTo>
                      <a:pt x="822" y="822"/>
                    </a:ln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37"/>
              <p:cNvSpPr/>
              <p:nvPr/>
            </p:nvSpPr>
            <p:spPr>
              <a:xfrm>
                <a:off x="871825" y="3239225"/>
                <a:ext cx="20550" cy="205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2" extrusionOk="0">
                    <a:moveTo>
                      <a:pt x="0" y="0"/>
                    </a:moveTo>
                    <a:lnTo>
                      <a:pt x="0" y="822"/>
                    </a:lnTo>
                    <a:lnTo>
                      <a:pt x="822" y="822"/>
                    </a:ln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86" name="Google Shape;1486;p37"/>
          <p:cNvGrpSpPr/>
          <p:nvPr/>
        </p:nvGrpSpPr>
        <p:grpSpPr>
          <a:xfrm rot="-1214228">
            <a:off x="6802556" y="3497715"/>
            <a:ext cx="1142081" cy="979326"/>
            <a:chOff x="4041575" y="1574875"/>
            <a:chExt cx="296475" cy="254225"/>
          </a:xfrm>
        </p:grpSpPr>
        <p:sp>
          <p:nvSpPr>
            <p:cNvPr id="1487" name="Google Shape;1487;p37"/>
            <p:cNvSpPr/>
            <p:nvPr/>
          </p:nvSpPr>
          <p:spPr>
            <a:xfrm>
              <a:off x="4041575" y="1574875"/>
              <a:ext cx="296475" cy="254225"/>
            </a:xfrm>
            <a:custGeom>
              <a:avLst/>
              <a:gdLst/>
              <a:ahLst/>
              <a:cxnLst/>
              <a:rect l="l" t="t" r="r" b="b"/>
              <a:pathLst>
                <a:path w="11859" h="10169" extrusionOk="0">
                  <a:moveTo>
                    <a:pt x="655" y="0"/>
                  </a:moveTo>
                  <a:cubicBezTo>
                    <a:pt x="286" y="0"/>
                    <a:pt x="0" y="298"/>
                    <a:pt x="0" y="655"/>
                  </a:cubicBezTo>
                  <a:cubicBezTo>
                    <a:pt x="0" y="941"/>
                    <a:pt x="179" y="1179"/>
                    <a:pt x="429" y="1274"/>
                  </a:cubicBezTo>
                  <a:lnTo>
                    <a:pt x="429" y="4561"/>
                  </a:lnTo>
                  <a:cubicBezTo>
                    <a:pt x="238" y="4739"/>
                    <a:pt x="119" y="5001"/>
                    <a:pt x="119" y="5275"/>
                  </a:cubicBezTo>
                  <a:cubicBezTo>
                    <a:pt x="119" y="5811"/>
                    <a:pt x="548" y="6251"/>
                    <a:pt x="1084" y="6251"/>
                  </a:cubicBezTo>
                  <a:cubicBezTo>
                    <a:pt x="1095" y="6251"/>
                    <a:pt x="1119" y="6239"/>
                    <a:pt x="1131" y="6239"/>
                  </a:cubicBezTo>
                  <a:cubicBezTo>
                    <a:pt x="1584" y="8478"/>
                    <a:pt x="3560" y="10168"/>
                    <a:pt x="5929" y="10168"/>
                  </a:cubicBezTo>
                  <a:cubicBezTo>
                    <a:pt x="8299" y="10168"/>
                    <a:pt x="10275" y="8478"/>
                    <a:pt x="10716" y="6239"/>
                  </a:cubicBezTo>
                  <a:cubicBezTo>
                    <a:pt x="10728" y="6239"/>
                    <a:pt x="10751" y="6251"/>
                    <a:pt x="10763" y="6251"/>
                  </a:cubicBezTo>
                  <a:cubicBezTo>
                    <a:pt x="11299" y="6251"/>
                    <a:pt x="11728" y="5811"/>
                    <a:pt x="11728" y="5275"/>
                  </a:cubicBezTo>
                  <a:cubicBezTo>
                    <a:pt x="11728" y="5001"/>
                    <a:pt x="11609" y="4739"/>
                    <a:pt x="11418" y="4561"/>
                  </a:cubicBezTo>
                  <a:lnTo>
                    <a:pt x="11418" y="1274"/>
                  </a:lnTo>
                  <a:cubicBezTo>
                    <a:pt x="11668" y="1179"/>
                    <a:pt x="11859" y="941"/>
                    <a:pt x="11859" y="655"/>
                  </a:cubicBezTo>
                  <a:cubicBezTo>
                    <a:pt x="11859" y="298"/>
                    <a:pt x="11561" y="0"/>
                    <a:pt x="11192" y="0"/>
                  </a:cubicBezTo>
                  <a:cubicBezTo>
                    <a:pt x="10835" y="0"/>
                    <a:pt x="10537" y="298"/>
                    <a:pt x="10537" y="655"/>
                  </a:cubicBezTo>
                  <a:cubicBezTo>
                    <a:pt x="10537" y="941"/>
                    <a:pt x="10728" y="1179"/>
                    <a:pt x="10978" y="1274"/>
                  </a:cubicBezTo>
                  <a:lnTo>
                    <a:pt x="10978" y="4334"/>
                  </a:lnTo>
                  <a:cubicBezTo>
                    <a:pt x="10906" y="4311"/>
                    <a:pt x="10835" y="4311"/>
                    <a:pt x="10763" y="4311"/>
                  </a:cubicBezTo>
                  <a:lnTo>
                    <a:pt x="10716" y="4311"/>
                  </a:lnTo>
                  <a:cubicBezTo>
                    <a:pt x="10275" y="2072"/>
                    <a:pt x="8299" y="381"/>
                    <a:pt x="5929" y="381"/>
                  </a:cubicBezTo>
                  <a:cubicBezTo>
                    <a:pt x="3560" y="381"/>
                    <a:pt x="1584" y="2072"/>
                    <a:pt x="1131" y="4311"/>
                  </a:cubicBezTo>
                  <a:lnTo>
                    <a:pt x="1084" y="4311"/>
                  </a:lnTo>
                  <a:cubicBezTo>
                    <a:pt x="1012" y="4311"/>
                    <a:pt x="941" y="4311"/>
                    <a:pt x="881" y="4334"/>
                  </a:cubicBezTo>
                  <a:lnTo>
                    <a:pt x="881" y="1274"/>
                  </a:lnTo>
                  <a:cubicBezTo>
                    <a:pt x="1131" y="1179"/>
                    <a:pt x="1310" y="941"/>
                    <a:pt x="1310" y="655"/>
                  </a:cubicBezTo>
                  <a:cubicBezTo>
                    <a:pt x="1310" y="298"/>
                    <a:pt x="1012" y="0"/>
                    <a:pt x="655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88" name="Google Shape;1488;p37"/>
            <p:cNvGrpSpPr/>
            <p:nvPr/>
          </p:nvGrpSpPr>
          <p:grpSpPr>
            <a:xfrm>
              <a:off x="4041575" y="1575025"/>
              <a:ext cx="296475" cy="253925"/>
              <a:chOff x="4041575" y="-114775"/>
              <a:chExt cx="296475" cy="253925"/>
            </a:xfrm>
          </p:grpSpPr>
          <p:sp>
            <p:nvSpPr>
              <p:cNvPr id="1489" name="Google Shape;1489;p37"/>
              <p:cNvSpPr/>
              <p:nvPr/>
            </p:nvSpPr>
            <p:spPr>
              <a:xfrm>
                <a:off x="4052275" y="-104050"/>
                <a:ext cx="11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37" extrusionOk="0">
                    <a:moveTo>
                      <a:pt x="227" y="1"/>
                    </a:moveTo>
                    <a:cubicBezTo>
                      <a:pt x="96" y="1"/>
                      <a:pt x="1" y="96"/>
                      <a:pt x="1" y="227"/>
                    </a:cubicBezTo>
                    <a:lnTo>
                      <a:pt x="1" y="4823"/>
                    </a:lnTo>
                    <a:cubicBezTo>
                      <a:pt x="1" y="4942"/>
                      <a:pt x="96" y="5037"/>
                      <a:pt x="227" y="5037"/>
                    </a:cubicBezTo>
                    <a:cubicBezTo>
                      <a:pt x="346" y="5037"/>
                      <a:pt x="441" y="4942"/>
                      <a:pt x="441" y="4823"/>
                    </a:cubicBezTo>
                    <a:lnTo>
                      <a:pt x="441" y="227"/>
                    </a:lnTo>
                    <a:cubicBezTo>
                      <a:pt x="441" y="96"/>
                      <a:pt x="346" y="1"/>
                      <a:pt x="2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7"/>
              <p:cNvSpPr/>
              <p:nvPr/>
            </p:nvSpPr>
            <p:spPr>
              <a:xfrm>
                <a:off x="4041575" y="-114775"/>
                <a:ext cx="327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311" extrusionOk="0">
                    <a:moveTo>
                      <a:pt x="655" y="1"/>
                    </a:moveTo>
                    <a:cubicBezTo>
                      <a:pt x="286" y="1"/>
                      <a:pt x="0" y="287"/>
                      <a:pt x="0" y="656"/>
                    </a:cubicBezTo>
                    <a:cubicBezTo>
                      <a:pt x="0" y="1013"/>
                      <a:pt x="286" y="1311"/>
                      <a:pt x="655" y="1311"/>
                    </a:cubicBezTo>
                    <a:cubicBezTo>
                      <a:pt x="1012" y="1311"/>
                      <a:pt x="1310" y="1013"/>
                      <a:pt x="1310" y="656"/>
                    </a:cubicBezTo>
                    <a:cubicBezTo>
                      <a:pt x="1310" y="287"/>
                      <a:pt x="1012" y="1"/>
                      <a:pt x="65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7"/>
              <p:cNvSpPr/>
              <p:nvPr/>
            </p:nvSpPr>
            <p:spPr>
              <a:xfrm>
                <a:off x="4316000" y="-104050"/>
                <a:ext cx="11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37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27"/>
                    </a:cubicBezTo>
                    <a:lnTo>
                      <a:pt x="1" y="4823"/>
                    </a:lnTo>
                    <a:cubicBezTo>
                      <a:pt x="1" y="4942"/>
                      <a:pt x="96" y="5037"/>
                      <a:pt x="215" y="5037"/>
                    </a:cubicBezTo>
                    <a:cubicBezTo>
                      <a:pt x="346" y="5037"/>
                      <a:pt x="441" y="4942"/>
                      <a:pt x="441" y="4823"/>
                    </a:cubicBezTo>
                    <a:lnTo>
                      <a:pt x="441" y="227"/>
                    </a:lnTo>
                    <a:cubicBezTo>
                      <a:pt x="441" y="96"/>
                      <a:pt x="346" y="1"/>
                      <a:pt x="2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7"/>
              <p:cNvSpPr/>
              <p:nvPr/>
            </p:nvSpPr>
            <p:spPr>
              <a:xfrm>
                <a:off x="4305000" y="-114775"/>
                <a:ext cx="330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11" extrusionOk="0">
                    <a:moveTo>
                      <a:pt x="655" y="1"/>
                    </a:moveTo>
                    <a:cubicBezTo>
                      <a:pt x="298" y="1"/>
                      <a:pt x="0" y="287"/>
                      <a:pt x="0" y="656"/>
                    </a:cubicBezTo>
                    <a:cubicBezTo>
                      <a:pt x="0" y="1013"/>
                      <a:pt x="298" y="1311"/>
                      <a:pt x="655" y="1311"/>
                    </a:cubicBezTo>
                    <a:cubicBezTo>
                      <a:pt x="1024" y="1311"/>
                      <a:pt x="1322" y="1013"/>
                      <a:pt x="1322" y="656"/>
                    </a:cubicBezTo>
                    <a:cubicBezTo>
                      <a:pt x="1322" y="287"/>
                      <a:pt x="1024" y="1"/>
                      <a:pt x="65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7"/>
              <p:cNvSpPr/>
              <p:nvPr/>
            </p:nvSpPr>
            <p:spPr>
              <a:xfrm>
                <a:off x="4286525" y="-7300"/>
                <a:ext cx="48250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941" extrusionOk="0">
                    <a:moveTo>
                      <a:pt x="965" y="0"/>
                    </a:moveTo>
                    <a:cubicBezTo>
                      <a:pt x="430" y="0"/>
                      <a:pt x="1" y="441"/>
                      <a:pt x="1" y="976"/>
                    </a:cubicBezTo>
                    <a:cubicBezTo>
                      <a:pt x="1" y="1512"/>
                      <a:pt x="430" y="1941"/>
                      <a:pt x="965" y="1941"/>
                    </a:cubicBezTo>
                    <a:cubicBezTo>
                      <a:pt x="1501" y="1941"/>
                      <a:pt x="1930" y="1512"/>
                      <a:pt x="1930" y="976"/>
                    </a:cubicBezTo>
                    <a:cubicBezTo>
                      <a:pt x="1930" y="441"/>
                      <a:pt x="1501" y="0"/>
                      <a:pt x="9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7"/>
              <p:cNvSpPr/>
              <p:nvPr/>
            </p:nvSpPr>
            <p:spPr>
              <a:xfrm>
                <a:off x="4044550" y="-7300"/>
                <a:ext cx="48525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941" extrusionOk="0">
                    <a:moveTo>
                      <a:pt x="965" y="0"/>
                    </a:moveTo>
                    <a:cubicBezTo>
                      <a:pt x="429" y="0"/>
                      <a:pt x="0" y="441"/>
                      <a:pt x="0" y="976"/>
                    </a:cubicBezTo>
                    <a:cubicBezTo>
                      <a:pt x="0" y="1512"/>
                      <a:pt x="429" y="1941"/>
                      <a:pt x="965" y="1941"/>
                    </a:cubicBezTo>
                    <a:cubicBezTo>
                      <a:pt x="1500" y="1941"/>
                      <a:pt x="1941" y="1512"/>
                      <a:pt x="1941" y="976"/>
                    </a:cubicBezTo>
                    <a:cubicBezTo>
                      <a:pt x="1941" y="441"/>
                      <a:pt x="1500" y="0"/>
                      <a:pt x="96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7"/>
              <p:cNvSpPr/>
              <p:nvPr/>
            </p:nvSpPr>
            <p:spPr>
              <a:xfrm>
                <a:off x="4067450" y="-105250"/>
                <a:ext cx="244400" cy="244400"/>
              </a:xfrm>
              <a:custGeom>
                <a:avLst/>
                <a:gdLst/>
                <a:ahLst/>
                <a:cxnLst/>
                <a:rect l="l" t="t" r="r" b="b"/>
                <a:pathLst>
                  <a:path w="9776" h="9776" extrusionOk="0">
                    <a:moveTo>
                      <a:pt x="4894" y="1"/>
                    </a:moveTo>
                    <a:cubicBezTo>
                      <a:pt x="2192" y="1"/>
                      <a:pt x="1" y="2192"/>
                      <a:pt x="1" y="4894"/>
                    </a:cubicBezTo>
                    <a:cubicBezTo>
                      <a:pt x="1" y="7597"/>
                      <a:pt x="2192" y="9776"/>
                      <a:pt x="4894" y="9776"/>
                    </a:cubicBezTo>
                    <a:cubicBezTo>
                      <a:pt x="7585" y="9776"/>
                      <a:pt x="9776" y="7597"/>
                      <a:pt x="9776" y="4894"/>
                    </a:cubicBezTo>
                    <a:cubicBezTo>
                      <a:pt x="9776" y="2192"/>
                      <a:pt x="7585" y="1"/>
                      <a:pt x="489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7"/>
              <p:cNvSpPr/>
              <p:nvPr/>
            </p:nvSpPr>
            <p:spPr>
              <a:xfrm>
                <a:off x="4090375" y="-18625"/>
                <a:ext cx="1985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7943" h="2799" extrusionOk="0">
                    <a:moveTo>
                      <a:pt x="679" y="1"/>
                    </a:moveTo>
                    <a:cubicBezTo>
                      <a:pt x="298" y="1"/>
                      <a:pt x="1" y="310"/>
                      <a:pt x="1" y="679"/>
                    </a:cubicBezTo>
                    <a:lnTo>
                      <a:pt x="1" y="2120"/>
                    </a:lnTo>
                    <a:cubicBezTo>
                      <a:pt x="1" y="2501"/>
                      <a:pt x="298" y="2799"/>
                      <a:pt x="679" y="2799"/>
                    </a:cubicBezTo>
                    <a:lnTo>
                      <a:pt x="7275" y="2799"/>
                    </a:lnTo>
                    <a:cubicBezTo>
                      <a:pt x="7645" y="2799"/>
                      <a:pt x="7942" y="2501"/>
                      <a:pt x="7942" y="2120"/>
                    </a:cubicBezTo>
                    <a:lnTo>
                      <a:pt x="7942" y="679"/>
                    </a:lnTo>
                    <a:cubicBezTo>
                      <a:pt x="7942" y="310"/>
                      <a:pt x="7645" y="1"/>
                      <a:pt x="72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7"/>
              <p:cNvSpPr/>
              <p:nvPr/>
            </p:nvSpPr>
            <p:spPr>
              <a:xfrm>
                <a:off x="4119550" y="4600"/>
                <a:ext cx="247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89" extrusionOk="0">
                    <a:moveTo>
                      <a:pt x="489" y="0"/>
                    </a:moveTo>
                    <a:cubicBezTo>
                      <a:pt x="215" y="0"/>
                      <a:pt x="1" y="227"/>
                      <a:pt x="1" y="500"/>
                    </a:cubicBezTo>
                    <a:cubicBezTo>
                      <a:pt x="1" y="774"/>
                      <a:pt x="215" y="989"/>
                      <a:pt x="489" y="989"/>
                    </a:cubicBezTo>
                    <a:cubicBezTo>
                      <a:pt x="763" y="989"/>
                      <a:pt x="989" y="774"/>
                      <a:pt x="989" y="500"/>
                    </a:cubicBezTo>
                    <a:cubicBezTo>
                      <a:pt x="989" y="227"/>
                      <a:pt x="763" y="0"/>
                      <a:pt x="48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7"/>
              <p:cNvSpPr/>
              <p:nvPr/>
            </p:nvSpPr>
            <p:spPr>
              <a:xfrm>
                <a:off x="4235050" y="4600"/>
                <a:ext cx="250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989" extrusionOk="0">
                    <a:moveTo>
                      <a:pt x="500" y="0"/>
                    </a:moveTo>
                    <a:cubicBezTo>
                      <a:pt x="226" y="0"/>
                      <a:pt x="0" y="227"/>
                      <a:pt x="0" y="500"/>
                    </a:cubicBezTo>
                    <a:cubicBezTo>
                      <a:pt x="0" y="774"/>
                      <a:pt x="226" y="989"/>
                      <a:pt x="500" y="989"/>
                    </a:cubicBezTo>
                    <a:cubicBezTo>
                      <a:pt x="774" y="989"/>
                      <a:pt x="1000" y="774"/>
                      <a:pt x="1000" y="500"/>
                    </a:cubicBezTo>
                    <a:cubicBezTo>
                      <a:pt x="1000" y="227"/>
                      <a:pt x="774" y="0"/>
                      <a:pt x="50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99" name="Google Shape;1499;p37"/>
          <p:cNvGrpSpPr/>
          <p:nvPr/>
        </p:nvGrpSpPr>
        <p:grpSpPr>
          <a:xfrm rot="-603175">
            <a:off x="737506" y="715848"/>
            <a:ext cx="812360" cy="950133"/>
            <a:chOff x="1550475" y="1522188"/>
            <a:chExt cx="307200" cy="359300"/>
          </a:xfrm>
        </p:grpSpPr>
        <p:sp>
          <p:nvSpPr>
            <p:cNvPr id="1500" name="Google Shape;1500;p37"/>
            <p:cNvSpPr/>
            <p:nvPr/>
          </p:nvSpPr>
          <p:spPr>
            <a:xfrm>
              <a:off x="1550475" y="1522350"/>
              <a:ext cx="307200" cy="358975"/>
            </a:xfrm>
            <a:custGeom>
              <a:avLst/>
              <a:gdLst/>
              <a:ahLst/>
              <a:cxnLst/>
              <a:rect l="l" t="t" r="r" b="b"/>
              <a:pathLst>
                <a:path w="12288" h="14359" extrusionOk="0">
                  <a:moveTo>
                    <a:pt x="5561" y="0"/>
                  </a:moveTo>
                  <a:cubicBezTo>
                    <a:pt x="4775" y="0"/>
                    <a:pt x="4144" y="631"/>
                    <a:pt x="4144" y="1405"/>
                  </a:cubicBezTo>
                  <a:lnTo>
                    <a:pt x="4144" y="1417"/>
                  </a:lnTo>
                  <a:cubicBezTo>
                    <a:pt x="2108" y="2215"/>
                    <a:pt x="667" y="4191"/>
                    <a:pt x="667" y="6501"/>
                  </a:cubicBezTo>
                  <a:lnTo>
                    <a:pt x="667" y="9870"/>
                  </a:lnTo>
                  <a:cubicBezTo>
                    <a:pt x="275" y="10025"/>
                    <a:pt x="1" y="10406"/>
                    <a:pt x="1" y="10847"/>
                  </a:cubicBezTo>
                  <a:lnTo>
                    <a:pt x="1" y="12692"/>
                  </a:lnTo>
                  <a:cubicBezTo>
                    <a:pt x="1" y="12942"/>
                    <a:pt x="84" y="13168"/>
                    <a:pt x="239" y="13359"/>
                  </a:cubicBezTo>
                  <a:lnTo>
                    <a:pt x="239" y="14359"/>
                  </a:lnTo>
                  <a:lnTo>
                    <a:pt x="12109" y="14359"/>
                  </a:lnTo>
                  <a:lnTo>
                    <a:pt x="12109" y="13335"/>
                  </a:lnTo>
                  <a:lnTo>
                    <a:pt x="12062" y="13335"/>
                  </a:lnTo>
                  <a:cubicBezTo>
                    <a:pt x="12205" y="13156"/>
                    <a:pt x="12288" y="12930"/>
                    <a:pt x="12288" y="12692"/>
                  </a:cubicBezTo>
                  <a:lnTo>
                    <a:pt x="12288" y="10847"/>
                  </a:lnTo>
                  <a:cubicBezTo>
                    <a:pt x="12288" y="10394"/>
                    <a:pt x="12014" y="10025"/>
                    <a:pt x="11621" y="9870"/>
                  </a:cubicBezTo>
                  <a:lnTo>
                    <a:pt x="11621" y="6501"/>
                  </a:lnTo>
                  <a:cubicBezTo>
                    <a:pt x="11621" y="4131"/>
                    <a:pt x="10109" y="2119"/>
                    <a:pt x="8002" y="1357"/>
                  </a:cubicBezTo>
                  <a:cubicBezTo>
                    <a:pt x="7966" y="595"/>
                    <a:pt x="7347" y="0"/>
                    <a:pt x="6585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01" name="Google Shape;1501;p37"/>
            <p:cNvGrpSpPr/>
            <p:nvPr/>
          </p:nvGrpSpPr>
          <p:grpSpPr>
            <a:xfrm>
              <a:off x="1550475" y="1522188"/>
              <a:ext cx="307200" cy="359300"/>
              <a:chOff x="1550475" y="-167450"/>
              <a:chExt cx="307200" cy="359300"/>
            </a:xfrm>
          </p:grpSpPr>
          <p:sp>
            <p:nvSpPr>
              <p:cNvPr id="1502" name="Google Shape;1502;p37"/>
              <p:cNvSpPr/>
              <p:nvPr/>
            </p:nvSpPr>
            <p:spPr>
              <a:xfrm>
                <a:off x="1654075" y="-167450"/>
                <a:ext cx="96450" cy="70575"/>
              </a:xfrm>
              <a:custGeom>
                <a:avLst/>
                <a:gdLst/>
                <a:ahLst/>
                <a:cxnLst/>
                <a:rect l="l" t="t" r="r" b="b"/>
                <a:pathLst>
                  <a:path w="3858" h="2823" extrusionOk="0">
                    <a:moveTo>
                      <a:pt x="1417" y="0"/>
                    </a:moveTo>
                    <a:cubicBezTo>
                      <a:pt x="631" y="0"/>
                      <a:pt x="0" y="632"/>
                      <a:pt x="0" y="1417"/>
                    </a:cubicBezTo>
                    <a:cubicBezTo>
                      <a:pt x="0" y="2191"/>
                      <a:pt x="631" y="2822"/>
                      <a:pt x="1417" y="2822"/>
                    </a:cubicBezTo>
                    <a:lnTo>
                      <a:pt x="2441" y="2822"/>
                    </a:lnTo>
                    <a:cubicBezTo>
                      <a:pt x="3227" y="2822"/>
                      <a:pt x="3858" y="2191"/>
                      <a:pt x="3858" y="1417"/>
                    </a:cubicBezTo>
                    <a:cubicBezTo>
                      <a:pt x="3858" y="632"/>
                      <a:pt x="3227" y="0"/>
                      <a:pt x="24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7"/>
              <p:cNvSpPr/>
              <p:nvPr/>
            </p:nvSpPr>
            <p:spPr>
              <a:xfrm>
                <a:off x="1704675" y="67975"/>
                <a:ext cx="152700" cy="64625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2585" extrusionOk="0">
                    <a:moveTo>
                      <a:pt x="201" y="0"/>
                    </a:moveTo>
                    <a:cubicBezTo>
                      <a:pt x="134" y="0"/>
                      <a:pt x="67" y="1"/>
                      <a:pt x="0" y="1"/>
                    </a:cubicBezTo>
                    <a:lnTo>
                      <a:pt x="393" y="1"/>
                    </a:lnTo>
                    <a:cubicBezTo>
                      <a:pt x="1048" y="25"/>
                      <a:pt x="1084" y="990"/>
                      <a:pt x="500" y="1073"/>
                    </a:cubicBezTo>
                    <a:cubicBezTo>
                      <a:pt x="2298" y="1097"/>
                      <a:pt x="4096" y="1442"/>
                      <a:pt x="5513" y="2585"/>
                    </a:cubicBezTo>
                    <a:lnTo>
                      <a:pt x="6108" y="1680"/>
                    </a:lnTo>
                    <a:cubicBezTo>
                      <a:pt x="4470" y="365"/>
                      <a:pt x="2274" y="0"/>
                      <a:pt x="201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7"/>
              <p:cNvSpPr/>
              <p:nvPr/>
            </p:nvSpPr>
            <p:spPr>
              <a:xfrm>
                <a:off x="1692175" y="9447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500" y="1"/>
                    </a:moveTo>
                    <a:cubicBezTo>
                      <a:pt x="333" y="1"/>
                      <a:pt x="167" y="1"/>
                      <a:pt x="0" y="13"/>
                    </a:cubicBezTo>
                    <a:lnTo>
                      <a:pt x="107" y="13"/>
                    </a:lnTo>
                    <a:cubicBezTo>
                      <a:pt x="238" y="13"/>
                      <a:pt x="369" y="13"/>
                      <a:pt x="500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7"/>
              <p:cNvSpPr/>
              <p:nvPr/>
            </p:nvSpPr>
            <p:spPr>
              <a:xfrm>
                <a:off x="1704675" y="94550"/>
                <a:ext cx="12525" cy="25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0" extrusionOk="0">
                    <a:moveTo>
                      <a:pt x="250" y="1"/>
                    </a:moveTo>
                    <a:cubicBezTo>
                      <a:pt x="167" y="1"/>
                      <a:pt x="83" y="4"/>
                      <a:pt x="0" y="10"/>
                    </a:cubicBezTo>
                    <a:lnTo>
                      <a:pt x="500" y="10"/>
                    </a:lnTo>
                    <a:cubicBezTo>
                      <a:pt x="417" y="4"/>
                      <a:pt x="333" y="1"/>
                      <a:pt x="250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7"/>
              <p:cNvSpPr/>
              <p:nvPr/>
            </p:nvSpPr>
            <p:spPr>
              <a:xfrm>
                <a:off x="1552275" y="67975"/>
                <a:ext cx="152425" cy="64350"/>
              </a:xfrm>
              <a:custGeom>
                <a:avLst/>
                <a:gdLst/>
                <a:ahLst/>
                <a:cxnLst/>
                <a:rect l="l" t="t" r="r" b="b"/>
                <a:pathLst>
                  <a:path w="6097" h="2574" extrusionOk="0">
                    <a:moveTo>
                      <a:pt x="5902" y="0"/>
                    </a:moveTo>
                    <a:cubicBezTo>
                      <a:pt x="5839" y="0"/>
                      <a:pt x="5775" y="1"/>
                      <a:pt x="5711" y="1"/>
                    </a:cubicBezTo>
                    <a:lnTo>
                      <a:pt x="6096" y="1"/>
                    </a:lnTo>
                    <a:cubicBezTo>
                      <a:pt x="6031" y="1"/>
                      <a:pt x="5967" y="0"/>
                      <a:pt x="5902" y="0"/>
                    </a:cubicBezTo>
                    <a:close/>
                    <a:moveTo>
                      <a:pt x="5703" y="1"/>
                    </a:moveTo>
                    <a:cubicBezTo>
                      <a:pt x="5702" y="1"/>
                      <a:pt x="5701" y="1"/>
                      <a:pt x="5700" y="1"/>
                    </a:cubicBezTo>
                    <a:lnTo>
                      <a:pt x="5700" y="1"/>
                    </a:lnTo>
                    <a:cubicBezTo>
                      <a:pt x="5704" y="1"/>
                      <a:pt x="5707" y="1"/>
                      <a:pt x="5711" y="1"/>
                    </a:cubicBezTo>
                    <a:close/>
                    <a:moveTo>
                      <a:pt x="5700" y="1"/>
                    </a:moveTo>
                    <a:lnTo>
                      <a:pt x="5700" y="1"/>
                    </a:lnTo>
                    <a:cubicBezTo>
                      <a:pt x="3652" y="26"/>
                      <a:pt x="1611" y="428"/>
                      <a:pt x="0" y="1692"/>
                    </a:cubicBezTo>
                    <a:lnTo>
                      <a:pt x="584" y="2573"/>
                    </a:lnTo>
                    <a:cubicBezTo>
                      <a:pt x="1965" y="1430"/>
                      <a:pt x="3810" y="1097"/>
                      <a:pt x="5596" y="1073"/>
                    </a:cubicBezTo>
                    <a:cubicBezTo>
                      <a:pt x="5014" y="978"/>
                      <a:pt x="5048" y="28"/>
                      <a:pt x="5700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7"/>
              <p:cNvSpPr/>
              <p:nvPr/>
            </p:nvSpPr>
            <p:spPr>
              <a:xfrm>
                <a:off x="1677575" y="68000"/>
                <a:ext cx="54200" cy="26800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1072" extrusionOk="0">
                    <a:moveTo>
                      <a:pt x="691" y="0"/>
                    </a:moveTo>
                    <a:cubicBezTo>
                      <a:pt x="36" y="24"/>
                      <a:pt x="1" y="989"/>
                      <a:pt x="584" y="1072"/>
                    </a:cubicBezTo>
                    <a:cubicBezTo>
                      <a:pt x="667" y="1066"/>
                      <a:pt x="751" y="1063"/>
                      <a:pt x="834" y="1063"/>
                    </a:cubicBezTo>
                    <a:cubicBezTo>
                      <a:pt x="917" y="1063"/>
                      <a:pt x="1001" y="1066"/>
                      <a:pt x="1084" y="1072"/>
                    </a:cubicBezTo>
                    <a:cubicBezTo>
                      <a:pt x="1167" y="1066"/>
                      <a:pt x="1251" y="1063"/>
                      <a:pt x="1334" y="1063"/>
                    </a:cubicBezTo>
                    <a:cubicBezTo>
                      <a:pt x="1417" y="1063"/>
                      <a:pt x="1501" y="1066"/>
                      <a:pt x="1584" y="1072"/>
                    </a:cubicBezTo>
                    <a:cubicBezTo>
                      <a:pt x="2168" y="989"/>
                      <a:pt x="2132" y="24"/>
                      <a:pt x="1477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37"/>
              <p:cNvSpPr/>
              <p:nvPr/>
            </p:nvSpPr>
            <p:spPr>
              <a:xfrm>
                <a:off x="1550475" y="77825"/>
                <a:ext cx="51825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3" h="3918" extrusionOk="0">
                    <a:moveTo>
                      <a:pt x="1037" y="0"/>
                    </a:moveTo>
                    <a:cubicBezTo>
                      <a:pt x="465" y="0"/>
                      <a:pt x="1" y="465"/>
                      <a:pt x="1" y="1036"/>
                    </a:cubicBezTo>
                    <a:lnTo>
                      <a:pt x="1" y="2882"/>
                    </a:lnTo>
                    <a:cubicBezTo>
                      <a:pt x="1" y="3453"/>
                      <a:pt x="465" y="3917"/>
                      <a:pt x="1037" y="3917"/>
                    </a:cubicBezTo>
                    <a:cubicBezTo>
                      <a:pt x="1608" y="3917"/>
                      <a:pt x="2072" y="3453"/>
                      <a:pt x="2072" y="2882"/>
                    </a:cubicBezTo>
                    <a:lnTo>
                      <a:pt x="2072" y="1036"/>
                    </a:lnTo>
                    <a:cubicBezTo>
                      <a:pt x="2072" y="465"/>
                      <a:pt x="1608" y="0"/>
                      <a:pt x="10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7"/>
              <p:cNvSpPr/>
              <p:nvPr/>
            </p:nvSpPr>
            <p:spPr>
              <a:xfrm>
                <a:off x="1805875" y="77825"/>
                <a:ext cx="51800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3918" extrusionOk="0">
                    <a:moveTo>
                      <a:pt x="1036" y="0"/>
                    </a:moveTo>
                    <a:cubicBezTo>
                      <a:pt x="465" y="0"/>
                      <a:pt x="0" y="465"/>
                      <a:pt x="0" y="1036"/>
                    </a:cubicBezTo>
                    <a:lnTo>
                      <a:pt x="0" y="2882"/>
                    </a:lnTo>
                    <a:cubicBezTo>
                      <a:pt x="0" y="3453"/>
                      <a:pt x="465" y="3917"/>
                      <a:pt x="1036" y="3917"/>
                    </a:cubicBezTo>
                    <a:cubicBezTo>
                      <a:pt x="1608" y="3917"/>
                      <a:pt x="2072" y="3453"/>
                      <a:pt x="2072" y="2882"/>
                    </a:cubicBezTo>
                    <a:lnTo>
                      <a:pt x="2072" y="1036"/>
                    </a:lnTo>
                    <a:cubicBezTo>
                      <a:pt x="2072" y="465"/>
                      <a:pt x="1608" y="0"/>
                      <a:pt x="10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7"/>
              <p:cNvSpPr/>
              <p:nvPr/>
            </p:nvSpPr>
            <p:spPr>
              <a:xfrm>
                <a:off x="1567450" y="-141550"/>
                <a:ext cx="273575" cy="307800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12312" extrusionOk="0">
                    <a:moveTo>
                      <a:pt x="5465" y="0"/>
                    </a:moveTo>
                    <a:cubicBezTo>
                      <a:pt x="2441" y="0"/>
                      <a:pt x="0" y="2453"/>
                      <a:pt x="0" y="5477"/>
                    </a:cubicBezTo>
                    <a:lnTo>
                      <a:pt x="0" y="12311"/>
                    </a:lnTo>
                    <a:lnTo>
                      <a:pt x="10942" y="12311"/>
                    </a:lnTo>
                    <a:lnTo>
                      <a:pt x="10942" y="5477"/>
                    </a:lnTo>
                    <a:cubicBezTo>
                      <a:pt x="10942" y="2453"/>
                      <a:pt x="8489" y="0"/>
                      <a:pt x="54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7"/>
              <p:cNvSpPr/>
              <p:nvPr/>
            </p:nvSpPr>
            <p:spPr>
              <a:xfrm>
                <a:off x="1556425" y="166225"/>
                <a:ext cx="10750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1025" extrusionOk="0">
                    <a:moveTo>
                      <a:pt x="1" y="0"/>
                    </a:moveTo>
                    <a:lnTo>
                      <a:pt x="1" y="1024"/>
                    </a:lnTo>
                    <a:lnTo>
                      <a:pt x="429" y="1024"/>
                    </a:lnTo>
                    <a:lnTo>
                      <a:pt x="4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7"/>
              <p:cNvSpPr/>
              <p:nvPr/>
            </p:nvSpPr>
            <p:spPr>
              <a:xfrm>
                <a:off x="1841000" y="166225"/>
                <a:ext cx="122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025" extrusionOk="0">
                    <a:moveTo>
                      <a:pt x="0" y="0"/>
                    </a:moveTo>
                    <a:lnTo>
                      <a:pt x="0" y="1024"/>
                    </a:lnTo>
                    <a:lnTo>
                      <a:pt x="488" y="1024"/>
                    </a:lnTo>
                    <a:lnTo>
                      <a:pt x="4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7"/>
              <p:cNvSpPr/>
              <p:nvPr/>
            </p:nvSpPr>
            <p:spPr>
              <a:xfrm>
                <a:off x="1567150" y="166225"/>
                <a:ext cx="27387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25" extrusionOk="0">
                    <a:moveTo>
                      <a:pt x="0" y="0"/>
                    </a:moveTo>
                    <a:lnTo>
                      <a:pt x="0" y="1024"/>
                    </a:lnTo>
                    <a:lnTo>
                      <a:pt x="10954" y="1024"/>
                    </a:lnTo>
                    <a:lnTo>
                      <a:pt x="1095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7"/>
              <p:cNvSpPr/>
              <p:nvPr/>
            </p:nvSpPr>
            <p:spPr>
              <a:xfrm>
                <a:off x="1629950" y="80800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0"/>
                    </a:moveTo>
                    <a:lnTo>
                      <a:pt x="1001" y="0"/>
                    </a:lnTo>
                    <a:lnTo>
                      <a:pt x="1001" y="1000"/>
                    </a:lnTo>
                    <a:lnTo>
                      <a:pt x="1" y="100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7"/>
              <p:cNvSpPr/>
              <p:nvPr/>
            </p:nvSpPr>
            <p:spPr>
              <a:xfrm>
                <a:off x="1660600" y="80800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0"/>
                    </a:moveTo>
                    <a:lnTo>
                      <a:pt x="1" y="1000"/>
                    </a:lnTo>
                    <a:lnTo>
                      <a:pt x="1013" y="1000"/>
                    </a:lnTo>
                    <a:lnTo>
                      <a:pt x="101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37"/>
              <p:cNvSpPr/>
              <p:nvPr/>
            </p:nvSpPr>
            <p:spPr>
              <a:xfrm>
                <a:off x="1691575" y="80800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0"/>
                    </a:moveTo>
                    <a:lnTo>
                      <a:pt x="1000" y="0"/>
                    </a:lnTo>
                    <a:lnTo>
                      <a:pt x="1000" y="1000"/>
                    </a:lnTo>
                    <a:lnTo>
                      <a:pt x="0" y="100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7"/>
              <p:cNvSpPr/>
              <p:nvPr/>
            </p:nvSpPr>
            <p:spPr>
              <a:xfrm>
                <a:off x="1722225" y="80800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0"/>
                    </a:moveTo>
                    <a:lnTo>
                      <a:pt x="1" y="1000"/>
                    </a:lnTo>
                    <a:lnTo>
                      <a:pt x="1013" y="1000"/>
                    </a:lnTo>
                    <a:lnTo>
                      <a:pt x="101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7"/>
              <p:cNvSpPr/>
              <p:nvPr/>
            </p:nvSpPr>
            <p:spPr>
              <a:xfrm>
                <a:off x="1753175" y="80800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0"/>
                    </a:moveTo>
                    <a:lnTo>
                      <a:pt x="1001" y="0"/>
                    </a:lnTo>
                    <a:lnTo>
                      <a:pt x="1001" y="1000"/>
                    </a:lnTo>
                    <a:lnTo>
                      <a:pt x="1" y="100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7"/>
              <p:cNvSpPr/>
              <p:nvPr/>
            </p:nvSpPr>
            <p:spPr>
              <a:xfrm>
                <a:off x="1607025" y="-36475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3"/>
                    </a:moveTo>
                    <a:cubicBezTo>
                      <a:pt x="3287" y="2548"/>
                      <a:pt x="2549" y="3286"/>
                      <a:pt x="1644" y="3286"/>
                    </a:cubicBezTo>
                    <a:cubicBezTo>
                      <a:pt x="739" y="3286"/>
                      <a:pt x="1" y="2548"/>
                      <a:pt x="1" y="1643"/>
                    </a:cubicBezTo>
                    <a:cubicBezTo>
                      <a:pt x="1" y="738"/>
                      <a:pt x="739" y="0"/>
                      <a:pt x="1644" y="0"/>
                    </a:cubicBezTo>
                    <a:cubicBezTo>
                      <a:pt x="2549" y="0"/>
                      <a:pt x="3287" y="738"/>
                      <a:pt x="3287" y="16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7"/>
              <p:cNvSpPr/>
              <p:nvPr/>
            </p:nvSpPr>
            <p:spPr>
              <a:xfrm>
                <a:off x="1638575" y="-4925"/>
                <a:ext cx="19075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75" extrusionOk="0">
                    <a:moveTo>
                      <a:pt x="382" y="0"/>
                    </a:moveTo>
                    <a:cubicBezTo>
                      <a:pt x="168" y="0"/>
                      <a:pt x="1" y="179"/>
                      <a:pt x="1" y="381"/>
                    </a:cubicBezTo>
                    <a:cubicBezTo>
                      <a:pt x="1" y="596"/>
                      <a:pt x="168" y="774"/>
                      <a:pt x="382" y="774"/>
                    </a:cubicBezTo>
                    <a:cubicBezTo>
                      <a:pt x="596" y="774"/>
                      <a:pt x="763" y="596"/>
                      <a:pt x="763" y="381"/>
                    </a:cubicBezTo>
                    <a:cubicBezTo>
                      <a:pt x="763" y="179"/>
                      <a:pt x="596" y="0"/>
                      <a:pt x="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7"/>
              <p:cNvSpPr/>
              <p:nvPr/>
            </p:nvSpPr>
            <p:spPr>
              <a:xfrm>
                <a:off x="1718950" y="-36475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3"/>
                    </a:moveTo>
                    <a:cubicBezTo>
                      <a:pt x="3287" y="2548"/>
                      <a:pt x="2549" y="3286"/>
                      <a:pt x="1644" y="3286"/>
                    </a:cubicBezTo>
                    <a:cubicBezTo>
                      <a:pt x="739" y="3286"/>
                      <a:pt x="1" y="2548"/>
                      <a:pt x="1" y="1643"/>
                    </a:cubicBezTo>
                    <a:cubicBezTo>
                      <a:pt x="1" y="738"/>
                      <a:pt x="739" y="0"/>
                      <a:pt x="1644" y="0"/>
                    </a:cubicBezTo>
                    <a:cubicBezTo>
                      <a:pt x="2549" y="0"/>
                      <a:pt x="3287" y="738"/>
                      <a:pt x="3287" y="16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37"/>
              <p:cNvSpPr/>
              <p:nvPr/>
            </p:nvSpPr>
            <p:spPr>
              <a:xfrm>
                <a:off x="1750500" y="-4925"/>
                <a:ext cx="19075" cy="193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75" extrusionOk="0">
                    <a:moveTo>
                      <a:pt x="382" y="0"/>
                    </a:moveTo>
                    <a:cubicBezTo>
                      <a:pt x="167" y="0"/>
                      <a:pt x="1" y="179"/>
                      <a:pt x="1" y="381"/>
                    </a:cubicBezTo>
                    <a:cubicBezTo>
                      <a:pt x="1" y="596"/>
                      <a:pt x="167" y="774"/>
                      <a:pt x="382" y="774"/>
                    </a:cubicBezTo>
                    <a:cubicBezTo>
                      <a:pt x="596" y="774"/>
                      <a:pt x="763" y="596"/>
                      <a:pt x="763" y="381"/>
                    </a:cubicBezTo>
                    <a:cubicBezTo>
                      <a:pt x="763" y="179"/>
                      <a:pt x="596" y="0"/>
                      <a:pt x="3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23" name="Google Shape;1523;p37"/>
          <p:cNvGrpSpPr/>
          <p:nvPr/>
        </p:nvGrpSpPr>
        <p:grpSpPr>
          <a:xfrm>
            <a:off x="6845691" y="2335025"/>
            <a:ext cx="234762" cy="218290"/>
            <a:chOff x="8652775" y="883650"/>
            <a:chExt cx="38125" cy="35450"/>
          </a:xfrm>
        </p:grpSpPr>
        <p:sp>
          <p:nvSpPr>
            <p:cNvPr id="1524" name="Google Shape;1524;p37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7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7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7" name="Google Shape;1527;p37"/>
          <p:cNvGrpSpPr/>
          <p:nvPr/>
        </p:nvGrpSpPr>
        <p:grpSpPr>
          <a:xfrm>
            <a:off x="5925668" y="4280769"/>
            <a:ext cx="430885" cy="203666"/>
            <a:chOff x="8703675" y="886625"/>
            <a:chExt cx="69975" cy="33075"/>
          </a:xfrm>
        </p:grpSpPr>
        <p:sp>
          <p:nvSpPr>
            <p:cNvPr id="1528" name="Google Shape;1528;p37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7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0" name="Google Shape;1530;p37"/>
          <p:cNvGrpSpPr/>
          <p:nvPr/>
        </p:nvGrpSpPr>
        <p:grpSpPr>
          <a:xfrm rot="1192132">
            <a:off x="5993344" y="220180"/>
            <a:ext cx="752083" cy="1129251"/>
            <a:chOff x="6630575" y="1482600"/>
            <a:chExt cx="292025" cy="438475"/>
          </a:xfrm>
        </p:grpSpPr>
        <p:sp>
          <p:nvSpPr>
            <p:cNvPr id="1531" name="Google Shape;1531;p37"/>
            <p:cNvSpPr/>
            <p:nvPr/>
          </p:nvSpPr>
          <p:spPr>
            <a:xfrm>
              <a:off x="6630575" y="1482750"/>
              <a:ext cx="292025" cy="438175"/>
            </a:xfrm>
            <a:custGeom>
              <a:avLst/>
              <a:gdLst/>
              <a:ahLst/>
              <a:cxnLst/>
              <a:rect l="l" t="t" r="r" b="b"/>
              <a:pathLst>
                <a:path w="11681" h="17527" extrusionOk="0">
                  <a:moveTo>
                    <a:pt x="5847" y="0"/>
                  </a:moveTo>
                  <a:cubicBezTo>
                    <a:pt x="2620" y="0"/>
                    <a:pt x="1" y="2608"/>
                    <a:pt x="1" y="5835"/>
                  </a:cubicBezTo>
                  <a:lnTo>
                    <a:pt x="1" y="9633"/>
                  </a:lnTo>
                  <a:lnTo>
                    <a:pt x="1" y="14586"/>
                  </a:lnTo>
                  <a:lnTo>
                    <a:pt x="1" y="14990"/>
                  </a:lnTo>
                  <a:lnTo>
                    <a:pt x="1" y="15395"/>
                  </a:lnTo>
                  <a:lnTo>
                    <a:pt x="1" y="16538"/>
                  </a:lnTo>
                  <a:lnTo>
                    <a:pt x="1" y="16788"/>
                  </a:lnTo>
                  <a:cubicBezTo>
                    <a:pt x="1" y="16836"/>
                    <a:pt x="13" y="16872"/>
                    <a:pt x="13" y="16919"/>
                  </a:cubicBezTo>
                  <a:lnTo>
                    <a:pt x="24" y="16955"/>
                  </a:lnTo>
                  <a:cubicBezTo>
                    <a:pt x="36" y="16991"/>
                    <a:pt x="36" y="17026"/>
                    <a:pt x="48" y="17050"/>
                  </a:cubicBezTo>
                  <a:cubicBezTo>
                    <a:pt x="60" y="17062"/>
                    <a:pt x="60" y="17074"/>
                    <a:pt x="72" y="17086"/>
                  </a:cubicBezTo>
                  <a:cubicBezTo>
                    <a:pt x="84" y="17122"/>
                    <a:pt x="96" y="17145"/>
                    <a:pt x="120" y="17181"/>
                  </a:cubicBezTo>
                  <a:cubicBezTo>
                    <a:pt x="120" y="17193"/>
                    <a:pt x="132" y="17193"/>
                    <a:pt x="132" y="17205"/>
                  </a:cubicBezTo>
                  <a:cubicBezTo>
                    <a:pt x="155" y="17241"/>
                    <a:pt x="179" y="17265"/>
                    <a:pt x="215" y="17300"/>
                  </a:cubicBezTo>
                  <a:cubicBezTo>
                    <a:pt x="227" y="17312"/>
                    <a:pt x="239" y="17324"/>
                    <a:pt x="239" y="17324"/>
                  </a:cubicBezTo>
                  <a:cubicBezTo>
                    <a:pt x="263" y="17348"/>
                    <a:pt x="286" y="17372"/>
                    <a:pt x="310" y="17384"/>
                  </a:cubicBezTo>
                  <a:cubicBezTo>
                    <a:pt x="322" y="17395"/>
                    <a:pt x="334" y="17407"/>
                    <a:pt x="346" y="17407"/>
                  </a:cubicBezTo>
                  <a:cubicBezTo>
                    <a:pt x="370" y="17431"/>
                    <a:pt x="394" y="17443"/>
                    <a:pt x="429" y="17455"/>
                  </a:cubicBezTo>
                  <a:cubicBezTo>
                    <a:pt x="441" y="17455"/>
                    <a:pt x="453" y="17467"/>
                    <a:pt x="465" y="17467"/>
                  </a:cubicBezTo>
                  <a:cubicBezTo>
                    <a:pt x="465" y="17479"/>
                    <a:pt x="477" y="17479"/>
                    <a:pt x="477" y="17479"/>
                  </a:cubicBezTo>
                  <a:cubicBezTo>
                    <a:pt x="560" y="17503"/>
                    <a:pt x="655" y="17526"/>
                    <a:pt x="751" y="17526"/>
                  </a:cubicBezTo>
                  <a:lnTo>
                    <a:pt x="10931" y="17526"/>
                  </a:lnTo>
                  <a:cubicBezTo>
                    <a:pt x="11347" y="17526"/>
                    <a:pt x="11681" y="17193"/>
                    <a:pt x="11681" y="16788"/>
                  </a:cubicBezTo>
                  <a:lnTo>
                    <a:pt x="11681" y="16133"/>
                  </a:lnTo>
                  <a:lnTo>
                    <a:pt x="11681" y="15383"/>
                  </a:lnTo>
                  <a:lnTo>
                    <a:pt x="11681" y="14979"/>
                  </a:lnTo>
                  <a:lnTo>
                    <a:pt x="11681" y="14574"/>
                  </a:lnTo>
                  <a:lnTo>
                    <a:pt x="11681" y="9633"/>
                  </a:lnTo>
                  <a:lnTo>
                    <a:pt x="11681" y="5835"/>
                  </a:lnTo>
                  <a:cubicBezTo>
                    <a:pt x="11681" y="2608"/>
                    <a:pt x="9061" y="0"/>
                    <a:pt x="584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2" name="Google Shape;1532;p37"/>
            <p:cNvGrpSpPr/>
            <p:nvPr/>
          </p:nvGrpSpPr>
          <p:grpSpPr>
            <a:xfrm>
              <a:off x="6630575" y="1482600"/>
              <a:ext cx="292025" cy="438475"/>
              <a:chOff x="6630575" y="-207050"/>
              <a:chExt cx="292025" cy="438475"/>
            </a:xfrm>
          </p:grpSpPr>
          <p:sp>
            <p:nvSpPr>
              <p:cNvPr id="1533" name="Google Shape;1533;p37"/>
              <p:cNvSpPr/>
              <p:nvPr/>
            </p:nvSpPr>
            <p:spPr>
              <a:xfrm>
                <a:off x="6630575" y="-207050"/>
                <a:ext cx="292025" cy="4384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7539" extrusionOk="0">
                    <a:moveTo>
                      <a:pt x="5847" y="1"/>
                    </a:moveTo>
                    <a:cubicBezTo>
                      <a:pt x="2620" y="1"/>
                      <a:pt x="1" y="2620"/>
                      <a:pt x="1" y="5847"/>
                    </a:cubicBezTo>
                    <a:lnTo>
                      <a:pt x="1" y="9645"/>
                    </a:lnTo>
                    <a:lnTo>
                      <a:pt x="1" y="16789"/>
                    </a:lnTo>
                    <a:cubicBezTo>
                      <a:pt x="1" y="17205"/>
                      <a:pt x="334" y="17539"/>
                      <a:pt x="751" y="17539"/>
                    </a:cubicBezTo>
                    <a:lnTo>
                      <a:pt x="10931" y="17539"/>
                    </a:lnTo>
                    <a:cubicBezTo>
                      <a:pt x="11347" y="17539"/>
                      <a:pt x="11681" y="17205"/>
                      <a:pt x="11681" y="16789"/>
                    </a:cubicBezTo>
                    <a:lnTo>
                      <a:pt x="11681" y="9645"/>
                    </a:lnTo>
                    <a:lnTo>
                      <a:pt x="11681" y="5847"/>
                    </a:lnTo>
                    <a:cubicBezTo>
                      <a:pt x="11681" y="2620"/>
                      <a:pt x="9061" y="1"/>
                      <a:pt x="58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37"/>
              <p:cNvSpPr/>
              <p:nvPr/>
            </p:nvSpPr>
            <p:spPr>
              <a:xfrm>
                <a:off x="6630575" y="167700"/>
                <a:ext cx="292025" cy="6372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2549" extrusionOk="0">
                    <a:moveTo>
                      <a:pt x="1" y="1"/>
                    </a:moveTo>
                    <a:lnTo>
                      <a:pt x="1" y="1799"/>
                    </a:lnTo>
                    <a:cubicBezTo>
                      <a:pt x="1" y="2215"/>
                      <a:pt x="334" y="2549"/>
                      <a:pt x="751" y="2549"/>
                    </a:cubicBezTo>
                    <a:lnTo>
                      <a:pt x="10931" y="2549"/>
                    </a:lnTo>
                    <a:cubicBezTo>
                      <a:pt x="11347" y="2549"/>
                      <a:pt x="11681" y="2215"/>
                      <a:pt x="11681" y="1799"/>
                    </a:cubicBezTo>
                    <a:lnTo>
                      <a:pt x="1168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37"/>
              <p:cNvSpPr/>
              <p:nvPr/>
            </p:nvSpPr>
            <p:spPr>
              <a:xfrm>
                <a:off x="6669275" y="45675"/>
                <a:ext cx="214325" cy="673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2692" extrusionOk="0">
                    <a:moveTo>
                      <a:pt x="1346" y="0"/>
                    </a:moveTo>
                    <a:cubicBezTo>
                      <a:pt x="608" y="0"/>
                      <a:pt x="0" y="608"/>
                      <a:pt x="0" y="1346"/>
                    </a:cubicBezTo>
                    <a:cubicBezTo>
                      <a:pt x="0" y="2084"/>
                      <a:pt x="608" y="2691"/>
                      <a:pt x="1346" y="2691"/>
                    </a:cubicBezTo>
                    <a:lnTo>
                      <a:pt x="7228" y="2691"/>
                    </a:lnTo>
                    <a:cubicBezTo>
                      <a:pt x="7978" y="2691"/>
                      <a:pt x="8573" y="2084"/>
                      <a:pt x="8573" y="1346"/>
                    </a:cubicBezTo>
                    <a:cubicBezTo>
                      <a:pt x="8573" y="608"/>
                      <a:pt x="7978" y="0"/>
                      <a:pt x="722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7"/>
              <p:cNvSpPr/>
              <p:nvPr/>
            </p:nvSpPr>
            <p:spPr>
              <a:xfrm>
                <a:off x="6663025" y="39425"/>
                <a:ext cx="227125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085" h="3192" extrusionOk="0">
                    <a:moveTo>
                      <a:pt x="7489" y="500"/>
                    </a:moveTo>
                    <a:cubicBezTo>
                      <a:pt x="8085" y="500"/>
                      <a:pt x="8573" y="989"/>
                      <a:pt x="8573" y="1596"/>
                    </a:cubicBezTo>
                    <a:cubicBezTo>
                      <a:pt x="8573" y="2203"/>
                      <a:pt x="8085" y="2691"/>
                      <a:pt x="7489" y="2691"/>
                    </a:cubicBezTo>
                    <a:lnTo>
                      <a:pt x="1608" y="2691"/>
                    </a:lnTo>
                    <a:cubicBezTo>
                      <a:pt x="1001" y="2691"/>
                      <a:pt x="512" y="2203"/>
                      <a:pt x="512" y="1596"/>
                    </a:cubicBezTo>
                    <a:cubicBezTo>
                      <a:pt x="512" y="989"/>
                      <a:pt x="1001" y="500"/>
                      <a:pt x="1608" y="500"/>
                    </a:cubicBezTo>
                    <a:close/>
                    <a:moveTo>
                      <a:pt x="1608" y="0"/>
                    </a:moveTo>
                    <a:cubicBezTo>
                      <a:pt x="715" y="0"/>
                      <a:pt x="0" y="715"/>
                      <a:pt x="0" y="1596"/>
                    </a:cubicBezTo>
                    <a:cubicBezTo>
                      <a:pt x="0" y="2477"/>
                      <a:pt x="715" y="3191"/>
                      <a:pt x="1608" y="3191"/>
                    </a:cubicBezTo>
                    <a:lnTo>
                      <a:pt x="7489" y="3191"/>
                    </a:lnTo>
                    <a:cubicBezTo>
                      <a:pt x="8371" y="3191"/>
                      <a:pt x="9085" y="2477"/>
                      <a:pt x="9085" y="1596"/>
                    </a:cubicBezTo>
                    <a:cubicBezTo>
                      <a:pt x="9085" y="715"/>
                      <a:pt x="8371" y="0"/>
                      <a:pt x="74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7"/>
              <p:cNvSpPr/>
              <p:nvPr/>
            </p:nvSpPr>
            <p:spPr>
              <a:xfrm>
                <a:off x="6700225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37"/>
              <p:cNvSpPr/>
              <p:nvPr/>
            </p:nvSpPr>
            <p:spPr>
              <a:xfrm>
                <a:off x="6735350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37"/>
              <p:cNvSpPr/>
              <p:nvPr/>
            </p:nvSpPr>
            <p:spPr>
              <a:xfrm>
                <a:off x="6770175" y="44775"/>
                <a:ext cx="128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13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13" y="2727"/>
                    </a:lnTo>
                    <a:lnTo>
                      <a:pt x="5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7"/>
              <p:cNvSpPr/>
              <p:nvPr/>
            </p:nvSpPr>
            <p:spPr>
              <a:xfrm>
                <a:off x="6805300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7"/>
              <p:cNvSpPr/>
              <p:nvPr/>
            </p:nvSpPr>
            <p:spPr>
              <a:xfrm>
                <a:off x="6840425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37"/>
              <p:cNvSpPr/>
              <p:nvPr/>
            </p:nvSpPr>
            <p:spPr>
              <a:xfrm>
                <a:off x="6630575" y="157600"/>
                <a:ext cx="292025" cy="20250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810" extrusionOk="0">
                    <a:moveTo>
                      <a:pt x="1" y="0"/>
                    </a:moveTo>
                    <a:lnTo>
                      <a:pt x="1" y="810"/>
                    </a:lnTo>
                    <a:lnTo>
                      <a:pt x="11681" y="810"/>
                    </a:lnTo>
                    <a:lnTo>
                      <a:pt x="1168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37"/>
              <p:cNvSpPr/>
              <p:nvPr/>
            </p:nvSpPr>
            <p:spPr>
              <a:xfrm>
                <a:off x="6707675" y="-125775"/>
                <a:ext cx="137825" cy="137825"/>
              </a:xfrm>
              <a:custGeom>
                <a:avLst/>
                <a:gdLst/>
                <a:ahLst/>
                <a:cxnLst/>
                <a:rect l="l" t="t" r="r" b="b"/>
                <a:pathLst>
                  <a:path w="5513" h="5513" extrusionOk="0">
                    <a:moveTo>
                      <a:pt x="2751" y="0"/>
                    </a:moveTo>
                    <a:cubicBezTo>
                      <a:pt x="1227" y="0"/>
                      <a:pt x="0" y="1239"/>
                      <a:pt x="0" y="2763"/>
                    </a:cubicBezTo>
                    <a:cubicBezTo>
                      <a:pt x="0" y="4287"/>
                      <a:pt x="1227" y="5513"/>
                      <a:pt x="2751" y="5513"/>
                    </a:cubicBezTo>
                    <a:cubicBezTo>
                      <a:pt x="4287" y="5513"/>
                      <a:pt x="5513" y="4287"/>
                      <a:pt x="5513" y="2763"/>
                    </a:cubicBezTo>
                    <a:cubicBezTo>
                      <a:pt x="5513" y="1239"/>
                      <a:pt x="4287" y="0"/>
                      <a:pt x="27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7"/>
              <p:cNvSpPr/>
              <p:nvPr/>
            </p:nvSpPr>
            <p:spPr>
              <a:xfrm>
                <a:off x="6723450" y="-110000"/>
                <a:ext cx="106275" cy="106275"/>
              </a:xfrm>
              <a:custGeom>
                <a:avLst/>
                <a:gdLst/>
                <a:ahLst/>
                <a:cxnLst/>
                <a:rect l="l" t="t" r="r" b="b"/>
                <a:pathLst>
                  <a:path w="4251" h="4251" extrusionOk="0">
                    <a:moveTo>
                      <a:pt x="2120" y="0"/>
                    </a:moveTo>
                    <a:cubicBezTo>
                      <a:pt x="953" y="0"/>
                      <a:pt x="0" y="953"/>
                      <a:pt x="0" y="2132"/>
                    </a:cubicBezTo>
                    <a:cubicBezTo>
                      <a:pt x="0" y="3298"/>
                      <a:pt x="953" y="4251"/>
                      <a:pt x="2120" y="4251"/>
                    </a:cubicBezTo>
                    <a:cubicBezTo>
                      <a:pt x="3298" y="4251"/>
                      <a:pt x="4251" y="3298"/>
                      <a:pt x="4251" y="2132"/>
                    </a:cubicBezTo>
                    <a:cubicBezTo>
                      <a:pt x="4251" y="953"/>
                      <a:pt x="3298" y="0"/>
                      <a:pt x="21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7"/>
              <p:cNvSpPr/>
              <p:nvPr/>
            </p:nvSpPr>
            <p:spPr>
              <a:xfrm>
                <a:off x="6723450" y="-71900"/>
                <a:ext cx="106275" cy="68175"/>
              </a:xfrm>
              <a:custGeom>
                <a:avLst/>
                <a:gdLst/>
                <a:ahLst/>
                <a:cxnLst/>
                <a:rect l="l" t="t" r="r" b="b"/>
                <a:pathLst>
                  <a:path w="4251" h="2727" extrusionOk="0">
                    <a:moveTo>
                      <a:pt x="96" y="0"/>
                    </a:moveTo>
                    <a:cubicBezTo>
                      <a:pt x="36" y="191"/>
                      <a:pt x="0" y="393"/>
                      <a:pt x="0" y="608"/>
                    </a:cubicBezTo>
                    <a:cubicBezTo>
                      <a:pt x="0" y="1774"/>
                      <a:pt x="953" y="2727"/>
                      <a:pt x="2132" y="2727"/>
                    </a:cubicBezTo>
                    <a:cubicBezTo>
                      <a:pt x="3298" y="2727"/>
                      <a:pt x="4251" y="1774"/>
                      <a:pt x="4251" y="608"/>
                    </a:cubicBezTo>
                    <a:cubicBezTo>
                      <a:pt x="4251" y="393"/>
                      <a:pt x="4227" y="191"/>
                      <a:pt x="4168" y="0"/>
                    </a:cubicBezTo>
                    <a:cubicBezTo>
                      <a:pt x="3906" y="881"/>
                      <a:pt x="3084" y="1524"/>
                      <a:pt x="2132" y="1524"/>
                    </a:cubicBezTo>
                    <a:cubicBezTo>
                      <a:pt x="1167" y="1524"/>
                      <a:pt x="346" y="881"/>
                      <a:pt x="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37"/>
              <p:cNvSpPr/>
              <p:nvPr/>
            </p:nvSpPr>
            <p:spPr>
              <a:xfrm>
                <a:off x="6630575" y="167700"/>
                <a:ext cx="67600" cy="62250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490" extrusionOk="0">
                    <a:moveTo>
                      <a:pt x="1394" y="1"/>
                    </a:moveTo>
                    <a:lnTo>
                      <a:pt x="1" y="1561"/>
                    </a:lnTo>
                    <a:lnTo>
                      <a:pt x="1" y="1799"/>
                    </a:lnTo>
                    <a:cubicBezTo>
                      <a:pt x="1" y="2108"/>
                      <a:pt x="203" y="2382"/>
                      <a:pt x="477" y="2489"/>
                    </a:cubicBez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37"/>
              <p:cNvSpPr/>
              <p:nvPr/>
            </p:nvSpPr>
            <p:spPr>
              <a:xfrm>
                <a:off x="6658550" y="167700"/>
                <a:ext cx="896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2537" extrusionOk="0">
                    <a:moveTo>
                      <a:pt x="2275" y="1"/>
                    </a:moveTo>
                    <a:lnTo>
                      <a:pt x="1" y="2537"/>
                    </a:lnTo>
                    <a:lnTo>
                      <a:pt x="1311" y="2537"/>
                    </a:lnTo>
                    <a:lnTo>
                      <a:pt x="358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37"/>
              <p:cNvSpPr/>
              <p:nvPr/>
            </p:nvSpPr>
            <p:spPr>
              <a:xfrm>
                <a:off x="6708575" y="167700"/>
                <a:ext cx="89600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4" h="2537" extrusionOk="0">
                    <a:moveTo>
                      <a:pt x="2274" y="1"/>
                    </a:moveTo>
                    <a:lnTo>
                      <a:pt x="0" y="2537"/>
                    </a:lnTo>
                    <a:lnTo>
                      <a:pt x="1310" y="2537"/>
                    </a:lnTo>
                    <a:lnTo>
                      <a:pt x="35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37"/>
              <p:cNvSpPr/>
              <p:nvPr/>
            </p:nvSpPr>
            <p:spPr>
              <a:xfrm>
                <a:off x="6858275" y="167700"/>
                <a:ext cx="643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2573" h="2537" extrusionOk="0">
                    <a:moveTo>
                      <a:pt x="2287" y="1"/>
                    </a:moveTo>
                    <a:lnTo>
                      <a:pt x="1" y="2537"/>
                    </a:lnTo>
                    <a:lnTo>
                      <a:pt x="1311" y="2537"/>
                    </a:lnTo>
                    <a:lnTo>
                      <a:pt x="2573" y="1144"/>
                    </a:lnTo>
                    <a:lnTo>
                      <a:pt x="257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37"/>
              <p:cNvSpPr/>
              <p:nvPr/>
            </p:nvSpPr>
            <p:spPr>
              <a:xfrm>
                <a:off x="6758575" y="167700"/>
                <a:ext cx="896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2537" extrusionOk="0">
                    <a:moveTo>
                      <a:pt x="2274" y="1"/>
                    </a:moveTo>
                    <a:lnTo>
                      <a:pt x="0" y="2537"/>
                    </a:lnTo>
                    <a:lnTo>
                      <a:pt x="1310" y="2537"/>
                    </a:lnTo>
                    <a:lnTo>
                      <a:pt x="35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37"/>
              <p:cNvSpPr/>
              <p:nvPr/>
            </p:nvSpPr>
            <p:spPr>
              <a:xfrm>
                <a:off x="6808275" y="167700"/>
                <a:ext cx="899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97" h="2537" extrusionOk="0">
                    <a:moveTo>
                      <a:pt x="2287" y="1"/>
                    </a:moveTo>
                    <a:lnTo>
                      <a:pt x="1" y="2537"/>
                    </a:lnTo>
                    <a:lnTo>
                      <a:pt x="1322" y="2537"/>
                    </a:lnTo>
                    <a:lnTo>
                      <a:pt x="359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38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are working on</a:t>
            </a:r>
            <a:endParaRPr/>
          </a:p>
        </p:txBody>
      </p:sp>
      <p:sp>
        <p:nvSpPr>
          <p:cNvPr id="1557" name="Google Shape;1557;p38"/>
          <p:cNvSpPr txBox="1">
            <a:spLocks noGrp="1"/>
          </p:cNvSpPr>
          <p:nvPr>
            <p:ph type="title" idx="2"/>
          </p:nvPr>
        </p:nvSpPr>
        <p:spPr>
          <a:xfrm>
            <a:off x="713400" y="3059975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Retail</a:t>
            </a:r>
            <a:endParaRPr/>
          </a:p>
        </p:txBody>
      </p:sp>
      <p:sp>
        <p:nvSpPr>
          <p:cNvPr id="1558" name="Google Shape;1558;p38"/>
          <p:cNvSpPr txBox="1">
            <a:spLocks noGrp="1"/>
          </p:cNvSpPr>
          <p:nvPr>
            <p:ph type="subTitle" idx="1"/>
          </p:nvPr>
        </p:nvSpPr>
        <p:spPr>
          <a:xfrm>
            <a:off x="713400" y="3489524"/>
            <a:ext cx="2405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</a:t>
            </a:r>
            <a:endParaRPr/>
          </a:p>
        </p:txBody>
      </p:sp>
      <p:sp>
        <p:nvSpPr>
          <p:cNvPr id="1559" name="Google Shape;1559;p38"/>
          <p:cNvSpPr txBox="1">
            <a:spLocks noGrp="1"/>
          </p:cNvSpPr>
          <p:nvPr>
            <p:ph type="title" idx="3"/>
          </p:nvPr>
        </p:nvSpPr>
        <p:spPr>
          <a:xfrm>
            <a:off x="3369386" y="3059975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Residential</a:t>
            </a:r>
            <a:endParaRPr/>
          </a:p>
        </p:txBody>
      </p:sp>
      <p:sp>
        <p:nvSpPr>
          <p:cNvPr id="1560" name="Google Shape;1560;p38"/>
          <p:cNvSpPr txBox="1">
            <a:spLocks noGrp="1"/>
          </p:cNvSpPr>
          <p:nvPr>
            <p:ph type="subTitle" idx="4"/>
          </p:nvPr>
        </p:nvSpPr>
        <p:spPr>
          <a:xfrm>
            <a:off x="3369375" y="3489525"/>
            <a:ext cx="2405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Venus has a beautiful name and is the second planet from the Sun</a:t>
            </a:r>
            <a:endParaRPr dirty="0"/>
          </a:p>
        </p:txBody>
      </p:sp>
      <p:sp>
        <p:nvSpPr>
          <p:cNvPr id="1561" name="Google Shape;1561;p38"/>
          <p:cNvSpPr txBox="1">
            <a:spLocks noGrp="1"/>
          </p:cNvSpPr>
          <p:nvPr>
            <p:ph type="title" idx="5"/>
          </p:nvPr>
        </p:nvSpPr>
        <p:spPr>
          <a:xfrm>
            <a:off x="6025372" y="3059975"/>
            <a:ext cx="2405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Hospitality</a:t>
            </a:r>
            <a:endParaRPr/>
          </a:p>
        </p:txBody>
      </p:sp>
      <p:sp>
        <p:nvSpPr>
          <p:cNvPr id="1562" name="Google Shape;1562;p38"/>
          <p:cNvSpPr txBox="1">
            <a:spLocks noGrp="1"/>
          </p:cNvSpPr>
          <p:nvPr>
            <p:ph type="subTitle" idx="6"/>
          </p:nvPr>
        </p:nvSpPr>
        <p:spPr>
          <a:xfrm>
            <a:off x="6025368" y="3489525"/>
            <a:ext cx="2405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place. It’s full of iron oxide dust</a:t>
            </a:r>
            <a:endParaRPr/>
          </a:p>
        </p:txBody>
      </p:sp>
      <p:grpSp>
        <p:nvGrpSpPr>
          <p:cNvPr id="1563" name="Google Shape;1563;p38"/>
          <p:cNvGrpSpPr/>
          <p:nvPr/>
        </p:nvGrpSpPr>
        <p:grpSpPr>
          <a:xfrm>
            <a:off x="1104981" y="1679737"/>
            <a:ext cx="1622240" cy="757444"/>
            <a:chOff x="583400" y="1583225"/>
            <a:chExt cx="508125" cy="237250"/>
          </a:xfrm>
        </p:grpSpPr>
        <p:sp>
          <p:nvSpPr>
            <p:cNvPr id="1564" name="Google Shape;1564;p38"/>
            <p:cNvSpPr/>
            <p:nvPr/>
          </p:nvSpPr>
          <p:spPr>
            <a:xfrm>
              <a:off x="583400" y="1583363"/>
              <a:ext cx="508125" cy="236975"/>
            </a:xfrm>
            <a:custGeom>
              <a:avLst/>
              <a:gdLst/>
              <a:ahLst/>
              <a:cxnLst/>
              <a:rect l="l" t="t" r="r" b="b"/>
              <a:pathLst>
                <a:path w="20325" h="9479" extrusionOk="0">
                  <a:moveTo>
                    <a:pt x="5644" y="1"/>
                  </a:moveTo>
                  <a:cubicBezTo>
                    <a:pt x="5037" y="1"/>
                    <a:pt x="4560" y="489"/>
                    <a:pt x="4560" y="1084"/>
                  </a:cubicBezTo>
                  <a:lnTo>
                    <a:pt x="4560" y="3001"/>
                  </a:lnTo>
                  <a:cubicBezTo>
                    <a:pt x="4310" y="3013"/>
                    <a:pt x="4120" y="3215"/>
                    <a:pt x="4120" y="3465"/>
                  </a:cubicBezTo>
                  <a:lnTo>
                    <a:pt x="4120" y="3954"/>
                  </a:lnTo>
                  <a:lnTo>
                    <a:pt x="3632" y="3954"/>
                  </a:lnTo>
                  <a:lnTo>
                    <a:pt x="3632" y="4287"/>
                  </a:lnTo>
                  <a:lnTo>
                    <a:pt x="2179" y="4287"/>
                  </a:lnTo>
                  <a:cubicBezTo>
                    <a:pt x="2036" y="3835"/>
                    <a:pt x="1620" y="3501"/>
                    <a:pt x="1108" y="3501"/>
                  </a:cubicBezTo>
                  <a:cubicBezTo>
                    <a:pt x="500" y="3501"/>
                    <a:pt x="0" y="4001"/>
                    <a:pt x="0" y="4608"/>
                  </a:cubicBezTo>
                  <a:cubicBezTo>
                    <a:pt x="0" y="5228"/>
                    <a:pt x="500" y="5728"/>
                    <a:pt x="1108" y="5728"/>
                  </a:cubicBezTo>
                  <a:cubicBezTo>
                    <a:pt x="1608" y="5728"/>
                    <a:pt x="2024" y="5406"/>
                    <a:pt x="2167" y="4954"/>
                  </a:cubicBezTo>
                  <a:lnTo>
                    <a:pt x="3632" y="4954"/>
                  </a:lnTo>
                  <a:lnTo>
                    <a:pt x="3632" y="5299"/>
                  </a:lnTo>
                  <a:lnTo>
                    <a:pt x="4120" y="5299"/>
                  </a:lnTo>
                  <a:lnTo>
                    <a:pt x="4120" y="5728"/>
                  </a:lnTo>
                  <a:cubicBezTo>
                    <a:pt x="4120" y="5978"/>
                    <a:pt x="4310" y="6180"/>
                    <a:pt x="4560" y="6192"/>
                  </a:cubicBezTo>
                  <a:lnTo>
                    <a:pt x="4560" y="8395"/>
                  </a:lnTo>
                  <a:cubicBezTo>
                    <a:pt x="4560" y="8990"/>
                    <a:pt x="5037" y="9478"/>
                    <a:pt x="5644" y="9478"/>
                  </a:cubicBezTo>
                  <a:lnTo>
                    <a:pt x="14657" y="9478"/>
                  </a:lnTo>
                  <a:cubicBezTo>
                    <a:pt x="15252" y="9478"/>
                    <a:pt x="15740" y="8990"/>
                    <a:pt x="15740" y="8395"/>
                  </a:cubicBezTo>
                  <a:lnTo>
                    <a:pt x="15740" y="6192"/>
                  </a:lnTo>
                  <a:cubicBezTo>
                    <a:pt x="16002" y="6192"/>
                    <a:pt x="16205" y="5990"/>
                    <a:pt x="16205" y="5728"/>
                  </a:cubicBezTo>
                  <a:lnTo>
                    <a:pt x="16205" y="5240"/>
                  </a:lnTo>
                  <a:lnTo>
                    <a:pt x="16693" y="5240"/>
                  </a:lnTo>
                  <a:lnTo>
                    <a:pt x="16693" y="4906"/>
                  </a:lnTo>
                  <a:lnTo>
                    <a:pt x="18145" y="4906"/>
                  </a:lnTo>
                  <a:cubicBezTo>
                    <a:pt x="18288" y="5359"/>
                    <a:pt x="18705" y="5692"/>
                    <a:pt x="19217" y="5692"/>
                  </a:cubicBezTo>
                  <a:cubicBezTo>
                    <a:pt x="19824" y="5692"/>
                    <a:pt x="20324" y="5192"/>
                    <a:pt x="20324" y="4573"/>
                  </a:cubicBezTo>
                  <a:cubicBezTo>
                    <a:pt x="20324" y="3966"/>
                    <a:pt x="19824" y="3465"/>
                    <a:pt x="19217" y="3465"/>
                  </a:cubicBezTo>
                  <a:cubicBezTo>
                    <a:pt x="18717" y="3465"/>
                    <a:pt x="18288" y="3787"/>
                    <a:pt x="18145" y="4239"/>
                  </a:cubicBezTo>
                  <a:lnTo>
                    <a:pt x="16693" y="4239"/>
                  </a:lnTo>
                  <a:lnTo>
                    <a:pt x="16693" y="3894"/>
                  </a:lnTo>
                  <a:lnTo>
                    <a:pt x="16205" y="3894"/>
                  </a:lnTo>
                  <a:lnTo>
                    <a:pt x="16205" y="3465"/>
                  </a:lnTo>
                  <a:cubicBezTo>
                    <a:pt x="16205" y="3204"/>
                    <a:pt x="16002" y="3001"/>
                    <a:pt x="15740" y="3001"/>
                  </a:cubicBezTo>
                  <a:lnTo>
                    <a:pt x="15740" y="1084"/>
                  </a:lnTo>
                  <a:cubicBezTo>
                    <a:pt x="15740" y="489"/>
                    <a:pt x="15252" y="1"/>
                    <a:pt x="14657" y="1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5" name="Google Shape;1565;p38"/>
            <p:cNvGrpSpPr/>
            <p:nvPr/>
          </p:nvGrpSpPr>
          <p:grpSpPr>
            <a:xfrm>
              <a:off x="583400" y="1583225"/>
              <a:ext cx="508125" cy="237250"/>
              <a:chOff x="583400" y="-106425"/>
              <a:chExt cx="508125" cy="237250"/>
            </a:xfrm>
          </p:grpSpPr>
          <p:sp>
            <p:nvSpPr>
              <p:cNvPr id="1566" name="Google Shape;1566;p38"/>
              <p:cNvSpPr/>
              <p:nvPr/>
            </p:nvSpPr>
            <p:spPr>
              <a:xfrm>
                <a:off x="988500" y="-175"/>
                <a:ext cx="75325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3013" h="644" extrusionOk="0">
                    <a:moveTo>
                      <a:pt x="1" y="1"/>
                    </a:moveTo>
                    <a:lnTo>
                      <a:pt x="1" y="644"/>
                    </a:lnTo>
                    <a:lnTo>
                      <a:pt x="3013" y="644"/>
                    </a:lnTo>
                    <a:lnTo>
                      <a:pt x="301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8"/>
              <p:cNvSpPr/>
              <p:nvPr/>
            </p:nvSpPr>
            <p:spPr>
              <a:xfrm>
                <a:off x="976900" y="-9100"/>
                <a:ext cx="23825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953" h="1347" extrusionOk="0">
                    <a:moveTo>
                      <a:pt x="0" y="1"/>
                    </a:moveTo>
                    <a:lnTo>
                      <a:pt x="0" y="1346"/>
                    </a:lnTo>
                    <a:lnTo>
                      <a:pt x="953" y="1346"/>
                    </a:lnTo>
                    <a:lnTo>
                      <a:pt x="95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38"/>
              <p:cNvSpPr/>
              <p:nvPr/>
            </p:nvSpPr>
            <p:spPr>
              <a:xfrm>
                <a:off x="965275" y="-31425"/>
                <a:ext cx="232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3192" extrusionOk="0">
                    <a:moveTo>
                      <a:pt x="465" y="1"/>
                    </a:moveTo>
                    <a:cubicBezTo>
                      <a:pt x="215" y="1"/>
                      <a:pt x="1" y="215"/>
                      <a:pt x="1" y="465"/>
                    </a:cubicBezTo>
                    <a:lnTo>
                      <a:pt x="1" y="2739"/>
                    </a:lnTo>
                    <a:cubicBezTo>
                      <a:pt x="1" y="2989"/>
                      <a:pt x="215" y="3192"/>
                      <a:pt x="465" y="3192"/>
                    </a:cubicBezTo>
                    <a:cubicBezTo>
                      <a:pt x="727" y="3192"/>
                      <a:pt x="930" y="2989"/>
                      <a:pt x="930" y="2739"/>
                    </a:cubicBezTo>
                    <a:lnTo>
                      <a:pt x="930" y="465"/>
                    </a:lnTo>
                    <a:cubicBezTo>
                      <a:pt x="930" y="215"/>
                      <a:pt x="727" y="1"/>
                      <a:pt x="4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38"/>
              <p:cNvSpPr/>
              <p:nvPr/>
            </p:nvSpPr>
            <p:spPr>
              <a:xfrm>
                <a:off x="1035825" y="-19825"/>
                <a:ext cx="55700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2228" extrusionOk="0">
                    <a:moveTo>
                      <a:pt x="1120" y="1"/>
                    </a:moveTo>
                    <a:cubicBezTo>
                      <a:pt x="501" y="1"/>
                      <a:pt x="1" y="501"/>
                      <a:pt x="1" y="1120"/>
                    </a:cubicBezTo>
                    <a:cubicBezTo>
                      <a:pt x="1" y="1727"/>
                      <a:pt x="501" y="2227"/>
                      <a:pt x="1120" y="2227"/>
                    </a:cubicBezTo>
                    <a:cubicBezTo>
                      <a:pt x="1727" y="2227"/>
                      <a:pt x="2227" y="1727"/>
                      <a:pt x="2227" y="1120"/>
                    </a:cubicBezTo>
                    <a:cubicBezTo>
                      <a:pt x="2227" y="501"/>
                      <a:pt x="1727" y="1"/>
                      <a:pt x="112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8"/>
              <p:cNvSpPr/>
              <p:nvPr/>
            </p:nvSpPr>
            <p:spPr>
              <a:xfrm>
                <a:off x="611075" y="1325"/>
                <a:ext cx="75325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3013" h="644" extrusionOk="0">
                    <a:moveTo>
                      <a:pt x="1" y="0"/>
                    </a:moveTo>
                    <a:lnTo>
                      <a:pt x="1" y="643"/>
                    </a:lnTo>
                    <a:lnTo>
                      <a:pt x="3013" y="643"/>
                    </a:lnTo>
                    <a:lnTo>
                      <a:pt x="30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8"/>
              <p:cNvSpPr/>
              <p:nvPr/>
            </p:nvSpPr>
            <p:spPr>
              <a:xfrm>
                <a:off x="674175" y="-7300"/>
                <a:ext cx="23850" cy="33350"/>
              </a:xfrm>
              <a:custGeom>
                <a:avLst/>
                <a:gdLst/>
                <a:ahLst/>
                <a:cxnLst/>
                <a:rect l="l" t="t" r="r" b="b"/>
                <a:pathLst>
                  <a:path w="954" h="1334" extrusionOk="0">
                    <a:moveTo>
                      <a:pt x="1" y="0"/>
                    </a:moveTo>
                    <a:lnTo>
                      <a:pt x="1" y="1334"/>
                    </a:lnTo>
                    <a:lnTo>
                      <a:pt x="953" y="1334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8"/>
              <p:cNvSpPr/>
              <p:nvPr/>
            </p:nvSpPr>
            <p:spPr>
              <a:xfrm>
                <a:off x="686375" y="-31425"/>
                <a:ext cx="232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3192" extrusionOk="0">
                    <a:moveTo>
                      <a:pt x="465" y="1"/>
                    </a:moveTo>
                    <a:cubicBezTo>
                      <a:pt x="203" y="1"/>
                      <a:pt x="1" y="215"/>
                      <a:pt x="1" y="465"/>
                    </a:cubicBezTo>
                    <a:lnTo>
                      <a:pt x="1" y="2739"/>
                    </a:lnTo>
                    <a:cubicBezTo>
                      <a:pt x="1" y="2989"/>
                      <a:pt x="203" y="3192"/>
                      <a:pt x="465" y="3192"/>
                    </a:cubicBezTo>
                    <a:cubicBezTo>
                      <a:pt x="715" y="3192"/>
                      <a:pt x="930" y="2989"/>
                      <a:pt x="930" y="2739"/>
                    </a:cubicBezTo>
                    <a:lnTo>
                      <a:pt x="930" y="465"/>
                    </a:lnTo>
                    <a:cubicBezTo>
                      <a:pt x="930" y="215"/>
                      <a:pt x="715" y="1"/>
                      <a:pt x="4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38"/>
              <p:cNvSpPr/>
              <p:nvPr/>
            </p:nvSpPr>
            <p:spPr>
              <a:xfrm>
                <a:off x="583400" y="-18925"/>
                <a:ext cx="55675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228" extrusionOk="0">
                    <a:moveTo>
                      <a:pt x="1119" y="1"/>
                    </a:moveTo>
                    <a:cubicBezTo>
                      <a:pt x="500" y="1"/>
                      <a:pt x="0" y="501"/>
                      <a:pt x="0" y="1120"/>
                    </a:cubicBezTo>
                    <a:cubicBezTo>
                      <a:pt x="0" y="1739"/>
                      <a:pt x="500" y="2227"/>
                      <a:pt x="1119" y="2227"/>
                    </a:cubicBezTo>
                    <a:cubicBezTo>
                      <a:pt x="1727" y="2227"/>
                      <a:pt x="2227" y="1727"/>
                      <a:pt x="2227" y="1120"/>
                    </a:cubicBezTo>
                    <a:cubicBezTo>
                      <a:pt x="2227" y="501"/>
                      <a:pt x="1727" y="1"/>
                      <a:pt x="111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38"/>
              <p:cNvSpPr/>
              <p:nvPr/>
            </p:nvSpPr>
            <p:spPr>
              <a:xfrm>
                <a:off x="697400" y="-106425"/>
                <a:ext cx="279525" cy="237250"/>
              </a:xfrm>
              <a:custGeom>
                <a:avLst/>
                <a:gdLst/>
                <a:ahLst/>
                <a:cxnLst/>
                <a:rect l="l" t="t" r="r" b="b"/>
                <a:pathLst>
                  <a:path w="11181" h="9490" extrusionOk="0">
                    <a:moveTo>
                      <a:pt x="1084" y="0"/>
                    </a:moveTo>
                    <a:cubicBezTo>
                      <a:pt x="489" y="0"/>
                      <a:pt x="0" y="488"/>
                      <a:pt x="0" y="1096"/>
                    </a:cubicBezTo>
                    <a:lnTo>
                      <a:pt x="0" y="8394"/>
                    </a:lnTo>
                    <a:cubicBezTo>
                      <a:pt x="0" y="9001"/>
                      <a:pt x="489" y="9490"/>
                      <a:pt x="1084" y="9490"/>
                    </a:cubicBezTo>
                    <a:lnTo>
                      <a:pt x="10097" y="9490"/>
                    </a:lnTo>
                    <a:cubicBezTo>
                      <a:pt x="10692" y="9490"/>
                      <a:pt x="11180" y="9001"/>
                      <a:pt x="11180" y="8394"/>
                    </a:cubicBezTo>
                    <a:lnTo>
                      <a:pt x="11180" y="1096"/>
                    </a:lnTo>
                    <a:cubicBezTo>
                      <a:pt x="11180" y="488"/>
                      <a:pt x="10692" y="0"/>
                      <a:pt x="10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8"/>
              <p:cNvSpPr/>
              <p:nvPr/>
            </p:nvSpPr>
            <p:spPr>
              <a:xfrm>
                <a:off x="723000" y="33175"/>
                <a:ext cx="228325" cy="72050"/>
              </a:xfrm>
              <a:custGeom>
                <a:avLst/>
                <a:gdLst/>
                <a:ahLst/>
                <a:cxnLst/>
                <a:rect l="l" t="t" r="r" b="b"/>
                <a:pathLst>
                  <a:path w="9133" h="2882" extrusionOk="0">
                    <a:moveTo>
                      <a:pt x="1381" y="0"/>
                    </a:moveTo>
                    <a:cubicBezTo>
                      <a:pt x="619" y="0"/>
                      <a:pt x="0" y="655"/>
                      <a:pt x="0" y="1441"/>
                    </a:cubicBezTo>
                    <a:cubicBezTo>
                      <a:pt x="0" y="2239"/>
                      <a:pt x="619" y="2882"/>
                      <a:pt x="1381" y="2882"/>
                    </a:cubicBezTo>
                    <a:lnTo>
                      <a:pt x="7739" y="2882"/>
                    </a:lnTo>
                    <a:cubicBezTo>
                      <a:pt x="8513" y="2882"/>
                      <a:pt x="9132" y="2239"/>
                      <a:pt x="9132" y="1441"/>
                    </a:cubicBezTo>
                    <a:cubicBezTo>
                      <a:pt x="9132" y="643"/>
                      <a:pt x="8513" y="0"/>
                      <a:pt x="77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8"/>
              <p:cNvSpPr/>
              <p:nvPr/>
            </p:nvSpPr>
            <p:spPr>
              <a:xfrm>
                <a:off x="750650" y="-48825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489" y="1"/>
                    </a:moveTo>
                    <a:cubicBezTo>
                      <a:pt x="230" y="1"/>
                      <a:pt x="1" y="339"/>
                      <a:pt x="240" y="578"/>
                    </a:cubicBezTo>
                    <a:cubicBezTo>
                      <a:pt x="787" y="1125"/>
                      <a:pt x="1335" y="1697"/>
                      <a:pt x="1895" y="2233"/>
                    </a:cubicBezTo>
                    <a:cubicBezTo>
                      <a:pt x="1966" y="2299"/>
                      <a:pt x="2046" y="2327"/>
                      <a:pt x="2122" y="2327"/>
                    </a:cubicBezTo>
                    <a:cubicBezTo>
                      <a:pt x="2389" y="2327"/>
                      <a:pt x="2621" y="1988"/>
                      <a:pt x="2371" y="1756"/>
                    </a:cubicBezTo>
                    <a:cubicBezTo>
                      <a:pt x="1811" y="1221"/>
                      <a:pt x="1264" y="649"/>
                      <a:pt x="716" y="101"/>
                    </a:cubicBezTo>
                    <a:cubicBezTo>
                      <a:pt x="645" y="31"/>
                      <a:pt x="566" y="1"/>
                      <a:pt x="4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8"/>
              <p:cNvSpPr/>
              <p:nvPr/>
            </p:nvSpPr>
            <p:spPr>
              <a:xfrm>
                <a:off x="750375" y="-48825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2133" y="1"/>
                    </a:moveTo>
                    <a:cubicBezTo>
                      <a:pt x="2056" y="1"/>
                      <a:pt x="1976" y="31"/>
                      <a:pt x="1906" y="101"/>
                    </a:cubicBezTo>
                    <a:cubicBezTo>
                      <a:pt x="1358" y="649"/>
                      <a:pt x="810" y="1221"/>
                      <a:pt x="251" y="1756"/>
                    </a:cubicBezTo>
                    <a:cubicBezTo>
                      <a:pt x="1" y="1988"/>
                      <a:pt x="240" y="2327"/>
                      <a:pt x="504" y="2327"/>
                    </a:cubicBezTo>
                    <a:cubicBezTo>
                      <a:pt x="580" y="2327"/>
                      <a:pt x="658" y="2299"/>
                      <a:pt x="727" y="2233"/>
                    </a:cubicBezTo>
                    <a:cubicBezTo>
                      <a:pt x="1287" y="1697"/>
                      <a:pt x="1834" y="1125"/>
                      <a:pt x="2382" y="578"/>
                    </a:cubicBezTo>
                    <a:cubicBezTo>
                      <a:pt x="2621" y="339"/>
                      <a:pt x="2392" y="1"/>
                      <a:pt x="21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8"/>
              <p:cNvSpPr/>
              <p:nvPr/>
            </p:nvSpPr>
            <p:spPr>
              <a:xfrm>
                <a:off x="854550" y="-48825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488" y="1"/>
                    </a:moveTo>
                    <a:cubicBezTo>
                      <a:pt x="229" y="1"/>
                      <a:pt x="0" y="339"/>
                      <a:pt x="239" y="578"/>
                    </a:cubicBezTo>
                    <a:cubicBezTo>
                      <a:pt x="787" y="1125"/>
                      <a:pt x="1334" y="1697"/>
                      <a:pt x="1894" y="2233"/>
                    </a:cubicBezTo>
                    <a:cubicBezTo>
                      <a:pt x="1963" y="2299"/>
                      <a:pt x="2041" y="2327"/>
                      <a:pt x="2117" y="2327"/>
                    </a:cubicBezTo>
                    <a:cubicBezTo>
                      <a:pt x="2381" y="2327"/>
                      <a:pt x="2620" y="1988"/>
                      <a:pt x="2370" y="1756"/>
                    </a:cubicBezTo>
                    <a:cubicBezTo>
                      <a:pt x="1811" y="1221"/>
                      <a:pt x="1263" y="649"/>
                      <a:pt x="715" y="101"/>
                    </a:cubicBezTo>
                    <a:cubicBezTo>
                      <a:pt x="644" y="31"/>
                      <a:pt x="565" y="1"/>
                      <a:pt x="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8"/>
              <p:cNvSpPr/>
              <p:nvPr/>
            </p:nvSpPr>
            <p:spPr>
              <a:xfrm>
                <a:off x="854275" y="-48825"/>
                <a:ext cx="65500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0" h="2327" extrusionOk="0">
                    <a:moveTo>
                      <a:pt x="2132" y="1"/>
                    </a:moveTo>
                    <a:cubicBezTo>
                      <a:pt x="2055" y="1"/>
                      <a:pt x="1976" y="31"/>
                      <a:pt x="1905" y="101"/>
                    </a:cubicBezTo>
                    <a:cubicBezTo>
                      <a:pt x="1357" y="649"/>
                      <a:pt x="810" y="1221"/>
                      <a:pt x="250" y="1756"/>
                    </a:cubicBezTo>
                    <a:cubicBezTo>
                      <a:pt x="0" y="1988"/>
                      <a:pt x="239" y="2327"/>
                      <a:pt x="504" y="2327"/>
                    </a:cubicBezTo>
                    <a:cubicBezTo>
                      <a:pt x="579" y="2327"/>
                      <a:pt x="657" y="2299"/>
                      <a:pt x="726" y="2233"/>
                    </a:cubicBezTo>
                    <a:cubicBezTo>
                      <a:pt x="1286" y="1697"/>
                      <a:pt x="1834" y="1125"/>
                      <a:pt x="2381" y="578"/>
                    </a:cubicBezTo>
                    <a:cubicBezTo>
                      <a:pt x="2620" y="339"/>
                      <a:pt x="2391" y="1"/>
                      <a:pt x="2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38"/>
              <p:cNvSpPr/>
              <p:nvPr/>
            </p:nvSpPr>
            <p:spPr>
              <a:xfrm>
                <a:off x="734900" y="42700"/>
                <a:ext cx="28000" cy="53000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120" extrusionOk="0">
                    <a:moveTo>
                      <a:pt x="1060" y="0"/>
                    </a:moveTo>
                    <a:cubicBezTo>
                      <a:pt x="477" y="0"/>
                      <a:pt x="1" y="477"/>
                      <a:pt x="1" y="1060"/>
                    </a:cubicBezTo>
                    <a:cubicBezTo>
                      <a:pt x="1" y="1643"/>
                      <a:pt x="477" y="2120"/>
                      <a:pt x="1060" y="2120"/>
                    </a:cubicBezTo>
                    <a:lnTo>
                      <a:pt x="1120" y="2120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38"/>
              <p:cNvSpPr/>
              <p:nvPr/>
            </p:nvSpPr>
            <p:spPr>
              <a:xfrm>
                <a:off x="762875" y="42700"/>
                <a:ext cx="37225" cy="5300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0" extrusionOk="0">
                    <a:moveTo>
                      <a:pt x="1" y="0"/>
                    </a:moveTo>
                    <a:lnTo>
                      <a:pt x="1" y="2120"/>
                    </a:lnTo>
                    <a:lnTo>
                      <a:pt x="1489" y="2120"/>
                    </a:lnTo>
                    <a:lnTo>
                      <a:pt x="14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8"/>
              <p:cNvSpPr/>
              <p:nvPr/>
            </p:nvSpPr>
            <p:spPr>
              <a:xfrm>
                <a:off x="800100" y="42700"/>
                <a:ext cx="37225" cy="5300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0" extrusionOk="0">
                    <a:moveTo>
                      <a:pt x="0" y="0"/>
                    </a:moveTo>
                    <a:lnTo>
                      <a:pt x="0" y="2120"/>
                    </a:lnTo>
                    <a:lnTo>
                      <a:pt x="1488" y="2120"/>
                    </a:lnTo>
                    <a:lnTo>
                      <a:pt x="148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8"/>
              <p:cNvSpPr/>
              <p:nvPr/>
            </p:nvSpPr>
            <p:spPr>
              <a:xfrm>
                <a:off x="874200" y="42700"/>
                <a:ext cx="37225" cy="5300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0" extrusionOk="0">
                    <a:moveTo>
                      <a:pt x="1" y="0"/>
                    </a:moveTo>
                    <a:lnTo>
                      <a:pt x="1" y="2120"/>
                    </a:lnTo>
                    <a:lnTo>
                      <a:pt x="1489" y="2120"/>
                    </a:lnTo>
                    <a:lnTo>
                      <a:pt x="148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38"/>
              <p:cNvSpPr/>
              <p:nvPr/>
            </p:nvSpPr>
            <p:spPr>
              <a:xfrm>
                <a:off x="911400" y="42700"/>
                <a:ext cx="28025" cy="53000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120" extrusionOk="0">
                    <a:moveTo>
                      <a:pt x="1" y="0"/>
                    </a:moveTo>
                    <a:lnTo>
                      <a:pt x="1" y="2120"/>
                    </a:lnTo>
                    <a:lnTo>
                      <a:pt x="60" y="2120"/>
                    </a:lnTo>
                    <a:cubicBezTo>
                      <a:pt x="644" y="2120"/>
                      <a:pt x="1120" y="1643"/>
                      <a:pt x="1120" y="1060"/>
                    </a:cubicBezTo>
                    <a:cubicBezTo>
                      <a:pt x="1120" y="477"/>
                      <a:pt x="644" y="0"/>
                      <a:pt x="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38"/>
              <p:cNvSpPr/>
              <p:nvPr/>
            </p:nvSpPr>
            <p:spPr>
              <a:xfrm>
                <a:off x="837300" y="42700"/>
                <a:ext cx="36925" cy="53000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2120" extrusionOk="0">
                    <a:moveTo>
                      <a:pt x="0" y="0"/>
                    </a:moveTo>
                    <a:lnTo>
                      <a:pt x="0" y="2120"/>
                    </a:lnTo>
                    <a:lnTo>
                      <a:pt x="1477" y="2120"/>
                    </a:lnTo>
                    <a:lnTo>
                      <a:pt x="14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86" name="Google Shape;1586;p38"/>
          <p:cNvGrpSpPr/>
          <p:nvPr/>
        </p:nvGrpSpPr>
        <p:grpSpPr>
          <a:xfrm>
            <a:off x="4046025" y="1446836"/>
            <a:ext cx="1052121" cy="990345"/>
            <a:chOff x="3685713" y="4288888"/>
            <a:chExt cx="329550" cy="310200"/>
          </a:xfrm>
        </p:grpSpPr>
        <p:sp>
          <p:nvSpPr>
            <p:cNvPr id="1587" name="Google Shape;1587;p38"/>
            <p:cNvSpPr/>
            <p:nvPr/>
          </p:nvSpPr>
          <p:spPr>
            <a:xfrm>
              <a:off x="3685713" y="4288888"/>
              <a:ext cx="329550" cy="310200"/>
            </a:xfrm>
            <a:custGeom>
              <a:avLst/>
              <a:gdLst/>
              <a:ahLst/>
              <a:cxnLst/>
              <a:rect l="l" t="t" r="r" b="b"/>
              <a:pathLst>
                <a:path w="13182" h="12408" extrusionOk="0">
                  <a:moveTo>
                    <a:pt x="6740" y="1"/>
                  </a:moveTo>
                  <a:cubicBezTo>
                    <a:pt x="6430" y="1"/>
                    <a:pt x="6168" y="263"/>
                    <a:pt x="6168" y="572"/>
                  </a:cubicBezTo>
                  <a:cubicBezTo>
                    <a:pt x="6168" y="834"/>
                    <a:pt x="6347" y="1049"/>
                    <a:pt x="6597" y="1120"/>
                  </a:cubicBezTo>
                  <a:lnTo>
                    <a:pt x="6585" y="1120"/>
                  </a:lnTo>
                  <a:lnTo>
                    <a:pt x="6585" y="2787"/>
                  </a:lnTo>
                  <a:cubicBezTo>
                    <a:pt x="5704" y="2846"/>
                    <a:pt x="4990" y="3430"/>
                    <a:pt x="4763" y="4192"/>
                  </a:cubicBezTo>
                  <a:lnTo>
                    <a:pt x="2692" y="4192"/>
                  </a:lnTo>
                  <a:cubicBezTo>
                    <a:pt x="1858" y="4192"/>
                    <a:pt x="1180" y="4930"/>
                    <a:pt x="1180" y="5847"/>
                  </a:cubicBezTo>
                  <a:lnTo>
                    <a:pt x="1180" y="6561"/>
                  </a:lnTo>
                  <a:cubicBezTo>
                    <a:pt x="1144" y="6549"/>
                    <a:pt x="1108" y="6549"/>
                    <a:pt x="1061" y="6549"/>
                  </a:cubicBezTo>
                  <a:cubicBezTo>
                    <a:pt x="799" y="6549"/>
                    <a:pt x="584" y="6764"/>
                    <a:pt x="584" y="7025"/>
                  </a:cubicBezTo>
                  <a:lnTo>
                    <a:pt x="584" y="7156"/>
                  </a:lnTo>
                  <a:lnTo>
                    <a:pt x="572" y="7156"/>
                  </a:lnTo>
                  <a:cubicBezTo>
                    <a:pt x="251" y="7156"/>
                    <a:pt x="1" y="7406"/>
                    <a:pt x="1" y="7728"/>
                  </a:cubicBezTo>
                  <a:cubicBezTo>
                    <a:pt x="1" y="8049"/>
                    <a:pt x="251" y="8299"/>
                    <a:pt x="572" y="8299"/>
                  </a:cubicBezTo>
                  <a:lnTo>
                    <a:pt x="584" y="8299"/>
                  </a:lnTo>
                  <a:lnTo>
                    <a:pt x="584" y="8418"/>
                  </a:lnTo>
                  <a:cubicBezTo>
                    <a:pt x="584" y="8692"/>
                    <a:pt x="799" y="8907"/>
                    <a:pt x="1061" y="8907"/>
                  </a:cubicBezTo>
                  <a:cubicBezTo>
                    <a:pt x="1108" y="8907"/>
                    <a:pt x="1144" y="8895"/>
                    <a:pt x="1180" y="8895"/>
                  </a:cubicBezTo>
                  <a:lnTo>
                    <a:pt x="1180" y="10038"/>
                  </a:lnTo>
                  <a:cubicBezTo>
                    <a:pt x="1180" y="10157"/>
                    <a:pt x="1191" y="10276"/>
                    <a:pt x="1215" y="10383"/>
                  </a:cubicBezTo>
                  <a:cubicBezTo>
                    <a:pt x="668" y="10395"/>
                    <a:pt x="227" y="10847"/>
                    <a:pt x="227" y="11395"/>
                  </a:cubicBezTo>
                  <a:cubicBezTo>
                    <a:pt x="227" y="11955"/>
                    <a:pt x="680" y="12407"/>
                    <a:pt x="1227" y="12407"/>
                  </a:cubicBezTo>
                  <a:lnTo>
                    <a:pt x="11943" y="12407"/>
                  </a:lnTo>
                  <a:cubicBezTo>
                    <a:pt x="12502" y="12407"/>
                    <a:pt x="12955" y="11955"/>
                    <a:pt x="12955" y="11395"/>
                  </a:cubicBezTo>
                  <a:cubicBezTo>
                    <a:pt x="12955" y="10847"/>
                    <a:pt x="12502" y="10395"/>
                    <a:pt x="11955" y="10383"/>
                  </a:cubicBezTo>
                  <a:cubicBezTo>
                    <a:pt x="11979" y="10276"/>
                    <a:pt x="11990" y="10157"/>
                    <a:pt x="11990" y="10038"/>
                  </a:cubicBezTo>
                  <a:lnTo>
                    <a:pt x="11990" y="8883"/>
                  </a:lnTo>
                  <a:cubicBezTo>
                    <a:pt x="12026" y="8895"/>
                    <a:pt x="12074" y="8907"/>
                    <a:pt x="12110" y="8907"/>
                  </a:cubicBezTo>
                  <a:cubicBezTo>
                    <a:pt x="12383" y="8907"/>
                    <a:pt x="12598" y="8692"/>
                    <a:pt x="12598" y="8418"/>
                  </a:cubicBezTo>
                  <a:lnTo>
                    <a:pt x="12598" y="8299"/>
                  </a:lnTo>
                  <a:lnTo>
                    <a:pt x="12610" y="8299"/>
                  </a:lnTo>
                  <a:cubicBezTo>
                    <a:pt x="12919" y="8299"/>
                    <a:pt x="13181" y="8037"/>
                    <a:pt x="13181" y="7728"/>
                  </a:cubicBezTo>
                  <a:cubicBezTo>
                    <a:pt x="13181" y="7406"/>
                    <a:pt x="12919" y="7156"/>
                    <a:pt x="12610" y="7156"/>
                  </a:cubicBezTo>
                  <a:lnTo>
                    <a:pt x="12598" y="7156"/>
                  </a:lnTo>
                  <a:lnTo>
                    <a:pt x="12598" y="7025"/>
                  </a:lnTo>
                  <a:cubicBezTo>
                    <a:pt x="12598" y="6764"/>
                    <a:pt x="12371" y="6549"/>
                    <a:pt x="12110" y="6549"/>
                  </a:cubicBezTo>
                  <a:cubicBezTo>
                    <a:pt x="12062" y="6549"/>
                    <a:pt x="12026" y="6549"/>
                    <a:pt x="11990" y="6561"/>
                  </a:cubicBezTo>
                  <a:lnTo>
                    <a:pt x="11990" y="5847"/>
                  </a:lnTo>
                  <a:cubicBezTo>
                    <a:pt x="11990" y="4930"/>
                    <a:pt x="11312" y="4192"/>
                    <a:pt x="10490" y="4192"/>
                  </a:cubicBezTo>
                  <a:lnTo>
                    <a:pt x="8716" y="4192"/>
                  </a:lnTo>
                  <a:cubicBezTo>
                    <a:pt x="8490" y="3430"/>
                    <a:pt x="7776" y="2846"/>
                    <a:pt x="6895" y="2787"/>
                  </a:cubicBezTo>
                  <a:lnTo>
                    <a:pt x="6895" y="1120"/>
                  </a:lnTo>
                  <a:lnTo>
                    <a:pt x="6883" y="1120"/>
                  </a:lnTo>
                  <a:cubicBezTo>
                    <a:pt x="7133" y="1060"/>
                    <a:pt x="7311" y="834"/>
                    <a:pt x="7311" y="572"/>
                  </a:cubicBezTo>
                  <a:cubicBezTo>
                    <a:pt x="7311" y="263"/>
                    <a:pt x="7049" y="1"/>
                    <a:pt x="6740" y="1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88" name="Google Shape;1588;p38"/>
            <p:cNvGrpSpPr/>
            <p:nvPr/>
          </p:nvGrpSpPr>
          <p:grpSpPr>
            <a:xfrm>
              <a:off x="3685713" y="4289050"/>
              <a:ext cx="329550" cy="309875"/>
              <a:chOff x="3816825" y="4572725"/>
              <a:chExt cx="329550" cy="309875"/>
            </a:xfrm>
          </p:grpSpPr>
          <p:sp>
            <p:nvSpPr>
              <p:cNvPr id="1589" name="Google Shape;1589;p38"/>
              <p:cNvSpPr/>
              <p:nvPr/>
            </p:nvSpPr>
            <p:spPr>
              <a:xfrm>
                <a:off x="3816825" y="4751300"/>
                <a:ext cx="28600" cy="2860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44" extrusionOk="0">
                    <a:moveTo>
                      <a:pt x="572" y="1"/>
                    </a:moveTo>
                    <a:cubicBezTo>
                      <a:pt x="251" y="1"/>
                      <a:pt x="1" y="263"/>
                      <a:pt x="1" y="572"/>
                    </a:cubicBezTo>
                    <a:cubicBezTo>
                      <a:pt x="1" y="894"/>
                      <a:pt x="251" y="1144"/>
                      <a:pt x="572" y="1144"/>
                    </a:cubicBezTo>
                    <a:cubicBezTo>
                      <a:pt x="882" y="1144"/>
                      <a:pt x="1144" y="894"/>
                      <a:pt x="1144" y="572"/>
                    </a:cubicBezTo>
                    <a:cubicBezTo>
                      <a:pt x="1144" y="263"/>
                      <a:pt x="882" y="1"/>
                      <a:pt x="57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8"/>
              <p:cNvSpPr/>
              <p:nvPr/>
            </p:nvSpPr>
            <p:spPr>
              <a:xfrm>
                <a:off x="3981450" y="4600400"/>
                <a:ext cx="7750" cy="113125"/>
              </a:xfrm>
              <a:custGeom>
                <a:avLst/>
                <a:gdLst/>
                <a:ahLst/>
                <a:cxnLst/>
                <a:rect l="l" t="t" r="r" b="b"/>
                <a:pathLst>
                  <a:path w="310" h="4525" extrusionOk="0">
                    <a:moveTo>
                      <a:pt x="0" y="0"/>
                    </a:moveTo>
                    <a:lnTo>
                      <a:pt x="0" y="4525"/>
                    </a:lnTo>
                    <a:lnTo>
                      <a:pt x="310" y="4525"/>
                    </a:lnTo>
                    <a:lnTo>
                      <a:pt x="3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8"/>
              <p:cNvSpPr/>
              <p:nvPr/>
            </p:nvSpPr>
            <p:spPr>
              <a:xfrm>
                <a:off x="3933825" y="4642075"/>
                <a:ext cx="103000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4120" h="1941" extrusionOk="0">
                    <a:moveTo>
                      <a:pt x="2060" y="0"/>
                    </a:moveTo>
                    <a:cubicBezTo>
                      <a:pt x="917" y="0"/>
                      <a:pt x="0" y="869"/>
                      <a:pt x="0" y="1941"/>
                    </a:cubicBezTo>
                    <a:lnTo>
                      <a:pt x="4120" y="1941"/>
                    </a:lnTo>
                    <a:cubicBezTo>
                      <a:pt x="4120" y="869"/>
                      <a:pt x="3191" y="0"/>
                      <a:pt x="206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8"/>
              <p:cNvSpPr/>
              <p:nvPr/>
            </p:nvSpPr>
            <p:spPr>
              <a:xfrm>
                <a:off x="3831425" y="4736125"/>
                <a:ext cx="24125" cy="59250"/>
              </a:xfrm>
              <a:custGeom>
                <a:avLst/>
                <a:gdLst/>
                <a:ahLst/>
                <a:cxnLst/>
                <a:rect l="l" t="t" r="r" b="b"/>
                <a:pathLst>
                  <a:path w="965" h="2370" extrusionOk="0">
                    <a:moveTo>
                      <a:pt x="477" y="1"/>
                    </a:moveTo>
                    <a:cubicBezTo>
                      <a:pt x="215" y="1"/>
                      <a:pt x="0" y="227"/>
                      <a:pt x="0" y="489"/>
                    </a:cubicBezTo>
                    <a:lnTo>
                      <a:pt x="0" y="1882"/>
                    </a:lnTo>
                    <a:cubicBezTo>
                      <a:pt x="0" y="2144"/>
                      <a:pt x="215" y="2370"/>
                      <a:pt x="477" y="2370"/>
                    </a:cubicBezTo>
                    <a:cubicBezTo>
                      <a:pt x="750" y="2370"/>
                      <a:pt x="965" y="2144"/>
                      <a:pt x="965" y="1882"/>
                    </a:cubicBezTo>
                    <a:lnTo>
                      <a:pt x="965" y="489"/>
                    </a:lnTo>
                    <a:cubicBezTo>
                      <a:pt x="965" y="215"/>
                      <a:pt x="750" y="1"/>
                      <a:pt x="4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8"/>
              <p:cNvSpPr/>
              <p:nvPr/>
            </p:nvSpPr>
            <p:spPr>
              <a:xfrm>
                <a:off x="4117475" y="4751300"/>
                <a:ext cx="28900" cy="28600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144" extrusionOk="0">
                    <a:moveTo>
                      <a:pt x="584" y="1"/>
                    </a:moveTo>
                    <a:cubicBezTo>
                      <a:pt x="262" y="1"/>
                      <a:pt x="0" y="263"/>
                      <a:pt x="0" y="572"/>
                    </a:cubicBezTo>
                    <a:cubicBezTo>
                      <a:pt x="0" y="894"/>
                      <a:pt x="262" y="1144"/>
                      <a:pt x="584" y="1144"/>
                    </a:cubicBezTo>
                    <a:cubicBezTo>
                      <a:pt x="893" y="1144"/>
                      <a:pt x="1155" y="894"/>
                      <a:pt x="1155" y="572"/>
                    </a:cubicBezTo>
                    <a:cubicBezTo>
                      <a:pt x="1155" y="263"/>
                      <a:pt x="893" y="1"/>
                      <a:pt x="58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38"/>
              <p:cNvSpPr/>
              <p:nvPr/>
            </p:nvSpPr>
            <p:spPr>
              <a:xfrm>
                <a:off x="4107350" y="4736125"/>
                <a:ext cx="24425" cy="5925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370" extrusionOk="0">
                    <a:moveTo>
                      <a:pt x="489" y="1"/>
                    </a:moveTo>
                    <a:cubicBezTo>
                      <a:pt x="227" y="1"/>
                      <a:pt x="0" y="215"/>
                      <a:pt x="0" y="489"/>
                    </a:cubicBezTo>
                    <a:lnTo>
                      <a:pt x="0" y="1882"/>
                    </a:lnTo>
                    <a:cubicBezTo>
                      <a:pt x="0" y="2144"/>
                      <a:pt x="215" y="2370"/>
                      <a:pt x="489" y="2370"/>
                    </a:cubicBezTo>
                    <a:cubicBezTo>
                      <a:pt x="750" y="2370"/>
                      <a:pt x="977" y="2144"/>
                      <a:pt x="977" y="1882"/>
                    </a:cubicBezTo>
                    <a:lnTo>
                      <a:pt x="977" y="489"/>
                    </a:lnTo>
                    <a:cubicBezTo>
                      <a:pt x="977" y="227"/>
                      <a:pt x="750" y="1"/>
                      <a:pt x="48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38"/>
              <p:cNvSpPr/>
              <p:nvPr/>
            </p:nvSpPr>
            <p:spPr>
              <a:xfrm>
                <a:off x="3846300" y="4677500"/>
                <a:ext cx="270300" cy="18755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7502" extrusionOk="0">
                    <a:moveTo>
                      <a:pt x="1513" y="0"/>
                    </a:moveTo>
                    <a:cubicBezTo>
                      <a:pt x="679" y="0"/>
                      <a:pt x="1" y="738"/>
                      <a:pt x="1" y="1655"/>
                    </a:cubicBezTo>
                    <a:lnTo>
                      <a:pt x="1" y="5846"/>
                    </a:lnTo>
                    <a:cubicBezTo>
                      <a:pt x="1" y="6763"/>
                      <a:pt x="679" y="7501"/>
                      <a:pt x="1513" y="7501"/>
                    </a:cubicBezTo>
                    <a:lnTo>
                      <a:pt x="9311" y="7501"/>
                    </a:lnTo>
                    <a:cubicBezTo>
                      <a:pt x="10133" y="7501"/>
                      <a:pt x="10811" y="6763"/>
                      <a:pt x="10811" y="5846"/>
                    </a:cubicBezTo>
                    <a:lnTo>
                      <a:pt x="10811" y="1655"/>
                    </a:lnTo>
                    <a:cubicBezTo>
                      <a:pt x="10811" y="738"/>
                      <a:pt x="10133" y="0"/>
                      <a:pt x="93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8"/>
              <p:cNvSpPr/>
              <p:nvPr/>
            </p:nvSpPr>
            <p:spPr>
              <a:xfrm>
                <a:off x="3822500" y="4832275"/>
                <a:ext cx="317900" cy="50325"/>
              </a:xfrm>
              <a:custGeom>
                <a:avLst/>
                <a:gdLst/>
                <a:ahLst/>
                <a:cxnLst/>
                <a:rect l="l" t="t" r="r" b="b"/>
                <a:pathLst>
                  <a:path w="12716" h="2013" extrusionOk="0">
                    <a:moveTo>
                      <a:pt x="1000" y="0"/>
                    </a:moveTo>
                    <a:cubicBezTo>
                      <a:pt x="453" y="0"/>
                      <a:pt x="0" y="453"/>
                      <a:pt x="0" y="1012"/>
                    </a:cubicBezTo>
                    <a:cubicBezTo>
                      <a:pt x="0" y="1560"/>
                      <a:pt x="453" y="2013"/>
                      <a:pt x="1000" y="2013"/>
                    </a:cubicBezTo>
                    <a:lnTo>
                      <a:pt x="11716" y="2013"/>
                    </a:lnTo>
                    <a:cubicBezTo>
                      <a:pt x="12275" y="2013"/>
                      <a:pt x="12716" y="1560"/>
                      <a:pt x="12716" y="1012"/>
                    </a:cubicBezTo>
                    <a:cubicBezTo>
                      <a:pt x="12716" y="453"/>
                      <a:pt x="12264" y="0"/>
                      <a:pt x="1171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8"/>
              <p:cNvSpPr/>
              <p:nvPr/>
            </p:nvSpPr>
            <p:spPr>
              <a:xfrm>
                <a:off x="3912975" y="4719325"/>
                <a:ext cx="426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524" extrusionOk="0">
                    <a:moveTo>
                      <a:pt x="848" y="1"/>
                    </a:moveTo>
                    <a:cubicBezTo>
                      <a:pt x="673" y="1"/>
                      <a:pt x="497" y="61"/>
                      <a:pt x="358" y="184"/>
                    </a:cubicBezTo>
                    <a:cubicBezTo>
                      <a:pt x="36" y="458"/>
                      <a:pt x="1" y="946"/>
                      <a:pt x="274" y="1256"/>
                    </a:cubicBezTo>
                    <a:cubicBezTo>
                      <a:pt x="425" y="1433"/>
                      <a:pt x="640" y="1523"/>
                      <a:pt x="855" y="1523"/>
                    </a:cubicBezTo>
                    <a:cubicBezTo>
                      <a:pt x="1031" y="1523"/>
                      <a:pt x="1207" y="1463"/>
                      <a:pt x="1346" y="1339"/>
                    </a:cubicBezTo>
                    <a:cubicBezTo>
                      <a:pt x="1667" y="1054"/>
                      <a:pt x="1703" y="577"/>
                      <a:pt x="1429" y="268"/>
                    </a:cubicBezTo>
                    <a:cubicBezTo>
                      <a:pt x="1279" y="91"/>
                      <a:pt x="1063" y="1"/>
                      <a:pt x="8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8"/>
              <p:cNvSpPr/>
              <p:nvPr/>
            </p:nvSpPr>
            <p:spPr>
              <a:xfrm>
                <a:off x="4005250" y="4719325"/>
                <a:ext cx="426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704" h="1524" extrusionOk="0">
                    <a:moveTo>
                      <a:pt x="853" y="1"/>
                    </a:moveTo>
                    <a:cubicBezTo>
                      <a:pt x="678" y="1"/>
                      <a:pt x="502" y="61"/>
                      <a:pt x="358" y="184"/>
                    </a:cubicBezTo>
                    <a:cubicBezTo>
                      <a:pt x="36" y="458"/>
                      <a:pt x="1" y="946"/>
                      <a:pt x="286" y="1256"/>
                    </a:cubicBezTo>
                    <a:cubicBezTo>
                      <a:pt x="437" y="1433"/>
                      <a:pt x="649" y="1523"/>
                      <a:pt x="862" y="1523"/>
                    </a:cubicBezTo>
                    <a:cubicBezTo>
                      <a:pt x="1037" y="1523"/>
                      <a:pt x="1213" y="1463"/>
                      <a:pt x="1358" y="1339"/>
                    </a:cubicBezTo>
                    <a:cubicBezTo>
                      <a:pt x="1667" y="1054"/>
                      <a:pt x="1703" y="577"/>
                      <a:pt x="1429" y="268"/>
                    </a:cubicBezTo>
                    <a:cubicBezTo>
                      <a:pt x="1279" y="91"/>
                      <a:pt x="1067" y="1"/>
                      <a:pt x="8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38"/>
              <p:cNvSpPr/>
              <p:nvPr/>
            </p:nvSpPr>
            <p:spPr>
              <a:xfrm>
                <a:off x="3971025" y="4572725"/>
                <a:ext cx="28600" cy="28300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1132" extrusionOk="0">
                    <a:moveTo>
                      <a:pt x="572" y="0"/>
                    </a:moveTo>
                    <a:cubicBezTo>
                      <a:pt x="250" y="0"/>
                      <a:pt x="0" y="250"/>
                      <a:pt x="0" y="560"/>
                    </a:cubicBezTo>
                    <a:cubicBezTo>
                      <a:pt x="0" y="881"/>
                      <a:pt x="250" y="1131"/>
                      <a:pt x="572" y="1131"/>
                    </a:cubicBezTo>
                    <a:cubicBezTo>
                      <a:pt x="881" y="1131"/>
                      <a:pt x="1143" y="881"/>
                      <a:pt x="1143" y="560"/>
                    </a:cubicBezTo>
                    <a:cubicBezTo>
                      <a:pt x="1143" y="250"/>
                      <a:pt x="881" y="0"/>
                      <a:pt x="57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38"/>
              <p:cNvSpPr/>
              <p:nvPr/>
            </p:nvSpPr>
            <p:spPr>
              <a:xfrm>
                <a:off x="3932325" y="4776025"/>
                <a:ext cx="96175" cy="25900"/>
              </a:xfrm>
              <a:custGeom>
                <a:avLst/>
                <a:gdLst/>
                <a:ahLst/>
                <a:cxnLst/>
                <a:rect l="l" t="t" r="r" b="b"/>
                <a:pathLst>
                  <a:path w="3847" h="1036" extrusionOk="0">
                    <a:moveTo>
                      <a:pt x="489" y="0"/>
                    </a:moveTo>
                    <a:cubicBezTo>
                      <a:pt x="215" y="0"/>
                      <a:pt x="0" y="226"/>
                      <a:pt x="0" y="488"/>
                    </a:cubicBezTo>
                    <a:lnTo>
                      <a:pt x="0" y="560"/>
                    </a:lnTo>
                    <a:cubicBezTo>
                      <a:pt x="0" y="822"/>
                      <a:pt x="215" y="1036"/>
                      <a:pt x="489" y="1036"/>
                    </a:cubicBezTo>
                    <a:lnTo>
                      <a:pt x="3370" y="1036"/>
                    </a:lnTo>
                    <a:cubicBezTo>
                      <a:pt x="3632" y="1036"/>
                      <a:pt x="3846" y="822"/>
                      <a:pt x="3846" y="560"/>
                    </a:cubicBezTo>
                    <a:lnTo>
                      <a:pt x="3846" y="488"/>
                    </a:lnTo>
                    <a:cubicBezTo>
                      <a:pt x="3846" y="214"/>
                      <a:pt x="3632" y="0"/>
                      <a:pt x="33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8"/>
              <p:cNvSpPr/>
              <p:nvPr/>
            </p:nvSpPr>
            <p:spPr>
              <a:xfrm>
                <a:off x="3941250" y="4785825"/>
                <a:ext cx="78300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251" extrusionOk="0">
                    <a:moveTo>
                      <a:pt x="132" y="1"/>
                    </a:moveTo>
                    <a:cubicBezTo>
                      <a:pt x="60" y="1"/>
                      <a:pt x="1" y="61"/>
                      <a:pt x="1" y="132"/>
                    </a:cubicBezTo>
                    <a:cubicBezTo>
                      <a:pt x="1" y="203"/>
                      <a:pt x="60" y="251"/>
                      <a:pt x="132" y="251"/>
                    </a:cubicBezTo>
                    <a:lnTo>
                      <a:pt x="3001" y="251"/>
                    </a:lnTo>
                    <a:cubicBezTo>
                      <a:pt x="3072" y="251"/>
                      <a:pt x="3132" y="203"/>
                      <a:pt x="3132" y="132"/>
                    </a:cubicBezTo>
                    <a:cubicBezTo>
                      <a:pt x="3132" y="61"/>
                      <a:pt x="3072" y="1"/>
                      <a:pt x="30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8"/>
              <p:cNvSpPr/>
              <p:nvPr/>
            </p:nvSpPr>
            <p:spPr>
              <a:xfrm>
                <a:off x="3868625" y="4851925"/>
                <a:ext cx="137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560" extrusionOk="0">
                    <a:moveTo>
                      <a:pt x="274" y="0"/>
                    </a:moveTo>
                    <a:cubicBezTo>
                      <a:pt x="120" y="0"/>
                      <a:pt x="1" y="131"/>
                      <a:pt x="1" y="274"/>
                    </a:cubicBezTo>
                    <a:cubicBezTo>
                      <a:pt x="1" y="429"/>
                      <a:pt x="120" y="560"/>
                      <a:pt x="274" y="560"/>
                    </a:cubicBezTo>
                    <a:cubicBezTo>
                      <a:pt x="429" y="560"/>
                      <a:pt x="548" y="429"/>
                      <a:pt x="548" y="274"/>
                    </a:cubicBezTo>
                    <a:cubicBezTo>
                      <a:pt x="548" y="131"/>
                      <a:pt x="429" y="0"/>
                      <a:pt x="27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8"/>
              <p:cNvSpPr/>
              <p:nvPr/>
            </p:nvSpPr>
            <p:spPr>
              <a:xfrm>
                <a:off x="3898700" y="4851925"/>
                <a:ext cx="140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60" extrusionOk="0">
                    <a:moveTo>
                      <a:pt x="286" y="0"/>
                    </a:moveTo>
                    <a:cubicBezTo>
                      <a:pt x="131" y="0"/>
                      <a:pt x="0" y="131"/>
                      <a:pt x="0" y="274"/>
                    </a:cubicBezTo>
                    <a:cubicBezTo>
                      <a:pt x="0" y="429"/>
                      <a:pt x="131" y="560"/>
                      <a:pt x="286" y="560"/>
                    </a:cubicBezTo>
                    <a:cubicBezTo>
                      <a:pt x="441" y="560"/>
                      <a:pt x="560" y="429"/>
                      <a:pt x="560" y="274"/>
                    </a:cubicBezTo>
                    <a:cubicBezTo>
                      <a:pt x="560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38"/>
              <p:cNvSpPr/>
              <p:nvPr/>
            </p:nvSpPr>
            <p:spPr>
              <a:xfrm>
                <a:off x="3929050" y="4851925"/>
                <a:ext cx="137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560" extrusionOk="0">
                    <a:moveTo>
                      <a:pt x="274" y="0"/>
                    </a:moveTo>
                    <a:cubicBezTo>
                      <a:pt x="120" y="0"/>
                      <a:pt x="1" y="131"/>
                      <a:pt x="1" y="274"/>
                    </a:cubicBezTo>
                    <a:cubicBezTo>
                      <a:pt x="1" y="429"/>
                      <a:pt x="120" y="560"/>
                      <a:pt x="274" y="560"/>
                    </a:cubicBezTo>
                    <a:cubicBezTo>
                      <a:pt x="429" y="560"/>
                      <a:pt x="548" y="429"/>
                      <a:pt x="548" y="274"/>
                    </a:cubicBezTo>
                    <a:cubicBezTo>
                      <a:pt x="548" y="131"/>
                      <a:pt x="429" y="0"/>
                      <a:pt x="27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38"/>
              <p:cNvSpPr/>
              <p:nvPr/>
            </p:nvSpPr>
            <p:spPr>
              <a:xfrm>
                <a:off x="3959125" y="4851925"/>
                <a:ext cx="140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60" extrusionOk="0">
                    <a:moveTo>
                      <a:pt x="286" y="0"/>
                    </a:moveTo>
                    <a:cubicBezTo>
                      <a:pt x="131" y="0"/>
                      <a:pt x="0" y="131"/>
                      <a:pt x="0" y="274"/>
                    </a:cubicBezTo>
                    <a:cubicBezTo>
                      <a:pt x="0" y="429"/>
                      <a:pt x="131" y="560"/>
                      <a:pt x="286" y="560"/>
                    </a:cubicBezTo>
                    <a:cubicBezTo>
                      <a:pt x="441" y="560"/>
                      <a:pt x="560" y="429"/>
                      <a:pt x="560" y="274"/>
                    </a:cubicBezTo>
                    <a:cubicBezTo>
                      <a:pt x="560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38"/>
              <p:cNvSpPr/>
              <p:nvPr/>
            </p:nvSpPr>
            <p:spPr>
              <a:xfrm>
                <a:off x="3989475" y="4851925"/>
                <a:ext cx="137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560" extrusionOk="0">
                    <a:moveTo>
                      <a:pt x="274" y="0"/>
                    </a:moveTo>
                    <a:cubicBezTo>
                      <a:pt x="120" y="0"/>
                      <a:pt x="0" y="131"/>
                      <a:pt x="0" y="274"/>
                    </a:cubicBezTo>
                    <a:cubicBezTo>
                      <a:pt x="0" y="429"/>
                      <a:pt x="120" y="560"/>
                      <a:pt x="274" y="560"/>
                    </a:cubicBezTo>
                    <a:cubicBezTo>
                      <a:pt x="429" y="560"/>
                      <a:pt x="548" y="429"/>
                      <a:pt x="548" y="274"/>
                    </a:cubicBezTo>
                    <a:cubicBezTo>
                      <a:pt x="548" y="131"/>
                      <a:pt x="429" y="0"/>
                      <a:pt x="27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38"/>
              <p:cNvSpPr/>
              <p:nvPr/>
            </p:nvSpPr>
            <p:spPr>
              <a:xfrm>
                <a:off x="4019550" y="4851925"/>
                <a:ext cx="140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60" extrusionOk="0">
                    <a:moveTo>
                      <a:pt x="286" y="0"/>
                    </a:moveTo>
                    <a:cubicBezTo>
                      <a:pt x="131" y="0"/>
                      <a:pt x="0" y="131"/>
                      <a:pt x="0" y="274"/>
                    </a:cubicBezTo>
                    <a:cubicBezTo>
                      <a:pt x="0" y="429"/>
                      <a:pt x="131" y="560"/>
                      <a:pt x="286" y="560"/>
                    </a:cubicBezTo>
                    <a:cubicBezTo>
                      <a:pt x="441" y="560"/>
                      <a:pt x="560" y="429"/>
                      <a:pt x="560" y="274"/>
                    </a:cubicBezTo>
                    <a:cubicBezTo>
                      <a:pt x="560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38"/>
              <p:cNvSpPr/>
              <p:nvPr/>
            </p:nvSpPr>
            <p:spPr>
              <a:xfrm>
                <a:off x="4049900" y="4851925"/>
                <a:ext cx="137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560" extrusionOk="0">
                    <a:moveTo>
                      <a:pt x="274" y="0"/>
                    </a:moveTo>
                    <a:cubicBezTo>
                      <a:pt x="120" y="0"/>
                      <a:pt x="0" y="131"/>
                      <a:pt x="0" y="274"/>
                    </a:cubicBezTo>
                    <a:cubicBezTo>
                      <a:pt x="0" y="429"/>
                      <a:pt x="120" y="560"/>
                      <a:pt x="274" y="560"/>
                    </a:cubicBezTo>
                    <a:cubicBezTo>
                      <a:pt x="429" y="560"/>
                      <a:pt x="548" y="429"/>
                      <a:pt x="548" y="274"/>
                    </a:cubicBezTo>
                    <a:cubicBezTo>
                      <a:pt x="548" y="131"/>
                      <a:pt x="429" y="0"/>
                      <a:pt x="27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38"/>
              <p:cNvSpPr/>
              <p:nvPr/>
            </p:nvSpPr>
            <p:spPr>
              <a:xfrm>
                <a:off x="4079950" y="4851925"/>
                <a:ext cx="140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0" extrusionOk="0">
                    <a:moveTo>
                      <a:pt x="287" y="0"/>
                    </a:moveTo>
                    <a:cubicBezTo>
                      <a:pt x="132" y="0"/>
                      <a:pt x="1" y="131"/>
                      <a:pt x="1" y="274"/>
                    </a:cubicBezTo>
                    <a:cubicBezTo>
                      <a:pt x="1" y="429"/>
                      <a:pt x="132" y="560"/>
                      <a:pt x="287" y="560"/>
                    </a:cubicBezTo>
                    <a:cubicBezTo>
                      <a:pt x="442" y="560"/>
                      <a:pt x="561" y="429"/>
                      <a:pt x="561" y="274"/>
                    </a:cubicBezTo>
                    <a:cubicBezTo>
                      <a:pt x="561" y="131"/>
                      <a:pt x="442" y="0"/>
                      <a:pt x="28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10" name="Google Shape;1610;p38"/>
          <p:cNvGrpSpPr/>
          <p:nvPr/>
        </p:nvGrpSpPr>
        <p:grpSpPr>
          <a:xfrm>
            <a:off x="6691117" y="1529605"/>
            <a:ext cx="1073911" cy="907576"/>
            <a:chOff x="4380300" y="4287850"/>
            <a:chExt cx="336375" cy="284275"/>
          </a:xfrm>
        </p:grpSpPr>
        <p:sp>
          <p:nvSpPr>
            <p:cNvPr id="1611" name="Google Shape;1611;p38"/>
            <p:cNvSpPr/>
            <p:nvPr/>
          </p:nvSpPr>
          <p:spPr>
            <a:xfrm>
              <a:off x="4380300" y="4287850"/>
              <a:ext cx="336375" cy="284275"/>
            </a:xfrm>
            <a:custGeom>
              <a:avLst/>
              <a:gdLst/>
              <a:ahLst/>
              <a:cxnLst/>
              <a:rect l="l" t="t" r="r" b="b"/>
              <a:pathLst>
                <a:path w="13455" h="11371" extrusionOk="0">
                  <a:moveTo>
                    <a:pt x="6656" y="0"/>
                  </a:moveTo>
                  <a:cubicBezTo>
                    <a:pt x="6513" y="0"/>
                    <a:pt x="6394" y="119"/>
                    <a:pt x="6394" y="262"/>
                  </a:cubicBezTo>
                  <a:cubicBezTo>
                    <a:pt x="6394" y="369"/>
                    <a:pt x="6442" y="453"/>
                    <a:pt x="6525" y="500"/>
                  </a:cubicBezTo>
                  <a:lnTo>
                    <a:pt x="6525" y="1012"/>
                  </a:lnTo>
                  <a:cubicBezTo>
                    <a:pt x="6418" y="1060"/>
                    <a:pt x="6335" y="1179"/>
                    <a:pt x="6335" y="1310"/>
                  </a:cubicBezTo>
                  <a:cubicBezTo>
                    <a:pt x="6335" y="1453"/>
                    <a:pt x="6418" y="1560"/>
                    <a:pt x="6525" y="1619"/>
                  </a:cubicBezTo>
                  <a:lnTo>
                    <a:pt x="6525" y="2131"/>
                  </a:lnTo>
                  <a:cubicBezTo>
                    <a:pt x="6346" y="2179"/>
                    <a:pt x="6215" y="2346"/>
                    <a:pt x="6215" y="2548"/>
                  </a:cubicBezTo>
                  <a:cubicBezTo>
                    <a:pt x="6215" y="2739"/>
                    <a:pt x="6346" y="2905"/>
                    <a:pt x="6525" y="2965"/>
                  </a:cubicBezTo>
                  <a:lnTo>
                    <a:pt x="6525" y="3429"/>
                  </a:lnTo>
                  <a:lnTo>
                    <a:pt x="6215" y="3429"/>
                  </a:lnTo>
                  <a:cubicBezTo>
                    <a:pt x="6049" y="3429"/>
                    <a:pt x="5918" y="3560"/>
                    <a:pt x="5918" y="3739"/>
                  </a:cubicBezTo>
                  <a:cubicBezTo>
                    <a:pt x="5918" y="3858"/>
                    <a:pt x="5977" y="3953"/>
                    <a:pt x="6084" y="4001"/>
                  </a:cubicBezTo>
                  <a:cubicBezTo>
                    <a:pt x="3060" y="4334"/>
                    <a:pt x="667" y="7013"/>
                    <a:pt x="417" y="10370"/>
                  </a:cubicBezTo>
                  <a:cubicBezTo>
                    <a:pt x="191" y="10370"/>
                    <a:pt x="0" y="10549"/>
                    <a:pt x="0" y="10775"/>
                  </a:cubicBezTo>
                  <a:lnTo>
                    <a:pt x="0" y="10966"/>
                  </a:lnTo>
                  <a:cubicBezTo>
                    <a:pt x="0" y="11192"/>
                    <a:pt x="179" y="11371"/>
                    <a:pt x="417" y="11371"/>
                  </a:cubicBezTo>
                  <a:lnTo>
                    <a:pt x="13050" y="11371"/>
                  </a:lnTo>
                  <a:cubicBezTo>
                    <a:pt x="13276" y="11371"/>
                    <a:pt x="13454" y="11192"/>
                    <a:pt x="13454" y="10966"/>
                  </a:cubicBezTo>
                  <a:lnTo>
                    <a:pt x="13454" y="10775"/>
                  </a:lnTo>
                  <a:cubicBezTo>
                    <a:pt x="13454" y="10549"/>
                    <a:pt x="13276" y="10370"/>
                    <a:pt x="13050" y="10370"/>
                  </a:cubicBezTo>
                  <a:lnTo>
                    <a:pt x="13002" y="10370"/>
                  </a:lnTo>
                  <a:cubicBezTo>
                    <a:pt x="12740" y="6977"/>
                    <a:pt x="10311" y="4286"/>
                    <a:pt x="7251" y="4001"/>
                  </a:cubicBezTo>
                  <a:cubicBezTo>
                    <a:pt x="7347" y="3941"/>
                    <a:pt x="7406" y="3846"/>
                    <a:pt x="7406" y="3739"/>
                  </a:cubicBezTo>
                  <a:cubicBezTo>
                    <a:pt x="7406" y="3560"/>
                    <a:pt x="7263" y="3429"/>
                    <a:pt x="7097" y="3429"/>
                  </a:cubicBezTo>
                  <a:lnTo>
                    <a:pt x="6787" y="3429"/>
                  </a:lnTo>
                  <a:lnTo>
                    <a:pt x="6787" y="2965"/>
                  </a:lnTo>
                  <a:cubicBezTo>
                    <a:pt x="6966" y="2905"/>
                    <a:pt x="7097" y="2739"/>
                    <a:pt x="7097" y="2548"/>
                  </a:cubicBezTo>
                  <a:cubicBezTo>
                    <a:pt x="7097" y="2346"/>
                    <a:pt x="6966" y="2179"/>
                    <a:pt x="6787" y="2131"/>
                  </a:cubicBezTo>
                  <a:lnTo>
                    <a:pt x="6787" y="1619"/>
                  </a:lnTo>
                  <a:cubicBezTo>
                    <a:pt x="6906" y="1560"/>
                    <a:pt x="6989" y="1453"/>
                    <a:pt x="6989" y="1310"/>
                  </a:cubicBezTo>
                  <a:cubicBezTo>
                    <a:pt x="6989" y="1179"/>
                    <a:pt x="6906" y="1060"/>
                    <a:pt x="6787" y="1012"/>
                  </a:cubicBezTo>
                  <a:lnTo>
                    <a:pt x="6787" y="500"/>
                  </a:lnTo>
                  <a:cubicBezTo>
                    <a:pt x="6870" y="453"/>
                    <a:pt x="6930" y="369"/>
                    <a:pt x="6930" y="262"/>
                  </a:cubicBezTo>
                  <a:cubicBezTo>
                    <a:pt x="6930" y="119"/>
                    <a:pt x="6811" y="0"/>
                    <a:pt x="6656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2" name="Google Shape;1612;p38"/>
            <p:cNvGrpSpPr/>
            <p:nvPr/>
          </p:nvGrpSpPr>
          <p:grpSpPr>
            <a:xfrm>
              <a:off x="4380300" y="4287850"/>
              <a:ext cx="336375" cy="284275"/>
              <a:chOff x="4380300" y="4571525"/>
              <a:chExt cx="336375" cy="284275"/>
            </a:xfrm>
          </p:grpSpPr>
          <p:sp>
            <p:nvSpPr>
              <p:cNvPr id="1613" name="Google Shape;1613;p38"/>
              <p:cNvSpPr/>
              <p:nvPr/>
            </p:nvSpPr>
            <p:spPr>
              <a:xfrm>
                <a:off x="4543425" y="4576875"/>
                <a:ext cx="6550" cy="141725"/>
              </a:xfrm>
              <a:custGeom>
                <a:avLst/>
                <a:gdLst/>
                <a:ahLst/>
                <a:cxnLst/>
                <a:rect l="l" t="t" r="r" b="b"/>
                <a:pathLst>
                  <a:path w="262" h="5669" extrusionOk="0">
                    <a:moveTo>
                      <a:pt x="0" y="1"/>
                    </a:moveTo>
                    <a:lnTo>
                      <a:pt x="0" y="5668"/>
                    </a:lnTo>
                    <a:lnTo>
                      <a:pt x="262" y="5668"/>
                    </a:lnTo>
                    <a:lnTo>
                      <a:pt x="26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8"/>
              <p:cNvSpPr/>
              <p:nvPr/>
            </p:nvSpPr>
            <p:spPr>
              <a:xfrm>
                <a:off x="4390125" y="4670950"/>
                <a:ext cx="315825" cy="174750"/>
              </a:xfrm>
              <a:custGeom>
                <a:avLst/>
                <a:gdLst/>
                <a:ahLst/>
                <a:cxnLst/>
                <a:rect l="l" t="t" r="r" b="b"/>
                <a:pathLst>
                  <a:path w="12633" h="6990" extrusionOk="0">
                    <a:moveTo>
                      <a:pt x="6311" y="0"/>
                    </a:moveTo>
                    <a:cubicBezTo>
                      <a:pt x="2822" y="0"/>
                      <a:pt x="0" y="3132"/>
                      <a:pt x="0" y="6989"/>
                    </a:cubicBezTo>
                    <a:lnTo>
                      <a:pt x="12633" y="6989"/>
                    </a:lnTo>
                    <a:cubicBezTo>
                      <a:pt x="12633" y="3132"/>
                      <a:pt x="9811" y="0"/>
                      <a:pt x="631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8"/>
              <p:cNvSpPr/>
              <p:nvPr/>
            </p:nvSpPr>
            <p:spPr>
              <a:xfrm>
                <a:off x="4535675" y="4624200"/>
                <a:ext cx="2205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882" h="882" extrusionOk="0">
                    <a:moveTo>
                      <a:pt x="441" y="1"/>
                    </a:moveTo>
                    <a:cubicBezTo>
                      <a:pt x="203" y="1"/>
                      <a:pt x="0" y="203"/>
                      <a:pt x="0" y="441"/>
                    </a:cubicBezTo>
                    <a:cubicBezTo>
                      <a:pt x="0" y="680"/>
                      <a:pt x="203" y="882"/>
                      <a:pt x="441" y="882"/>
                    </a:cubicBezTo>
                    <a:cubicBezTo>
                      <a:pt x="691" y="882"/>
                      <a:pt x="882" y="680"/>
                      <a:pt x="882" y="441"/>
                    </a:cubicBezTo>
                    <a:cubicBezTo>
                      <a:pt x="882" y="203"/>
                      <a:pt x="691" y="1"/>
                      <a:pt x="4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8"/>
              <p:cNvSpPr/>
              <p:nvPr/>
            </p:nvSpPr>
            <p:spPr>
              <a:xfrm>
                <a:off x="4538650" y="4596225"/>
                <a:ext cx="16400" cy="16400"/>
              </a:xfrm>
              <a:custGeom>
                <a:avLst/>
                <a:gdLst/>
                <a:ahLst/>
                <a:cxnLst/>
                <a:rect l="l" t="t" r="r" b="b"/>
                <a:pathLst>
                  <a:path w="656" h="656" extrusionOk="0">
                    <a:moveTo>
                      <a:pt x="322" y="1"/>
                    </a:moveTo>
                    <a:cubicBezTo>
                      <a:pt x="143" y="1"/>
                      <a:pt x="1" y="144"/>
                      <a:pt x="1" y="334"/>
                    </a:cubicBezTo>
                    <a:cubicBezTo>
                      <a:pt x="1" y="513"/>
                      <a:pt x="143" y="656"/>
                      <a:pt x="322" y="656"/>
                    </a:cubicBezTo>
                    <a:cubicBezTo>
                      <a:pt x="501" y="656"/>
                      <a:pt x="655" y="513"/>
                      <a:pt x="655" y="334"/>
                    </a:cubicBezTo>
                    <a:cubicBezTo>
                      <a:pt x="655" y="144"/>
                      <a:pt x="501" y="1"/>
                      <a:pt x="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8"/>
              <p:cNvSpPr/>
              <p:nvPr/>
            </p:nvSpPr>
            <p:spPr>
              <a:xfrm>
                <a:off x="4540150" y="4571525"/>
                <a:ext cx="13400" cy="13425"/>
              </a:xfrm>
              <a:custGeom>
                <a:avLst/>
                <a:gdLst/>
                <a:ahLst/>
                <a:cxnLst/>
                <a:rect l="l" t="t" r="r" b="b"/>
                <a:pathLst>
                  <a:path w="536" h="537" extrusionOk="0">
                    <a:moveTo>
                      <a:pt x="262" y="1"/>
                    </a:moveTo>
                    <a:cubicBezTo>
                      <a:pt x="119" y="1"/>
                      <a:pt x="0" y="120"/>
                      <a:pt x="0" y="274"/>
                    </a:cubicBezTo>
                    <a:cubicBezTo>
                      <a:pt x="0" y="417"/>
                      <a:pt x="119" y="536"/>
                      <a:pt x="262" y="536"/>
                    </a:cubicBezTo>
                    <a:cubicBezTo>
                      <a:pt x="417" y="536"/>
                      <a:pt x="536" y="417"/>
                      <a:pt x="536" y="274"/>
                    </a:cubicBezTo>
                    <a:cubicBezTo>
                      <a:pt x="536" y="120"/>
                      <a:pt x="417" y="1"/>
                      <a:pt x="2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8"/>
              <p:cNvSpPr/>
              <p:nvPr/>
            </p:nvSpPr>
            <p:spPr>
              <a:xfrm>
                <a:off x="4380300" y="4830775"/>
                <a:ext cx="33637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3455" h="1001" extrusionOk="0">
                    <a:moveTo>
                      <a:pt x="405" y="1"/>
                    </a:moveTo>
                    <a:cubicBezTo>
                      <a:pt x="179" y="1"/>
                      <a:pt x="0" y="191"/>
                      <a:pt x="0" y="418"/>
                    </a:cubicBezTo>
                    <a:lnTo>
                      <a:pt x="0" y="596"/>
                    </a:lnTo>
                    <a:cubicBezTo>
                      <a:pt x="0" y="822"/>
                      <a:pt x="179" y="1001"/>
                      <a:pt x="405" y="1001"/>
                    </a:cubicBezTo>
                    <a:lnTo>
                      <a:pt x="13038" y="1001"/>
                    </a:lnTo>
                    <a:cubicBezTo>
                      <a:pt x="13276" y="1001"/>
                      <a:pt x="13454" y="822"/>
                      <a:pt x="13454" y="596"/>
                    </a:cubicBezTo>
                    <a:lnTo>
                      <a:pt x="13454" y="418"/>
                    </a:lnTo>
                    <a:cubicBezTo>
                      <a:pt x="13454" y="179"/>
                      <a:pt x="13264" y="1"/>
                      <a:pt x="1303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8"/>
              <p:cNvSpPr/>
              <p:nvPr/>
            </p:nvSpPr>
            <p:spPr>
              <a:xfrm>
                <a:off x="4490725" y="4721700"/>
                <a:ext cx="31575" cy="28300"/>
              </a:xfrm>
              <a:custGeom>
                <a:avLst/>
                <a:gdLst/>
                <a:ahLst/>
                <a:cxnLst/>
                <a:rect l="l" t="t" r="r" b="b"/>
                <a:pathLst>
                  <a:path w="1263" h="1132" extrusionOk="0">
                    <a:moveTo>
                      <a:pt x="634" y="0"/>
                    </a:moveTo>
                    <a:cubicBezTo>
                      <a:pt x="503" y="0"/>
                      <a:pt x="370" y="45"/>
                      <a:pt x="263" y="137"/>
                    </a:cubicBezTo>
                    <a:cubicBezTo>
                      <a:pt x="24" y="340"/>
                      <a:pt x="1" y="697"/>
                      <a:pt x="203" y="935"/>
                    </a:cubicBezTo>
                    <a:cubicBezTo>
                      <a:pt x="320" y="1065"/>
                      <a:pt x="477" y="1131"/>
                      <a:pt x="633" y="1131"/>
                    </a:cubicBezTo>
                    <a:cubicBezTo>
                      <a:pt x="763" y="1131"/>
                      <a:pt x="893" y="1086"/>
                      <a:pt x="1001" y="994"/>
                    </a:cubicBezTo>
                    <a:cubicBezTo>
                      <a:pt x="1239" y="792"/>
                      <a:pt x="1263" y="435"/>
                      <a:pt x="1060" y="197"/>
                    </a:cubicBezTo>
                    <a:cubicBezTo>
                      <a:pt x="949" y="66"/>
                      <a:pt x="792" y="0"/>
                      <a:pt x="63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8"/>
              <p:cNvSpPr/>
              <p:nvPr/>
            </p:nvSpPr>
            <p:spPr>
              <a:xfrm>
                <a:off x="4569300" y="4721700"/>
                <a:ext cx="31275" cy="28300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1132" extrusionOk="0">
                    <a:moveTo>
                      <a:pt x="622" y="0"/>
                    </a:moveTo>
                    <a:cubicBezTo>
                      <a:pt x="491" y="0"/>
                      <a:pt x="359" y="45"/>
                      <a:pt x="251" y="137"/>
                    </a:cubicBezTo>
                    <a:cubicBezTo>
                      <a:pt x="25" y="340"/>
                      <a:pt x="1" y="697"/>
                      <a:pt x="203" y="935"/>
                    </a:cubicBezTo>
                    <a:cubicBezTo>
                      <a:pt x="314" y="1065"/>
                      <a:pt x="471" y="1131"/>
                      <a:pt x="628" y="1131"/>
                    </a:cubicBezTo>
                    <a:cubicBezTo>
                      <a:pt x="757" y="1131"/>
                      <a:pt x="887" y="1086"/>
                      <a:pt x="989" y="994"/>
                    </a:cubicBezTo>
                    <a:cubicBezTo>
                      <a:pt x="1227" y="792"/>
                      <a:pt x="1251" y="435"/>
                      <a:pt x="1049" y="197"/>
                    </a:cubicBezTo>
                    <a:cubicBezTo>
                      <a:pt x="938" y="66"/>
                      <a:pt x="781" y="0"/>
                      <a:pt x="62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38"/>
              <p:cNvSpPr/>
              <p:nvPr/>
            </p:nvSpPr>
            <p:spPr>
              <a:xfrm>
                <a:off x="4487450" y="4767975"/>
                <a:ext cx="116700" cy="31275"/>
              </a:xfrm>
              <a:custGeom>
                <a:avLst/>
                <a:gdLst/>
                <a:ahLst/>
                <a:cxnLst/>
                <a:rect l="l" t="t" r="r" b="b"/>
                <a:pathLst>
                  <a:path w="4668" h="1251" extrusionOk="0">
                    <a:moveTo>
                      <a:pt x="584" y="1"/>
                    </a:moveTo>
                    <a:cubicBezTo>
                      <a:pt x="263" y="1"/>
                      <a:pt x="1" y="263"/>
                      <a:pt x="1" y="584"/>
                    </a:cubicBezTo>
                    <a:lnTo>
                      <a:pt x="1" y="667"/>
                    </a:lnTo>
                    <a:cubicBezTo>
                      <a:pt x="1" y="989"/>
                      <a:pt x="263" y="1251"/>
                      <a:pt x="584" y="1251"/>
                    </a:cubicBezTo>
                    <a:lnTo>
                      <a:pt x="4084" y="1251"/>
                    </a:lnTo>
                    <a:cubicBezTo>
                      <a:pt x="4406" y="1251"/>
                      <a:pt x="4668" y="989"/>
                      <a:pt x="4668" y="667"/>
                    </a:cubicBezTo>
                    <a:lnTo>
                      <a:pt x="4668" y="584"/>
                    </a:lnTo>
                    <a:cubicBezTo>
                      <a:pt x="4668" y="263"/>
                      <a:pt x="4406" y="1"/>
                      <a:pt x="40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38"/>
              <p:cNvSpPr/>
              <p:nvPr/>
            </p:nvSpPr>
            <p:spPr>
              <a:xfrm>
                <a:off x="4498175" y="4779575"/>
                <a:ext cx="94975" cy="7775"/>
              </a:xfrm>
              <a:custGeom>
                <a:avLst/>
                <a:gdLst/>
                <a:ahLst/>
                <a:cxnLst/>
                <a:rect l="l" t="t" r="r" b="b"/>
                <a:pathLst>
                  <a:path w="3799" h="311" extrusionOk="0">
                    <a:moveTo>
                      <a:pt x="155" y="1"/>
                    </a:moveTo>
                    <a:cubicBezTo>
                      <a:pt x="72" y="1"/>
                      <a:pt x="0" y="72"/>
                      <a:pt x="0" y="156"/>
                    </a:cubicBezTo>
                    <a:cubicBezTo>
                      <a:pt x="0" y="239"/>
                      <a:pt x="72" y="311"/>
                      <a:pt x="155" y="311"/>
                    </a:cubicBezTo>
                    <a:lnTo>
                      <a:pt x="3644" y="311"/>
                    </a:lnTo>
                    <a:cubicBezTo>
                      <a:pt x="3727" y="311"/>
                      <a:pt x="3798" y="239"/>
                      <a:pt x="3798" y="156"/>
                    </a:cubicBezTo>
                    <a:cubicBezTo>
                      <a:pt x="3798" y="72"/>
                      <a:pt x="3739" y="1"/>
                      <a:pt x="364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38"/>
              <p:cNvSpPr/>
              <p:nvPr/>
            </p:nvSpPr>
            <p:spPr>
              <a:xfrm>
                <a:off x="4528225" y="4657250"/>
                <a:ext cx="372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90" h="620" extrusionOk="0">
                    <a:moveTo>
                      <a:pt x="298" y="0"/>
                    </a:moveTo>
                    <a:cubicBezTo>
                      <a:pt x="132" y="0"/>
                      <a:pt x="1" y="143"/>
                      <a:pt x="1" y="310"/>
                    </a:cubicBezTo>
                    <a:cubicBezTo>
                      <a:pt x="1" y="477"/>
                      <a:pt x="132" y="620"/>
                      <a:pt x="298" y="620"/>
                    </a:cubicBezTo>
                    <a:lnTo>
                      <a:pt x="1180" y="620"/>
                    </a:lnTo>
                    <a:cubicBezTo>
                      <a:pt x="1346" y="620"/>
                      <a:pt x="1489" y="477"/>
                      <a:pt x="1489" y="310"/>
                    </a:cubicBezTo>
                    <a:cubicBezTo>
                      <a:pt x="1489" y="143"/>
                      <a:pt x="1346" y="0"/>
                      <a:pt x="11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24" name="Google Shape;1624;p38"/>
          <p:cNvGrpSpPr/>
          <p:nvPr/>
        </p:nvGrpSpPr>
        <p:grpSpPr>
          <a:xfrm>
            <a:off x="1543941" y="4379112"/>
            <a:ext cx="744312" cy="221985"/>
            <a:chOff x="8652775" y="883650"/>
            <a:chExt cx="120875" cy="36050"/>
          </a:xfrm>
        </p:grpSpPr>
        <p:sp>
          <p:nvSpPr>
            <p:cNvPr id="1625" name="Google Shape;1625;p38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38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8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8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8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8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1" name="Google Shape;1631;p38"/>
          <p:cNvGrpSpPr/>
          <p:nvPr/>
        </p:nvGrpSpPr>
        <p:grpSpPr>
          <a:xfrm>
            <a:off x="4191929" y="4380950"/>
            <a:ext cx="760137" cy="218290"/>
            <a:chOff x="4191929" y="4380950"/>
            <a:chExt cx="760137" cy="218290"/>
          </a:xfrm>
        </p:grpSpPr>
        <p:sp>
          <p:nvSpPr>
            <p:cNvPr id="1632" name="Google Shape;1632;p38"/>
            <p:cNvSpPr/>
            <p:nvPr/>
          </p:nvSpPr>
          <p:spPr>
            <a:xfrm>
              <a:off x="4521180" y="4451544"/>
              <a:ext cx="430885" cy="771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33" name="Google Shape;1633;p38"/>
            <p:cNvGrpSpPr/>
            <p:nvPr/>
          </p:nvGrpSpPr>
          <p:grpSpPr>
            <a:xfrm>
              <a:off x="4191929" y="4380950"/>
              <a:ext cx="234762" cy="218290"/>
              <a:chOff x="8652775" y="883650"/>
              <a:chExt cx="38125" cy="35450"/>
            </a:xfrm>
          </p:grpSpPr>
          <p:sp>
            <p:nvSpPr>
              <p:cNvPr id="1634" name="Google Shape;1634;p38"/>
              <p:cNvSpPr/>
              <p:nvPr/>
            </p:nvSpPr>
            <p:spPr>
              <a:xfrm>
                <a:off x="8676900" y="883650"/>
                <a:ext cx="14000" cy="14025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61" extrusionOk="0">
                    <a:moveTo>
                      <a:pt x="274" y="0"/>
                    </a:moveTo>
                    <a:cubicBezTo>
                      <a:pt x="119" y="0"/>
                      <a:pt x="0" y="131"/>
                      <a:pt x="0" y="286"/>
                    </a:cubicBezTo>
                    <a:cubicBezTo>
                      <a:pt x="0" y="441"/>
                      <a:pt x="119" y="560"/>
                      <a:pt x="274" y="560"/>
                    </a:cubicBezTo>
                    <a:cubicBezTo>
                      <a:pt x="429" y="560"/>
                      <a:pt x="560" y="441"/>
                      <a:pt x="560" y="286"/>
                    </a:cubicBezTo>
                    <a:cubicBezTo>
                      <a:pt x="560" y="131"/>
                      <a:pt x="429" y="0"/>
                      <a:pt x="27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8"/>
              <p:cNvSpPr/>
              <p:nvPr/>
            </p:nvSpPr>
            <p:spPr>
              <a:xfrm>
                <a:off x="8676900" y="905075"/>
                <a:ext cx="14000" cy="14025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61" extrusionOk="0">
                    <a:moveTo>
                      <a:pt x="274" y="1"/>
                    </a:moveTo>
                    <a:cubicBezTo>
                      <a:pt x="119" y="1"/>
                      <a:pt x="0" y="120"/>
                      <a:pt x="0" y="275"/>
                    </a:cubicBezTo>
                    <a:cubicBezTo>
                      <a:pt x="0" y="429"/>
                      <a:pt x="119" y="560"/>
                      <a:pt x="274" y="560"/>
                    </a:cubicBezTo>
                    <a:cubicBezTo>
                      <a:pt x="429" y="560"/>
                      <a:pt x="560" y="429"/>
                      <a:pt x="560" y="275"/>
                    </a:cubicBezTo>
                    <a:cubicBezTo>
                      <a:pt x="560" y="120"/>
                      <a:pt x="429" y="1"/>
                      <a:pt x="2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8"/>
              <p:cNvSpPr/>
              <p:nvPr/>
            </p:nvSpPr>
            <p:spPr>
              <a:xfrm>
                <a:off x="8652775" y="905075"/>
                <a:ext cx="14025" cy="14025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1" extrusionOk="0">
                    <a:moveTo>
                      <a:pt x="286" y="1"/>
                    </a:moveTo>
                    <a:cubicBezTo>
                      <a:pt x="132" y="1"/>
                      <a:pt x="1" y="120"/>
                      <a:pt x="1" y="275"/>
                    </a:cubicBezTo>
                    <a:cubicBezTo>
                      <a:pt x="1" y="429"/>
                      <a:pt x="132" y="560"/>
                      <a:pt x="286" y="560"/>
                    </a:cubicBezTo>
                    <a:cubicBezTo>
                      <a:pt x="441" y="560"/>
                      <a:pt x="560" y="429"/>
                      <a:pt x="560" y="275"/>
                    </a:cubicBezTo>
                    <a:cubicBezTo>
                      <a:pt x="560" y="120"/>
                      <a:pt x="441" y="1"/>
                      <a:pt x="28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37" name="Google Shape;1637;p38"/>
          <p:cNvGrpSpPr/>
          <p:nvPr/>
        </p:nvGrpSpPr>
        <p:grpSpPr>
          <a:xfrm>
            <a:off x="7110691" y="4380963"/>
            <a:ext cx="234762" cy="218290"/>
            <a:chOff x="8652775" y="883650"/>
            <a:chExt cx="38125" cy="35450"/>
          </a:xfrm>
        </p:grpSpPr>
        <p:sp>
          <p:nvSpPr>
            <p:cNvPr id="1638" name="Google Shape;1638;p38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8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8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8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2" name="Google Shape;1642;p38"/>
          <p:cNvGrpSpPr/>
          <p:nvPr/>
        </p:nvGrpSpPr>
        <p:grpSpPr>
          <a:xfrm>
            <a:off x="3188291" y="1617638"/>
            <a:ext cx="234762" cy="218290"/>
            <a:chOff x="8652775" y="883650"/>
            <a:chExt cx="38125" cy="35450"/>
          </a:xfrm>
        </p:grpSpPr>
        <p:sp>
          <p:nvSpPr>
            <p:cNvPr id="1643" name="Google Shape;1643;p38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8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8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6" name="Google Shape;1646;p38"/>
          <p:cNvGrpSpPr/>
          <p:nvPr/>
        </p:nvGrpSpPr>
        <p:grpSpPr>
          <a:xfrm>
            <a:off x="5679193" y="2320281"/>
            <a:ext cx="430885" cy="203666"/>
            <a:chOff x="8703675" y="886625"/>
            <a:chExt cx="69975" cy="33075"/>
          </a:xfrm>
        </p:grpSpPr>
        <p:sp>
          <p:nvSpPr>
            <p:cNvPr id="1647" name="Google Shape;1647;p38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8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9" name="Google Shape;1649;p38"/>
          <p:cNvGrpSpPr/>
          <p:nvPr/>
        </p:nvGrpSpPr>
        <p:grpSpPr>
          <a:xfrm>
            <a:off x="930016" y="2743157"/>
            <a:ext cx="234762" cy="218290"/>
            <a:chOff x="8652775" y="883650"/>
            <a:chExt cx="38125" cy="35450"/>
          </a:xfrm>
        </p:grpSpPr>
        <p:sp>
          <p:nvSpPr>
            <p:cNvPr id="1650" name="Google Shape;1650;p38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8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38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38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4" name="Google Shape;1654;p38"/>
          <p:cNvSpPr/>
          <p:nvPr/>
        </p:nvSpPr>
        <p:spPr>
          <a:xfrm>
            <a:off x="3681555" y="2813732"/>
            <a:ext cx="430885" cy="77125"/>
          </a:xfrm>
          <a:custGeom>
            <a:avLst/>
            <a:gdLst/>
            <a:ahLst/>
            <a:cxnLst/>
            <a:rect l="l" t="t" r="r" b="b"/>
            <a:pathLst>
              <a:path w="2799" h="501" extrusionOk="0">
                <a:moveTo>
                  <a:pt x="251" y="1"/>
                </a:moveTo>
                <a:cubicBezTo>
                  <a:pt x="108" y="1"/>
                  <a:pt x="1" y="108"/>
                  <a:pt x="1" y="251"/>
                </a:cubicBezTo>
                <a:cubicBezTo>
                  <a:pt x="1" y="393"/>
                  <a:pt x="108" y="501"/>
                  <a:pt x="251" y="501"/>
                </a:cubicBezTo>
                <a:lnTo>
                  <a:pt x="2549" y="501"/>
                </a:lnTo>
                <a:cubicBezTo>
                  <a:pt x="2691" y="501"/>
                  <a:pt x="2799" y="393"/>
                  <a:pt x="2799" y="251"/>
                </a:cubicBezTo>
                <a:cubicBezTo>
                  <a:pt x="2799" y="108"/>
                  <a:pt x="2691" y="1"/>
                  <a:pt x="254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55" name="Google Shape;1655;p38"/>
          <p:cNvGrpSpPr/>
          <p:nvPr/>
        </p:nvGrpSpPr>
        <p:grpSpPr>
          <a:xfrm>
            <a:off x="6342141" y="2743150"/>
            <a:ext cx="234762" cy="218290"/>
            <a:chOff x="8652775" y="883650"/>
            <a:chExt cx="38125" cy="35450"/>
          </a:xfrm>
        </p:grpSpPr>
        <p:sp>
          <p:nvSpPr>
            <p:cNvPr id="1656" name="Google Shape;1656;p38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38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38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6562"/>
            <a:ext cx="9036495" cy="56136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5"/>
          <p:cNvSpPr txBox="1">
            <a:spLocks noGrp="1"/>
          </p:cNvSpPr>
          <p:nvPr>
            <p:ph type="title"/>
          </p:nvPr>
        </p:nvSpPr>
        <p:spPr>
          <a:xfrm>
            <a:off x="5081578" y="2016521"/>
            <a:ext cx="5148885" cy="19367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The code</a:t>
            </a:r>
            <a:endParaRPr dirty="0"/>
          </a:p>
        </p:txBody>
      </p:sp>
      <p:grpSp>
        <p:nvGrpSpPr>
          <p:cNvPr id="909" name="Google Shape;909;p35"/>
          <p:cNvGrpSpPr/>
          <p:nvPr/>
        </p:nvGrpSpPr>
        <p:grpSpPr>
          <a:xfrm>
            <a:off x="6476166" y="4187937"/>
            <a:ext cx="744312" cy="221985"/>
            <a:chOff x="8652775" y="883650"/>
            <a:chExt cx="120875" cy="36050"/>
          </a:xfrm>
        </p:grpSpPr>
        <p:sp>
          <p:nvSpPr>
            <p:cNvPr id="910" name="Google Shape;910;p3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5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5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5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6" name="Google Shape;916;p35"/>
          <p:cNvSpPr/>
          <p:nvPr/>
        </p:nvSpPr>
        <p:spPr>
          <a:xfrm>
            <a:off x="4650693" y="700682"/>
            <a:ext cx="430885" cy="77125"/>
          </a:xfrm>
          <a:custGeom>
            <a:avLst/>
            <a:gdLst/>
            <a:ahLst/>
            <a:cxnLst/>
            <a:rect l="l" t="t" r="r" b="b"/>
            <a:pathLst>
              <a:path w="2799" h="501" extrusionOk="0">
                <a:moveTo>
                  <a:pt x="251" y="1"/>
                </a:moveTo>
                <a:cubicBezTo>
                  <a:pt x="108" y="1"/>
                  <a:pt x="1" y="108"/>
                  <a:pt x="1" y="251"/>
                </a:cubicBezTo>
                <a:cubicBezTo>
                  <a:pt x="1" y="393"/>
                  <a:pt x="108" y="501"/>
                  <a:pt x="251" y="501"/>
                </a:cubicBezTo>
                <a:lnTo>
                  <a:pt x="2549" y="501"/>
                </a:lnTo>
                <a:cubicBezTo>
                  <a:pt x="2691" y="501"/>
                  <a:pt x="2799" y="393"/>
                  <a:pt x="2799" y="251"/>
                </a:cubicBezTo>
                <a:cubicBezTo>
                  <a:pt x="2799" y="108"/>
                  <a:pt x="2691" y="1"/>
                  <a:pt x="254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7" name="Google Shape;917;p35"/>
          <p:cNvGrpSpPr/>
          <p:nvPr/>
        </p:nvGrpSpPr>
        <p:grpSpPr>
          <a:xfrm>
            <a:off x="4194441" y="630088"/>
            <a:ext cx="234762" cy="218290"/>
            <a:chOff x="8652775" y="883650"/>
            <a:chExt cx="38125" cy="35450"/>
          </a:xfrm>
        </p:grpSpPr>
        <p:sp>
          <p:nvSpPr>
            <p:cNvPr id="918" name="Google Shape;918;p3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1" name="Google Shape;921;p35"/>
          <p:cNvGrpSpPr/>
          <p:nvPr/>
        </p:nvGrpSpPr>
        <p:grpSpPr>
          <a:xfrm>
            <a:off x="8150166" y="940513"/>
            <a:ext cx="234762" cy="218290"/>
            <a:chOff x="8652775" y="883650"/>
            <a:chExt cx="38125" cy="35450"/>
          </a:xfrm>
        </p:grpSpPr>
        <p:sp>
          <p:nvSpPr>
            <p:cNvPr id="922" name="Google Shape;922;p3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5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6" name="Google Shape;926;p35"/>
          <p:cNvGrpSpPr/>
          <p:nvPr/>
        </p:nvGrpSpPr>
        <p:grpSpPr>
          <a:xfrm rot="866130">
            <a:off x="895765" y="3507969"/>
            <a:ext cx="1498719" cy="2192273"/>
            <a:chOff x="1463275" y="2373500"/>
            <a:chExt cx="484900" cy="711125"/>
          </a:xfrm>
        </p:grpSpPr>
        <p:sp>
          <p:nvSpPr>
            <p:cNvPr id="927" name="Google Shape;927;p35"/>
            <p:cNvSpPr/>
            <p:nvPr/>
          </p:nvSpPr>
          <p:spPr>
            <a:xfrm>
              <a:off x="1463275" y="2373650"/>
              <a:ext cx="484300" cy="710825"/>
            </a:xfrm>
            <a:custGeom>
              <a:avLst/>
              <a:gdLst/>
              <a:ahLst/>
              <a:cxnLst/>
              <a:rect l="l" t="t" r="r" b="b"/>
              <a:pathLst>
                <a:path w="19372" h="28433" extrusionOk="0">
                  <a:moveTo>
                    <a:pt x="9049" y="0"/>
                  </a:moveTo>
                  <a:cubicBezTo>
                    <a:pt x="8263" y="0"/>
                    <a:pt x="7632" y="631"/>
                    <a:pt x="7632" y="1405"/>
                  </a:cubicBezTo>
                  <a:lnTo>
                    <a:pt x="7632" y="1417"/>
                  </a:lnTo>
                  <a:cubicBezTo>
                    <a:pt x="5596" y="2215"/>
                    <a:pt x="4155" y="4191"/>
                    <a:pt x="4155" y="6501"/>
                  </a:cubicBezTo>
                  <a:lnTo>
                    <a:pt x="4155" y="9870"/>
                  </a:lnTo>
                  <a:cubicBezTo>
                    <a:pt x="3763" y="10025"/>
                    <a:pt x="3489" y="10406"/>
                    <a:pt x="3489" y="10847"/>
                  </a:cubicBezTo>
                  <a:lnTo>
                    <a:pt x="3489" y="11156"/>
                  </a:lnTo>
                  <a:cubicBezTo>
                    <a:pt x="3298" y="11299"/>
                    <a:pt x="3120" y="11454"/>
                    <a:pt x="2953" y="11621"/>
                  </a:cubicBezTo>
                  <a:cubicBezTo>
                    <a:pt x="2786" y="11799"/>
                    <a:pt x="2631" y="11978"/>
                    <a:pt x="2477" y="12156"/>
                  </a:cubicBezTo>
                  <a:cubicBezTo>
                    <a:pt x="2143" y="12597"/>
                    <a:pt x="1869" y="13061"/>
                    <a:pt x="1655" y="13549"/>
                  </a:cubicBezTo>
                  <a:cubicBezTo>
                    <a:pt x="1441" y="14038"/>
                    <a:pt x="1286" y="14561"/>
                    <a:pt x="1167" y="15097"/>
                  </a:cubicBezTo>
                  <a:cubicBezTo>
                    <a:pt x="1048" y="15681"/>
                    <a:pt x="976" y="16276"/>
                    <a:pt x="941" y="16871"/>
                  </a:cubicBezTo>
                  <a:cubicBezTo>
                    <a:pt x="905" y="17324"/>
                    <a:pt x="893" y="17764"/>
                    <a:pt x="881" y="18217"/>
                  </a:cubicBezTo>
                  <a:cubicBezTo>
                    <a:pt x="0" y="18669"/>
                    <a:pt x="0" y="20264"/>
                    <a:pt x="0" y="20943"/>
                  </a:cubicBezTo>
                  <a:lnTo>
                    <a:pt x="2834" y="20943"/>
                  </a:lnTo>
                  <a:cubicBezTo>
                    <a:pt x="2834" y="20264"/>
                    <a:pt x="2917" y="18645"/>
                    <a:pt x="1953" y="18205"/>
                  </a:cubicBezTo>
                  <a:cubicBezTo>
                    <a:pt x="1965" y="17800"/>
                    <a:pt x="1977" y="17383"/>
                    <a:pt x="2000" y="16978"/>
                  </a:cubicBezTo>
                  <a:cubicBezTo>
                    <a:pt x="2036" y="16454"/>
                    <a:pt x="2096" y="15943"/>
                    <a:pt x="2191" y="15442"/>
                  </a:cubicBezTo>
                  <a:cubicBezTo>
                    <a:pt x="2298" y="14919"/>
                    <a:pt x="2453" y="14419"/>
                    <a:pt x="2667" y="13930"/>
                  </a:cubicBezTo>
                  <a:cubicBezTo>
                    <a:pt x="2846" y="13537"/>
                    <a:pt x="3072" y="13156"/>
                    <a:pt x="3346" y="12799"/>
                  </a:cubicBezTo>
                  <a:cubicBezTo>
                    <a:pt x="3393" y="12752"/>
                    <a:pt x="3441" y="12692"/>
                    <a:pt x="3489" y="12644"/>
                  </a:cubicBezTo>
                  <a:lnTo>
                    <a:pt x="3489" y="12692"/>
                  </a:lnTo>
                  <a:cubicBezTo>
                    <a:pt x="3489" y="12942"/>
                    <a:pt x="3572" y="13168"/>
                    <a:pt x="3727" y="13347"/>
                  </a:cubicBezTo>
                  <a:lnTo>
                    <a:pt x="3727" y="14359"/>
                  </a:lnTo>
                  <a:lnTo>
                    <a:pt x="4155" y="14359"/>
                  </a:lnTo>
                  <a:lnTo>
                    <a:pt x="4155" y="19169"/>
                  </a:lnTo>
                  <a:lnTo>
                    <a:pt x="3727" y="19169"/>
                  </a:lnTo>
                  <a:lnTo>
                    <a:pt x="3727" y="20193"/>
                  </a:lnTo>
                  <a:lnTo>
                    <a:pt x="8954" y="20193"/>
                  </a:lnTo>
                  <a:lnTo>
                    <a:pt x="8954" y="20205"/>
                  </a:lnTo>
                  <a:lnTo>
                    <a:pt x="8954" y="20943"/>
                  </a:lnTo>
                  <a:lnTo>
                    <a:pt x="8954" y="21562"/>
                  </a:lnTo>
                  <a:lnTo>
                    <a:pt x="8954" y="22300"/>
                  </a:lnTo>
                  <a:lnTo>
                    <a:pt x="8954" y="22931"/>
                  </a:lnTo>
                  <a:lnTo>
                    <a:pt x="8954" y="23670"/>
                  </a:lnTo>
                  <a:lnTo>
                    <a:pt x="7823" y="23670"/>
                  </a:lnTo>
                  <a:cubicBezTo>
                    <a:pt x="7573" y="23670"/>
                    <a:pt x="7382" y="23908"/>
                    <a:pt x="7382" y="24194"/>
                  </a:cubicBezTo>
                  <a:cubicBezTo>
                    <a:pt x="7382" y="24491"/>
                    <a:pt x="7573" y="24717"/>
                    <a:pt x="7823" y="24717"/>
                  </a:cubicBezTo>
                  <a:lnTo>
                    <a:pt x="8418" y="24717"/>
                  </a:lnTo>
                  <a:lnTo>
                    <a:pt x="8418" y="28432"/>
                  </a:lnTo>
                  <a:lnTo>
                    <a:pt x="10894" y="28432"/>
                  </a:lnTo>
                  <a:lnTo>
                    <a:pt x="10894" y="24729"/>
                  </a:lnTo>
                  <a:lnTo>
                    <a:pt x="11490" y="24729"/>
                  </a:lnTo>
                  <a:cubicBezTo>
                    <a:pt x="11728" y="24729"/>
                    <a:pt x="11930" y="24491"/>
                    <a:pt x="11930" y="24194"/>
                  </a:cubicBezTo>
                  <a:cubicBezTo>
                    <a:pt x="11930" y="23908"/>
                    <a:pt x="11728" y="23670"/>
                    <a:pt x="11490" y="23670"/>
                  </a:cubicBezTo>
                  <a:lnTo>
                    <a:pt x="10370" y="23670"/>
                  </a:lnTo>
                  <a:lnTo>
                    <a:pt x="10370" y="22931"/>
                  </a:lnTo>
                  <a:lnTo>
                    <a:pt x="10370" y="22312"/>
                  </a:lnTo>
                  <a:lnTo>
                    <a:pt x="10370" y="21574"/>
                  </a:lnTo>
                  <a:lnTo>
                    <a:pt x="10370" y="20943"/>
                  </a:lnTo>
                  <a:lnTo>
                    <a:pt x="10370" y="20205"/>
                  </a:lnTo>
                  <a:lnTo>
                    <a:pt x="10370" y="20193"/>
                  </a:lnTo>
                  <a:lnTo>
                    <a:pt x="15597" y="20193"/>
                  </a:lnTo>
                  <a:lnTo>
                    <a:pt x="15597" y="19169"/>
                  </a:lnTo>
                  <a:lnTo>
                    <a:pt x="15097" y="19169"/>
                  </a:lnTo>
                  <a:lnTo>
                    <a:pt x="15097" y="14371"/>
                  </a:lnTo>
                  <a:lnTo>
                    <a:pt x="15597" y="14371"/>
                  </a:lnTo>
                  <a:lnTo>
                    <a:pt x="15597" y="13335"/>
                  </a:lnTo>
                  <a:lnTo>
                    <a:pt x="15550" y="13335"/>
                  </a:lnTo>
                  <a:cubicBezTo>
                    <a:pt x="15693" y="13168"/>
                    <a:pt x="15776" y="12942"/>
                    <a:pt x="15776" y="12692"/>
                  </a:cubicBezTo>
                  <a:lnTo>
                    <a:pt x="15776" y="12573"/>
                  </a:lnTo>
                  <a:cubicBezTo>
                    <a:pt x="15835" y="12644"/>
                    <a:pt x="15907" y="12728"/>
                    <a:pt x="15966" y="12799"/>
                  </a:cubicBezTo>
                  <a:cubicBezTo>
                    <a:pt x="16252" y="13156"/>
                    <a:pt x="16478" y="13526"/>
                    <a:pt x="16657" y="13930"/>
                  </a:cubicBezTo>
                  <a:cubicBezTo>
                    <a:pt x="16871" y="14407"/>
                    <a:pt x="17026" y="14919"/>
                    <a:pt x="17121" y="15442"/>
                  </a:cubicBezTo>
                  <a:cubicBezTo>
                    <a:pt x="17228" y="15943"/>
                    <a:pt x="17276" y="16454"/>
                    <a:pt x="17312" y="16978"/>
                  </a:cubicBezTo>
                  <a:cubicBezTo>
                    <a:pt x="17336" y="17383"/>
                    <a:pt x="17348" y="17800"/>
                    <a:pt x="17348" y="18217"/>
                  </a:cubicBezTo>
                  <a:cubicBezTo>
                    <a:pt x="16443" y="18657"/>
                    <a:pt x="16443" y="20264"/>
                    <a:pt x="16443" y="20943"/>
                  </a:cubicBezTo>
                  <a:lnTo>
                    <a:pt x="19288" y="20943"/>
                  </a:lnTo>
                  <a:cubicBezTo>
                    <a:pt x="19288" y="20264"/>
                    <a:pt x="19372" y="18657"/>
                    <a:pt x="18419" y="18217"/>
                  </a:cubicBezTo>
                  <a:cubicBezTo>
                    <a:pt x="18419" y="17764"/>
                    <a:pt x="18395" y="17312"/>
                    <a:pt x="18371" y="16871"/>
                  </a:cubicBezTo>
                  <a:cubicBezTo>
                    <a:pt x="18324" y="16264"/>
                    <a:pt x="18252" y="15681"/>
                    <a:pt x="18121" y="15097"/>
                  </a:cubicBezTo>
                  <a:cubicBezTo>
                    <a:pt x="18014" y="14573"/>
                    <a:pt x="17848" y="14049"/>
                    <a:pt x="17633" y="13549"/>
                  </a:cubicBezTo>
                  <a:cubicBezTo>
                    <a:pt x="17419" y="13073"/>
                    <a:pt x="17157" y="12609"/>
                    <a:pt x="16824" y="12168"/>
                  </a:cubicBezTo>
                  <a:cubicBezTo>
                    <a:pt x="16681" y="11978"/>
                    <a:pt x="16526" y="11799"/>
                    <a:pt x="16359" y="11621"/>
                  </a:cubicBezTo>
                  <a:cubicBezTo>
                    <a:pt x="16169" y="11430"/>
                    <a:pt x="15978" y="11251"/>
                    <a:pt x="15776" y="11097"/>
                  </a:cubicBezTo>
                  <a:lnTo>
                    <a:pt x="15776" y="10847"/>
                  </a:lnTo>
                  <a:cubicBezTo>
                    <a:pt x="15776" y="10394"/>
                    <a:pt x="15502" y="10025"/>
                    <a:pt x="15109" y="9870"/>
                  </a:cubicBezTo>
                  <a:lnTo>
                    <a:pt x="15109" y="6501"/>
                  </a:lnTo>
                  <a:cubicBezTo>
                    <a:pt x="15109" y="4132"/>
                    <a:pt x="13597" y="2119"/>
                    <a:pt x="11490" y="1357"/>
                  </a:cubicBezTo>
                  <a:cubicBezTo>
                    <a:pt x="11454" y="595"/>
                    <a:pt x="10835" y="0"/>
                    <a:pt x="10073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8" name="Google Shape;928;p35"/>
            <p:cNvGrpSpPr/>
            <p:nvPr/>
          </p:nvGrpSpPr>
          <p:grpSpPr>
            <a:xfrm>
              <a:off x="1463275" y="2373500"/>
              <a:ext cx="484900" cy="711125"/>
              <a:chOff x="1463275" y="1021100"/>
              <a:chExt cx="484900" cy="711125"/>
            </a:xfrm>
          </p:grpSpPr>
          <p:sp>
            <p:nvSpPr>
              <p:cNvPr id="929" name="Google Shape;929;p35"/>
              <p:cNvSpPr/>
              <p:nvPr/>
            </p:nvSpPr>
            <p:spPr>
              <a:xfrm>
                <a:off x="1654075" y="1021100"/>
                <a:ext cx="96450" cy="70850"/>
              </a:xfrm>
              <a:custGeom>
                <a:avLst/>
                <a:gdLst/>
                <a:ahLst/>
                <a:cxnLst/>
                <a:rect l="l" t="t" r="r" b="b"/>
                <a:pathLst>
                  <a:path w="3858" h="2834" extrusionOk="0">
                    <a:moveTo>
                      <a:pt x="1417" y="0"/>
                    </a:moveTo>
                    <a:cubicBezTo>
                      <a:pt x="631" y="0"/>
                      <a:pt x="0" y="643"/>
                      <a:pt x="0" y="1417"/>
                    </a:cubicBezTo>
                    <a:cubicBezTo>
                      <a:pt x="0" y="2203"/>
                      <a:pt x="631" y="2834"/>
                      <a:pt x="1417" y="2834"/>
                    </a:cubicBezTo>
                    <a:lnTo>
                      <a:pt x="2441" y="2834"/>
                    </a:lnTo>
                    <a:cubicBezTo>
                      <a:pt x="3227" y="2834"/>
                      <a:pt x="3858" y="2203"/>
                      <a:pt x="3858" y="1417"/>
                    </a:cubicBezTo>
                    <a:cubicBezTo>
                      <a:pt x="3858" y="643"/>
                      <a:pt x="3227" y="12"/>
                      <a:pt x="24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35"/>
              <p:cNvSpPr/>
              <p:nvPr/>
            </p:nvSpPr>
            <p:spPr>
              <a:xfrm>
                <a:off x="1687100" y="1476800"/>
                <a:ext cx="35450" cy="1539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156" extrusionOk="0">
                    <a:moveTo>
                      <a:pt x="1" y="0"/>
                    </a:moveTo>
                    <a:lnTo>
                      <a:pt x="1" y="6156"/>
                    </a:lnTo>
                    <a:lnTo>
                      <a:pt x="1417" y="6156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35"/>
              <p:cNvSpPr/>
              <p:nvPr/>
            </p:nvSpPr>
            <p:spPr>
              <a:xfrm>
                <a:off x="1687100" y="14768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2"/>
                    </a:lnTo>
                    <a:lnTo>
                      <a:pt x="1417" y="632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35"/>
              <p:cNvSpPr/>
              <p:nvPr/>
            </p:nvSpPr>
            <p:spPr>
              <a:xfrm>
                <a:off x="1687100" y="15110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35"/>
              <p:cNvSpPr/>
              <p:nvPr/>
            </p:nvSpPr>
            <p:spPr>
              <a:xfrm>
                <a:off x="1687100" y="1544975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35"/>
              <p:cNvSpPr/>
              <p:nvPr/>
            </p:nvSpPr>
            <p:spPr>
              <a:xfrm>
                <a:off x="1687100" y="1578900"/>
                <a:ext cx="354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32" extrusionOk="0">
                    <a:moveTo>
                      <a:pt x="1" y="0"/>
                    </a:moveTo>
                    <a:lnTo>
                      <a:pt x="1" y="631"/>
                    </a:lnTo>
                    <a:lnTo>
                      <a:pt x="1417" y="631"/>
                    </a:lnTo>
                    <a:lnTo>
                      <a:pt x="14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35"/>
              <p:cNvSpPr/>
              <p:nvPr/>
            </p:nvSpPr>
            <p:spPr>
              <a:xfrm>
                <a:off x="1687100" y="1613125"/>
                <a:ext cx="35450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620" extrusionOk="0">
                    <a:moveTo>
                      <a:pt x="1" y="1"/>
                    </a:moveTo>
                    <a:lnTo>
                      <a:pt x="1" y="620"/>
                    </a:lnTo>
                    <a:lnTo>
                      <a:pt x="1417" y="620"/>
                    </a:lnTo>
                    <a:lnTo>
                      <a:pt x="1417" y="1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35"/>
              <p:cNvSpPr/>
              <p:nvPr/>
            </p:nvSpPr>
            <p:spPr>
              <a:xfrm>
                <a:off x="1673700" y="1619675"/>
                <a:ext cx="61950" cy="112550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4502" extrusionOk="0">
                    <a:moveTo>
                      <a:pt x="1" y="0"/>
                    </a:moveTo>
                    <a:lnTo>
                      <a:pt x="1" y="4501"/>
                    </a:lnTo>
                    <a:lnTo>
                      <a:pt x="2477" y="4501"/>
                    </a:lnTo>
                    <a:lnTo>
                      <a:pt x="247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35"/>
              <p:cNvSpPr/>
              <p:nvPr/>
            </p:nvSpPr>
            <p:spPr>
              <a:xfrm>
                <a:off x="1647825" y="1613125"/>
                <a:ext cx="113725" cy="26525"/>
              </a:xfrm>
              <a:custGeom>
                <a:avLst/>
                <a:gdLst/>
                <a:ahLst/>
                <a:cxnLst/>
                <a:rect l="l" t="t" r="r" b="b"/>
                <a:pathLst>
                  <a:path w="4549" h="1061" extrusionOk="0">
                    <a:moveTo>
                      <a:pt x="441" y="1"/>
                    </a:moveTo>
                    <a:cubicBezTo>
                      <a:pt x="202" y="1"/>
                      <a:pt x="0" y="239"/>
                      <a:pt x="0" y="524"/>
                    </a:cubicBezTo>
                    <a:cubicBezTo>
                      <a:pt x="0" y="822"/>
                      <a:pt x="202" y="1060"/>
                      <a:pt x="441" y="1060"/>
                    </a:cubicBezTo>
                    <a:lnTo>
                      <a:pt x="4108" y="1060"/>
                    </a:lnTo>
                    <a:cubicBezTo>
                      <a:pt x="4358" y="1060"/>
                      <a:pt x="4548" y="822"/>
                      <a:pt x="4548" y="524"/>
                    </a:cubicBezTo>
                    <a:cubicBezTo>
                      <a:pt x="4548" y="239"/>
                      <a:pt x="4358" y="1"/>
                      <a:pt x="410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35"/>
              <p:cNvSpPr/>
              <p:nvPr/>
            </p:nvSpPr>
            <p:spPr>
              <a:xfrm>
                <a:off x="1704675" y="1256500"/>
                <a:ext cx="152700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108" h="2586" extrusionOk="0">
                    <a:moveTo>
                      <a:pt x="201" y="1"/>
                    </a:moveTo>
                    <a:cubicBezTo>
                      <a:pt x="134" y="1"/>
                      <a:pt x="67" y="1"/>
                      <a:pt x="0" y="2"/>
                    </a:cubicBezTo>
                    <a:cubicBezTo>
                      <a:pt x="131" y="2"/>
                      <a:pt x="262" y="2"/>
                      <a:pt x="393" y="14"/>
                    </a:cubicBezTo>
                    <a:cubicBezTo>
                      <a:pt x="1048" y="26"/>
                      <a:pt x="1084" y="990"/>
                      <a:pt x="500" y="1073"/>
                    </a:cubicBezTo>
                    <a:cubicBezTo>
                      <a:pt x="2298" y="1109"/>
                      <a:pt x="4096" y="1443"/>
                      <a:pt x="5513" y="2586"/>
                    </a:cubicBezTo>
                    <a:lnTo>
                      <a:pt x="6108" y="1681"/>
                    </a:lnTo>
                    <a:cubicBezTo>
                      <a:pt x="4470" y="366"/>
                      <a:pt x="2274" y="1"/>
                      <a:pt x="201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35"/>
              <p:cNvSpPr/>
              <p:nvPr/>
            </p:nvSpPr>
            <p:spPr>
              <a:xfrm>
                <a:off x="1842475" y="1298500"/>
                <a:ext cx="411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1716" extrusionOk="0">
                    <a:moveTo>
                      <a:pt x="596" y="1"/>
                    </a:moveTo>
                    <a:lnTo>
                      <a:pt x="1" y="906"/>
                    </a:lnTo>
                    <a:cubicBezTo>
                      <a:pt x="144" y="1025"/>
                      <a:pt x="286" y="1156"/>
                      <a:pt x="429" y="1298"/>
                    </a:cubicBezTo>
                    <a:cubicBezTo>
                      <a:pt x="560" y="1429"/>
                      <a:pt x="691" y="1572"/>
                      <a:pt x="798" y="1715"/>
                    </a:cubicBezTo>
                    <a:lnTo>
                      <a:pt x="1644" y="1084"/>
                    </a:lnTo>
                    <a:cubicBezTo>
                      <a:pt x="1513" y="894"/>
                      <a:pt x="1358" y="715"/>
                      <a:pt x="1191" y="536"/>
                    </a:cubicBezTo>
                    <a:cubicBezTo>
                      <a:pt x="1001" y="346"/>
                      <a:pt x="798" y="167"/>
                      <a:pt x="5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35"/>
              <p:cNvSpPr/>
              <p:nvPr/>
            </p:nvSpPr>
            <p:spPr>
              <a:xfrm>
                <a:off x="1862425" y="1325600"/>
                <a:ext cx="41700" cy="43775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751" extrusionOk="0">
                    <a:moveTo>
                      <a:pt x="846" y="0"/>
                    </a:moveTo>
                    <a:lnTo>
                      <a:pt x="0" y="631"/>
                    </a:lnTo>
                    <a:cubicBezTo>
                      <a:pt x="286" y="988"/>
                      <a:pt x="512" y="1357"/>
                      <a:pt x="691" y="1750"/>
                    </a:cubicBezTo>
                    <a:lnTo>
                      <a:pt x="1667" y="1381"/>
                    </a:lnTo>
                    <a:cubicBezTo>
                      <a:pt x="1453" y="905"/>
                      <a:pt x="1191" y="441"/>
                      <a:pt x="84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35"/>
              <p:cNvSpPr/>
              <p:nvPr/>
            </p:nvSpPr>
            <p:spPr>
              <a:xfrm>
                <a:off x="16921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36" y="12"/>
                      <a:pt x="71" y="12"/>
                      <a:pt x="107" y="12"/>
                    </a:cubicBezTo>
                    <a:cubicBezTo>
                      <a:pt x="238" y="0"/>
                      <a:pt x="369" y="0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35"/>
              <p:cNvSpPr/>
              <p:nvPr/>
            </p:nvSpPr>
            <p:spPr>
              <a:xfrm>
                <a:off x="1879675" y="1360125"/>
                <a:ext cx="36650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1882" extrusionOk="0">
                    <a:moveTo>
                      <a:pt x="977" y="0"/>
                    </a:moveTo>
                    <a:lnTo>
                      <a:pt x="1" y="369"/>
                    </a:lnTo>
                    <a:cubicBezTo>
                      <a:pt x="227" y="857"/>
                      <a:pt x="370" y="1369"/>
                      <a:pt x="477" y="1881"/>
                    </a:cubicBezTo>
                    <a:lnTo>
                      <a:pt x="1465" y="1548"/>
                    </a:lnTo>
                    <a:cubicBezTo>
                      <a:pt x="1358" y="1024"/>
                      <a:pt x="1204" y="500"/>
                      <a:pt x="9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35"/>
              <p:cNvSpPr/>
              <p:nvPr/>
            </p:nvSpPr>
            <p:spPr>
              <a:xfrm>
                <a:off x="189725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cubicBezTo>
                      <a:pt x="1072" y="429"/>
                      <a:pt x="1072" y="215"/>
                      <a:pt x="1072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35"/>
              <p:cNvSpPr/>
              <p:nvPr/>
            </p:nvSpPr>
            <p:spPr>
              <a:xfrm>
                <a:off x="1896350" y="1443175"/>
                <a:ext cx="277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1727" extrusionOk="0">
                    <a:moveTo>
                      <a:pt x="1048" y="0"/>
                    </a:moveTo>
                    <a:lnTo>
                      <a:pt x="1" y="107"/>
                    </a:lnTo>
                    <a:cubicBezTo>
                      <a:pt x="25" y="643"/>
                      <a:pt x="36" y="1191"/>
                      <a:pt x="36" y="1726"/>
                    </a:cubicBezTo>
                    <a:lnTo>
                      <a:pt x="1108" y="1726"/>
                    </a:lnTo>
                    <a:cubicBezTo>
                      <a:pt x="1096" y="1143"/>
                      <a:pt x="1084" y="572"/>
                      <a:pt x="10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35"/>
              <p:cNvSpPr/>
              <p:nvPr/>
            </p:nvSpPr>
            <p:spPr>
              <a:xfrm>
                <a:off x="1891600" y="1398825"/>
                <a:ext cx="309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882" extrusionOk="0">
                    <a:moveTo>
                      <a:pt x="988" y="0"/>
                    </a:moveTo>
                    <a:lnTo>
                      <a:pt x="0" y="345"/>
                    </a:lnTo>
                    <a:cubicBezTo>
                      <a:pt x="95" y="845"/>
                      <a:pt x="155" y="1357"/>
                      <a:pt x="191" y="1881"/>
                    </a:cubicBezTo>
                    <a:lnTo>
                      <a:pt x="1238" y="1774"/>
                    </a:lnTo>
                    <a:cubicBezTo>
                      <a:pt x="1191" y="1167"/>
                      <a:pt x="1119" y="583"/>
                      <a:pt x="9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35"/>
              <p:cNvSpPr/>
              <p:nvPr/>
            </p:nvSpPr>
            <p:spPr>
              <a:xfrm>
                <a:off x="1486775" y="1398825"/>
                <a:ext cx="312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51" h="1882" extrusionOk="0">
                    <a:moveTo>
                      <a:pt x="239" y="0"/>
                    </a:moveTo>
                    <a:cubicBezTo>
                      <a:pt x="108" y="583"/>
                      <a:pt x="36" y="1179"/>
                      <a:pt x="1" y="1774"/>
                    </a:cubicBezTo>
                    <a:lnTo>
                      <a:pt x="1060" y="1881"/>
                    </a:lnTo>
                    <a:cubicBezTo>
                      <a:pt x="1096" y="1357"/>
                      <a:pt x="1156" y="845"/>
                      <a:pt x="1251" y="345"/>
                    </a:cubicBez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35"/>
              <p:cNvSpPr/>
              <p:nvPr/>
            </p:nvSpPr>
            <p:spPr>
              <a:xfrm>
                <a:off x="1485300" y="1443175"/>
                <a:ext cx="280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1727" extrusionOk="0">
                    <a:moveTo>
                      <a:pt x="60" y="0"/>
                    </a:moveTo>
                    <a:cubicBezTo>
                      <a:pt x="24" y="572"/>
                      <a:pt x="12" y="1155"/>
                      <a:pt x="0" y="1726"/>
                    </a:cubicBezTo>
                    <a:lnTo>
                      <a:pt x="1072" y="1726"/>
                    </a:lnTo>
                    <a:cubicBezTo>
                      <a:pt x="1072" y="1179"/>
                      <a:pt x="1084" y="643"/>
                      <a:pt x="1119" y="107"/>
                    </a:cubicBez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35"/>
              <p:cNvSpPr/>
              <p:nvPr/>
            </p:nvSpPr>
            <p:spPr>
              <a:xfrm>
                <a:off x="1492725" y="1360125"/>
                <a:ext cx="37250" cy="47350"/>
              </a:xfrm>
              <a:custGeom>
                <a:avLst/>
                <a:gdLst/>
                <a:ahLst/>
                <a:cxnLst/>
                <a:rect l="l" t="t" r="r" b="b"/>
                <a:pathLst>
                  <a:path w="1490" h="1894" extrusionOk="0">
                    <a:moveTo>
                      <a:pt x="477" y="0"/>
                    </a:moveTo>
                    <a:cubicBezTo>
                      <a:pt x="263" y="488"/>
                      <a:pt x="108" y="1012"/>
                      <a:pt x="1" y="1548"/>
                    </a:cubicBezTo>
                    <a:lnTo>
                      <a:pt x="1013" y="1893"/>
                    </a:lnTo>
                    <a:cubicBezTo>
                      <a:pt x="1120" y="1369"/>
                      <a:pt x="1275" y="869"/>
                      <a:pt x="1489" y="381"/>
                    </a:cubicBezTo>
                    <a:lnTo>
                      <a:pt x="4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35"/>
              <p:cNvSpPr/>
              <p:nvPr/>
            </p:nvSpPr>
            <p:spPr>
              <a:xfrm>
                <a:off x="1485300" y="1486325"/>
                <a:ext cx="26800" cy="29050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1162" extrusionOk="0">
                    <a:moveTo>
                      <a:pt x="0" y="0"/>
                    </a:moveTo>
                    <a:lnTo>
                      <a:pt x="0" y="643"/>
                    </a:lnTo>
                    <a:cubicBezTo>
                      <a:pt x="0" y="989"/>
                      <a:pt x="268" y="1161"/>
                      <a:pt x="536" y="1161"/>
                    </a:cubicBezTo>
                    <a:cubicBezTo>
                      <a:pt x="804" y="1161"/>
                      <a:pt x="1072" y="989"/>
                      <a:pt x="1072" y="643"/>
                    </a:cubicBezTo>
                    <a:lnTo>
                      <a:pt x="1072" y="0"/>
                    </a:ln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35"/>
              <p:cNvSpPr/>
              <p:nvPr/>
            </p:nvSpPr>
            <p:spPr>
              <a:xfrm>
                <a:off x="1525475" y="1298800"/>
                <a:ext cx="41400" cy="42900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716" extrusionOk="0">
                    <a:moveTo>
                      <a:pt x="1072" y="1"/>
                    </a:moveTo>
                    <a:cubicBezTo>
                      <a:pt x="858" y="167"/>
                      <a:pt x="655" y="334"/>
                      <a:pt x="465" y="524"/>
                    </a:cubicBezTo>
                    <a:cubicBezTo>
                      <a:pt x="298" y="703"/>
                      <a:pt x="143" y="882"/>
                      <a:pt x="1" y="1060"/>
                    </a:cubicBezTo>
                    <a:lnTo>
                      <a:pt x="870" y="1715"/>
                    </a:lnTo>
                    <a:cubicBezTo>
                      <a:pt x="977" y="1572"/>
                      <a:pt x="1096" y="1429"/>
                      <a:pt x="1227" y="1286"/>
                    </a:cubicBezTo>
                    <a:cubicBezTo>
                      <a:pt x="1370" y="1144"/>
                      <a:pt x="1513" y="1013"/>
                      <a:pt x="1656" y="894"/>
                    </a:cubicBezTo>
                    <a:lnTo>
                      <a:pt x="107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35"/>
              <p:cNvSpPr/>
              <p:nvPr/>
            </p:nvSpPr>
            <p:spPr>
              <a:xfrm>
                <a:off x="1704675" y="1283325"/>
                <a:ext cx="125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3" extrusionOk="0">
                    <a:moveTo>
                      <a:pt x="0" y="0"/>
                    </a:moveTo>
                    <a:cubicBezTo>
                      <a:pt x="131" y="0"/>
                      <a:pt x="274" y="0"/>
                      <a:pt x="393" y="12"/>
                    </a:cubicBezTo>
                    <a:cubicBezTo>
                      <a:pt x="429" y="12"/>
                      <a:pt x="464" y="12"/>
                      <a:pt x="500" y="0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35"/>
              <p:cNvSpPr/>
              <p:nvPr/>
            </p:nvSpPr>
            <p:spPr>
              <a:xfrm>
                <a:off x="1504650" y="1325300"/>
                <a:ext cx="42575" cy="443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775" extrusionOk="0">
                    <a:moveTo>
                      <a:pt x="834" y="0"/>
                    </a:moveTo>
                    <a:cubicBezTo>
                      <a:pt x="488" y="441"/>
                      <a:pt x="214" y="905"/>
                      <a:pt x="0" y="1393"/>
                    </a:cubicBezTo>
                    <a:lnTo>
                      <a:pt x="1012" y="1774"/>
                    </a:lnTo>
                    <a:cubicBezTo>
                      <a:pt x="1191" y="1381"/>
                      <a:pt x="1417" y="1012"/>
                      <a:pt x="1703" y="643"/>
                    </a:cubicBezTo>
                    <a:lnTo>
                      <a:pt x="83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35"/>
              <p:cNvSpPr/>
              <p:nvPr/>
            </p:nvSpPr>
            <p:spPr>
              <a:xfrm>
                <a:off x="1552275" y="1256500"/>
                <a:ext cx="152425" cy="64650"/>
              </a:xfrm>
              <a:custGeom>
                <a:avLst/>
                <a:gdLst/>
                <a:ahLst/>
                <a:cxnLst/>
                <a:rect l="l" t="t" r="r" b="b"/>
                <a:pathLst>
                  <a:path w="6097" h="2586" extrusionOk="0">
                    <a:moveTo>
                      <a:pt x="5902" y="1"/>
                    </a:moveTo>
                    <a:cubicBezTo>
                      <a:pt x="3787" y="1"/>
                      <a:pt x="1664" y="387"/>
                      <a:pt x="0" y="1693"/>
                    </a:cubicBezTo>
                    <a:lnTo>
                      <a:pt x="584" y="2586"/>
                    </a:lnTo>
                    <a:cubicBezTo>
                      <a:pt x="1965" y="1431"/>
                      <a:pt x="3810" y="1109"/>
                      <a:pt x="5596" y="1073"/>
                    </a:cubicBezTo>
                    <a:cubicBezTo>
                      <a:pt x="5013" y="990"/>
                      <a:pt x="5048" y="26"/>
                      <a:pt x="5703" y="14"/>
                    </a:cubicBezTo>
                    <a:cubicBezTo>
                      <a:pt x="5834" y="2"/>
                      <a:pt x="5965" y="2"/>
                      <a:pt x="6096" y="2"/>
                    </a:cubicBezTo>
                    <a:cubicBezTo>
                      <a:pt x="6031" y="1"/>
                      <a:pt x="5967" y="1"/>
                      <a:pt x="5902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35"/>
              <p:cNvSpPr/>
              <p:nvPr/>
            </p:nvSpPr>
            <p:spPr>
              <a:xfrm>
                <a:off x="1677575" y="1256525"/>
                <a:ext cx="54200" cy="26825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1073" extrusionOk="0">
                    <a:moveTo>
                      <a:pt x="1084" y="1"/>
                    </a:moveTo>
                    <a:cubicBezTo>
                      <a:pt x="953" y="1"/>
                      <a:pt x="822" y="13"/>
                      <a:pt x="691" y="13"/>
                    </a:cubicBezTo>
                    <a:cubicBezTo>
                      <a:pt x="36" y="37"/>
                      <a:pt x="1" y="989"/>
                      <a:pt x="584" y="1072"/>
                    </a:cubicBezTo>
                    <a:lnTo>
                      <a:pt x="1584" y="1072"/>
                    </a:lnTo>
                    <a:cubicBezTo>
                      <a:pt x="2168" y="1001"/>
                      <a:pt x="2132" y="25"/>
                      <a:pt x="1477" y="13"/>
                    </a:cubicBezTo>
                    <a:cubicBezTo>
                      <a:pt x="1346" y="1"/>
                      <a:pt x="1215" y="1"/>
                      <a:pt x="1084" y="1"/>
                    </a:cubicBezTo>
                    <a:close/>
                  </a:path>
                </a:pathLst>
              </a:custGeom>
              <a:solidFill>
                <a:srgbClr val="6FA7B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35"/>
              <p:cNvSpPr/>
              <p:nvPr/>
            </p:nvSpPr>
            <p:spPr>
              <a:xfrm>
                <a:off x="1463275" y="1473825"/>
                <a:ext cx="7352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2847" extrusionOk="0">
                    <a:moveTo>
                      <a:pt x="1417" y="0"/>
                    </a:moveTo>
                    <a:cubicBezTo>
                      <a:pt x="0" y="0"/>
                      <a:pt x="0" y="2060"/>
                      <a:pt x="0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35"/>
              <p:cNvSpPr/>
              <p:nvPr/>
            </p:nvSpPr>
            <p:spPr>
              <a:xfrm>
                <a:off x="1874625" y="1473825"/>
                <a:ext cx="735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942" h="2847" extrusionOk="0">
                    <a:moveTo>
                      <a:pt x="1417" y="0"/>
                    </a:moveTo>
                    <a:cubicBezTo>
                      <a:pt x="1" y="0"/>
                      <a:pt x="1" y="2060"/>
                      <a:pt x="1" y="2846"/>
                    </a:cubicBezTo>
                    <a:lnTo>
                      <a:pt x="2834" y="2846"/>
                    </a:lnTo>
                    <a:cubicBezTo>
                      <a:pt x="2834" y="2060"/>
                      <a:pt x="2941" y="0"/>
                      <a:pt x="14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35"/>
              <p:cNvSpPr/>
              <p:nvPr/>
            </p:nvSpPr>
            <p:spPr>
              <a:xfrm>
                <a:off x="1550475" y="1266650"/>
                <a:ext cx="51825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3" h="3918" extrusionOk="0">
                    <a:moveTo>
                      <a:pt x="1037" y="1"/>
                    </a:moveTo>
                    <a:cubicBezTo>
                      <a:pt x="465" y="1"/>
                      <a:pt x="1" y="465"/>
                      <a:pt x="1" y="1037"/>
                    </a:cubicBezTo>
                    <a:lnTo>
                      <a:pt x="1" y="2882"/>
                    </a:lnTo>
                    <a:cubicBezTo>
                      <a:pt x="1" y="3453"/>
                      <a:pt x="465" y="3918"/>
                      <a:pt x="1037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5"/>
              <p:cNvSpPr/>
              <p:nvPr/>
            </p:nvSpPr>
            <p:spPr>
              <a:xfrm>
                <a:off x="1805875" y="1266650"/>
                <a:ext cx="51800" cy="9795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3918" extrusionOk="0">
                    <a:moveTo>
                      <a:pt x="1036" y="1"/>
                    </a:moveTo>
                    <a:cubicBezTo>
                      <a:pt x="465" y="1"/>
                      <a:pt x="0" y="465"/>
                      <a:pt x="0" y="1037"/>
                    </a:cubicBezTo>
                    <a:lnTo>
                      <a:pt x="0" y="2882"/>
                    </a:lnTo>
                    <a:cubicBezTo>
                      <a:pt x="0" y="3453"/>
                      <a:pt x="465" y="3918"/>
                      <a:pt x="1036" y="3918"/>
                    </a:cubicBezTo>
                    <a:cubicBezTo>
                      <a:pt x="1608" y="3918"/>
                      <a:pt x="2072" y="3453"/>
                      <a:pt x="2072" y="2882"/>
                    </a:cubicBezTo>
                    <a:lnTo>
                      <a:pt x="2072" y="1037"/>
                    </a:lnTo>
                    <a:cubicBezTo>
                      <a:pt x="2072" y="465"/>
                      <a:pt x="1608" y="1"/>
                      <a:pt x="103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35"/>
              <p:cNvSpPr/>
              <p:nvPr/>
            </p:nvSpPr>
            <p:spPr>
              <a:xfrm>
                <a:off x="1567450" y="1047275"/>
                <a:ext cx="273575" cy="307500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12300" extrusionOk="0">
                    <a:moveTo>
                      <a:pt x="5465" y="1"/>
                    </a:moveTo>
                    <a:cubicBezTo>
                      <a:pt x="2441" y="1"/>
                      <a:pt x="0" y="2442"/>
                      <a:pt x="0" y="5466"/>
                    </a:cubicBezTo>
                    <a:lnTo>
                      <a:pt x="0" y="12300"/>
                    </a:lnTo>
                    <a:lnTo>
                      <a:pt x="10942" y="12300"/>
                    </a:lnTo>
                    <a:lnTo>
                      <a:pt x="10942" y="5466"/>
                    </a:lnTo>
                    <a:cubicBezTo>
                      <a:pt x="10942" y="2442"/>
                      <a:pt x="8489" y="1"/>
                      <a:pt x="54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5"/>
              <p:cNvSpPr/>
              <p:nvPr/>
            </p:nvSpPr>
            <p:spPr>
              <a:xfrm>
                <a:off x="1567150" y="1380350"/>
                <a:ext cx="273875" cy="12027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4811" extrusionOk="0">
                    <a:moveTo>
                      <a:pt x="0" y="1"/>
                    </a:moveTo>
                    <a:lnTo>
                      <a:pt x="0" y="4811"/>
                    </a:lnTo>
                    <a:lnTo>
                      <a:pt x="10954" y="4811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5"/>
              <p:cNvSpPr/>
              <p:nvPr/>
            </p:nvSpPr>
            <p:spPr>
              <a:xfrm>
                <a:off x="1556425" y="1354750"/>
                <a:ext cx="10750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1037" extrusionOk="0">
                    <a:moveTo>
                      <a:pt x="1" y="1"/>
                    </a:moveTo>
                    <a:lnTo>
                      <a:pt x="1" y="1037"/>
                    </a:lnTo>
                    <a:lnTo>
                      <a:pt x="429" y="1037"/>
                    </a:lnTo>
                    <a:lnTo>
                      <a:pt x="4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5"/>
              <p:cNvSpPr/>
              <p:nvPr/>
            </p:nvSpPr>
            <p:spPr>
              <a:xfrm>
                <a:off x="1841000" y="1354750"/>
                <a:ext cx="1222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489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488" y="1037"/>
                    </a:lnTo>
                    <a:lnTo>
                      <a:pt x="48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35"/>
              <p:cNvSpPr/>
              <p:nvPr/>
            </p:nvSpPr>
            <p:spPr>
              <a:xfrm>
                <a:off x="1567150" y="1354750"/>
                <a:ext cx="273875" cy="259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37" extrusionOk="0">
                    <a:moveTo>
                      <a:pt x="0" y="1"/>
                    </a:moveTo>
                    <a:lnTo>
                      <a:pt x="0" y="1037"/>
                    </a:lnTo>
                    <a:lnTo>
                      <a:pt x="10954" y="1037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35"/>
              <p:cNvSpPr/>
              <p:nvPr/>
            </p:nvSpPr>
            <p:spPr>
              <a:xfrm>
                <a:off x="1556425" y="1500600"/>
                <a:ext cx="296800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1872" h="1025" extrusionOk="0">
                    <a:moveTo>
                      <a:pt x="1" y="1"/>
                    </a:moveTo>
                    <a:lnTo>
                      <a:pt x="1" y="1025"/>
                    </a:lnTo>
                    <a:lnTo>
                      <a:pt x="441" y="1025"/>
                    </a:lnTo>
                    <a:lnTo>
                      <a:pt x="441" y="1"/>
                    </a:lnTo>
                    <a:close/>
                    <a:moveTo>
                      <a:pt x="11383" y="1"/>
                    </a:moveTo>
                    <a:lnTo>
                      <a:pt x="11383" y="1025"/>
                    </a:lnTo>
                    <a:lnTo>
                      <a:pt x="11871" y="1025"/>
                    </a:lnTo>
                    <a:lnTo>
                      <a:pt x="118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35"/>
              <p:cNvSpPr/>
              <p:nvPr/>
            </p:nvSpPr>
            <p:spPr>
              <a:xfrm>
                <a:off x="1567150" y="1500600"/>
                <a:ext cx="27387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0955" h="1025" extrusionOk="0">
                    <a:moveTo>
                      <a:pt x="0" y="1"/>
                    </a:moveTo>
                    <a:lnTo>
                      <a:pt x="0" y="1025"/>
                    </a:lnTo>
                    <a:lnTo>
                      <a:pt x="10954" y="1025"/>
                    </a:lnTo>
                    <a:lnTo>
                      <a:pt x="1095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35"/>
              <p:cNvSpPr/>
              <p:nvPr/>
            </p:nvSpPr>
            <p:spPr>
              <a:xfrm>
                <a:off x="1629950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35"/>
              <p:cNvSpPr/>
              <p:nvPr/>
            </p:nvSpPr>
            <p:spPr>
              <a:xfrm>
                <a:off x="1660600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35"/>
              <p:cNvSpPr/>
              <p:nvPr/>
            </p:nvSpPr>
            <p:spPr>
              <a:xfrm>
                <a:off x="16915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0" y="1"/>
                    </a:moveTo>
                    <a:lnTo>
                      <a:pt x="1000" y="1"/>
                    </a:lnTo>
                    <a:lnTo>
                      <a:pt x="1000" y="1001"/>
                    </a:lnTo>
                    <a:lnTo>
                      <a:pt x="0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35"/>
              <p:cNvSpPr/>
              <p:nvPr/>
            </p:nvSpPr>
            <p:spPr>
              <a:xfrm>
                <a:off x="1722225" y="1269325"/>
                <a:ext cx="253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013" y="1001"/>
                    </a:lnTo>
                    <a:lnTo>
                      <a:pt x="101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35"/>
              <p:cNvSpPr/>
              <p:nvPr/>
            </p:nvSpPr>
            <p:spPr>
              <a:xfrm>
                <a:off x="1753175" y="1269325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1" y="1"/>
                    </a:moveTo>
                    <a:lnTo>
                      <a:pt x="1001" y="1"/>
                    </a:lnTo>
                    <a:lnTo>
                      <a:pt x="1001" y="1001"/>
                    </a:lnTo>
                    <a:lnTo>
                      <a:pt x="1" y="100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35"/>
              <p:cNvSpPr/>
              <p:nvPr/>
            </p:nvSpPr>
            <p:spPr>
              <a:xfrm>
                <a:off x="1607025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5"/>
              <p:cNvSpPr/>
              <p:nvPr/>
            </p:nvSpPr>
            <p:spPr>
              <a:xfrm>
                <a:off x="1638575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8" y="1"/>
                      <a:pt x="1" y="167"/>
                      <a:pt x="1" y="382"/>
                    </a:cubicBezTo>
                    <a:cubicBezTo>
                      <a:pt x="1" y="596"/>
                      <a:pt x="168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35"/>
              <p:cNvSpPr/>
              <p:nvPr/>
            </p:nvSpPr>
            <p:spPr>
              <a:xfrm>
                <a:off x="1718950" y="1152350"/>
                <a:ext cx="821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3287" h="3287" extrusionOk="0">
                    <a:moveTo>
                      <a:pt x="3287" y="1644"/>
                    </a:moveTo>
                    <a:cubicBezTo>
                      <a:pt x="3287" y="2549"/>
                      <a:pt x="2549" y="3287"/>
                      <a:pt x="1644" y="3287"/>
                    </a:cubicBezTo>
                    <a:cubicBezTo>
                      <a:pt x="739" y="3287"/>
                      <a:pt x="1" y="2549"/>
                      <a:pt x="1" y="1644"/>
                    </a:cubicBezTo>
                    <a:cubicBezTo>
                      <a:pt x="1" y="739"/>
                      <a:pt x="739" y="1"/>
                      <a:pt x="1644" y="1"/>
                    </a:cubicBezTo>
                    <a:cubicBezTo>
                      <a:pt x="2549" y="1"/>
                      <a:pt x="3287" y="739"/>
                      <a:pt x="3287" y="16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35"/>
              <p:cNvSpPr/>
              <p:nvPr/>
            </p:nvSpPr>
            <p:spPr>
              <a:xfrm>
                <a:off x="1750500" y="1183900"/>
                <a:ext cx="1907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763" h="763" extrusionOk="0">
                    <a:moveTo>
                      <a:pt x="382" y="1"/>
                    </a:moveTo>
                    <a:cubicBezTo>
                      <a:pt x="167" y="1"/>
                      <a:pt x="1" y="167"/>
                      <a:pt x="1" y="382"/>
                    </a:cubicBezTo>
                    <a:cubicBezTo>
                      <a:pt x="1" y="596"/>
                      <a:pt x="167" y="763"/>
                      <a:pt x="382" y="763"/>
                    </a:cubicBezTo>
                    <a:cubicBezTo>
                      <a:pt x="596" y="763"/>
                      <a:pt x="763" y="596"/>
                      <a:pt x="763" y="382"/>
                    </a:cubicBezTo>
                    <a:cubicBezTo>
                      <a:pt x="763" y="167"/>
                      <a:pt x="596" y="1"/>
                      <a:pt x="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35"/>
              <p:cNvSpPr/>
              <p:nvPr/>
            </p:nvSpPr>
            <p:spPr>
              <a:xfrm>
                <a:off x="158917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43" y="834"/>
                      <a:pt x="417" y="834"/>
                    </a:cubicBezTo>
                    <a:cubicBezTo>
                      <a:pt x="179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35"/>
              <p:cNvSpPr/>
              <p:nvPr/>
            </p:nvSpPr>
            <p:spPr>
              <a:xfrm>
                <a:off x="1799625" y="1403575"/>
                <a:ext cx="20850" cy="208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4" extrusionOk="0">
                    <a:moveTo>
                      <a:pt x="834" y="417"/>
                    </a:moveTo>
                    <a:cubicBezTo>
                      <a:pt x="834" y="655"/>
                      <a:pt x="655" y="834"/>
                      <a:pt x="417" y="834"/>
                    </a:cubicBezTo>
                    <a:cubicBezTo>
                      <a:pt x="191" y="834"/>
                      <a:pt x="0" y="655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35"/>
              <p:cNvSpPr/>
              <p:nvPr/>
            </p:nvSpPr>
            <p:spPr>
              <a:xfrm>
                <a:off x="158917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43" y="834"/>
                      <a:pt x="417" y="834"/>
                    </a:cubicBezTo>
                    <a:cubicBezTo>
                      <a:pt x="179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43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35"/>
              <p:cNvSpPr/>
              <p:nvPr/>
            </p:nvSpPr>
            <p:spPr>
              <a:xfrm>
                <a:off x="1799625" y="1457150"/>
                <a:ext cx="20850" cy="208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835" extrusionOk="0">
                    <a:moveTo>
                      <a:pt x="834" y="417"/>
                    </a:moveTo>
                    <a:cubicBezTo>
                      <a:pt x="834" y="656"/>
                      <a:pt x="655" y="834"/>
                      <a:pt x="417" y="834"/>
                    </a:cubicBezTo>
                    <a:cubicBezTo>
                      <a:pt x="191" y="834"/>
                      <a:pt x="0" y="656"/>
                      <a:pt x="0" y="417"/>
                    </a:cubicBezTo>
                    <a:cubicBezTo>
                      <a:pt x="0" y="191"/>
                      <a:pt x="191" y="1"/>
                      <a:pt x="417" y="1"/>
                    </a:cubicBezTo>
                    <a:cubicBezTo>
                      <a:pt x="655" y="1"/>
                      <a:pt x="834" y="191"/>
                      <a:pt x="834" y="4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35"/>
              <p:cNvSpPr/>
              <p:nvPr/>
            </p:nvSpPr>
            <p:spPr>
              <a:xfrm>
                <a:off x="1626975" y="1404475"/>
                <a:ext cx="155700" cy="72650"/>
              </a:xfrm>
              <a:custGeom>
                <a:avLst/>
                <a:gdLst/>
                <a:ahLst/>
                <a:cxnLst/>
                <a:rect l="l" t="t" r="r" b="b"/>
                <a:pathLst>
                  <a:path w="6228" h="2906" extrusionOk="0">
                    <a:moveTo>
                      <a:pt x="1" y="0"/>
                    </a:moveTo>
                    <a:lnTo>
                      <a:pt x="1" y="2905"/>
                    </a:lnTo>
                    <a:lnTo>
                      <a:pt x="6228" y="2905"/>
                    </a:lnTo>
                    <a:lnTo>
                      <a:pt x="622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80" name="Google Shape;980;p35"/>
          <p:cNvGrpSpPr/>
          <p:nvPr/>
        </p:nvGrpSpPr>
        <p:grpSpPr>
          <a:xfrm rot="-451423">
            <a:off x="2200954" y="1301624"/>
            <a:ext cx="1898993" cy="2257482"/>
            <a:chOff x="2184900" y="2377950"/>
            <a:chExt cx="614400" cy="732275"/>
          </a:xfrm>
        </p:grpSpPr>
        <p:sp>
          <p:nvSpPr>
            <p:cNvPr id="981" name="Google Shape;981;p35"/>
            <p:cNvSpPr/>
            <p:nvPr/>
          </p:nvSpPr>
          <p:spPr>
            <a:xfrm>
              <a:off x="2204125" y="2377950"/>
              <a:ext cx="576300" cy="732275"/>
            </a:xfrm>
            <a:custGeom>
              <a:avLst/>
              <a:gdLst/>
              <a:ahLst/>
              <a:cxnLst/>
              <a:rect l="l" t="t" r="r" b="b"/>
              <a:pathLst>
                <a:path w="23052" h="29291" extrusionOk="0">
                  <a:moveTo>
                    <a:pt x="11526" y="608"/>
                  </a:moveTo>
                  <a:cubicBezTo>
                    <a:pt x="11919" y="608"/>
                    <a:pt x="12229" y="929"/>
                    <a:pt x="12229" y="1322"/>
                  </a:cubicBezTo>
                  <a:cubicBezTo>
                    <a:pt x="12229" y="1715"/>
                    <a:pt x="11919" y="2025"/>
                    <a:pt x="11526" y="2025"/>
                  </a:cubicBezTo>
                  <a:cubicBezTo>
                    <a:pt x="11133" y="2025"/>
                    <a:pt x="10812" y="1715"/>
                    <a:pt x="10812" y="1322"/>
                  </a:cubicBezTo>
                  <a:cubicBezTo>
                    <a:pt x="10812" y="929"/>
                    <a:pt x="11133" y="608"/>
                    <a:pt x="11526" y="608"/>
                  </a:cubicBezTo>
                  <a:close/>
                  <a:moveTo>
                    <a:pt x="12300" y="23587"/>
                  </a:moveTo>
                  <a:cubicBezTo>
                    <a:pt x="12407" y="23742"/>
                    <a:pt x="12526" y="23861"/>
                    <a:pt x="12681" y="23956"/>
                  </a:cubicBezTo>
                  <a:lnTo>
                    <a:pt x="12681" y="24813"/>
                  </a:lnTo>
                  <a:lnTo>
                    <a:pt x="12681" y="25802"/>
                  </a:lnTo>
                  <a:lnTo>
                    <a:pt x="12681" y="26671"/>
                  </a:lnTo>
                  <a:lnTo>
                    <a:pt x="12681" y="27040"/>
                  </a:lnTo>
                  <a:cubicBezTo>
                    <a:pt x="12193" y="27183"/>
                    <a:pt x="11776" y="27468"/>
                    <a:pt x="11478" y="27861"/>
                  </a:cubicBezTo>
                  <a:cubicBezTo>
                    <a:pt x="11169" y="27468"/>
                    <a:pt x="10728" y="27171"/>
                    <a:pt x="10228" y="27040"/>
                  </a:cubicBezTo>
                  <a:lnTo>
                    <a:pt x="10228" y="26766"/>
                  </a:lnTo>
                  <a:lnTo>
                    <a:pt x="10228" y="25897"/>
                  </a:lnTo>
                  <a:lnTo>
                    <a:pt x="10228" y="24897"/>
                  </a:lnTo>
                  <a:lnTo>
                    <a:pt x="10228" y="24039"/>
                  </a:lnTo>
                  <a:lnTo>
                    <a:pt x="10228" y="23980"/>
                  </a:lnTo>
                  <a:cubicBezTo>
                    <a:pt x="10395" y="23885"/>
                    <a:pt x="10538" y="23754"/>
                    <a:pt x="10645" y="23587"/>
                  </a:cubicBezTo>
                  <a:cubicBezTo>
                    <a:pt x="10907" y="23611"/>
                    <a:pt x="11181" y="23623"/>
                    <a:pt x="11455" y="23623"/>
                  </a:cubicBezTo>
                  <a:cubicBezTo>
                    <a:pt x="11740" y="23623"/>
                    <a:pt x="12026" y="23611"/>
                    <a:pt x="12300" y="23587"/>
                  </a:cubicBezTo>
                  <a:close/>
                  <a:moveTo>
                    <a:pt x="11526" y="1"/>
                  </a:moveTo>
                  <a:cubicBezTo>
                    <a:pt x="10788" y="1"/>
                    <a:pt x="10204" y="584"/>
                    <a:pt x="10204" y="1322"/>
                  </a:cubicBezTo>
                  <a:cubicBezTo>
                    <a:pt x="10204" y="1906"/>
                    <a:pt x="10574" y="2394"/>
                    <a:pt x="11097" y="2573"/>
                  </a:cubicBezTo>
                  <a:lnTo>
                    <a:pt x="11097" y="3608"/>
                  </a:lnTo>
                  <a:cubicBezTo>
                    <a:pt x="8299" y="3739"/>
                    <a:pt x="5835" y="5168"/>
                    <a:pt x="4287" y="7287"/>
                  </a:cubicBezTo>
                  <a:cubicBezTo>
                    <a:pt x="4085" y="7573"/>
                    <a:pt x="3906" y="7859"/>
                    <a:pt x="3727" y="8157"/>
                  </a:cubicBezTo>
                  <a:lnTo>
                    <a:pt x="3346" y="8157"/>
                  </a:lnTo>
                  <a:cubicBezTo>
                    <a:pt x="2596" y="9490"/>
                    <a:pt x="2180" y="11038"/>
                    <a:pt x="2180" y="12669"/>
                  </a:cubicBezTo>
                  <a:cubicBezTo>
                    <a:pt x="2180" y="12848"/>
                    <a:pt x="2180" y="13014"/>
                    <a:pt x="2192" y="13193"/>
                  </a:cubicBezTo>
                  <a:lnTo>
                    <a:pt x="2608" y="13193"/>
                  </a:lnTo>
                  <a:cubicBezTo>
                    <a:pt x="2620" y="13383"/>
                    <a:pt x="2644" y="13574"/>
                    <a:pt x="2668" y="13752"/>
                  </a:cubicBezTo>
                  <a:cubicBezTo>
                    <a:pt x="263" y="15943"/>
                    <a:pt x="1" y="20527"/>
                    <a:pt x="2025" y="23194"/>
                  </a:cubicBezTo>
                  <a:lnTo>
                    <a:pt x="1120" y="24087"/>
                  </a:lnTo>
                  <a:lnTo>
                    <a:pt x="1953" y="24920"/>
                  </a:lnTo>
                  <a:lnTo>
                    <a:pt x="4061" y="22813"/>
                  </a:lnTo>
                  <a:lnTo>
                    <a:pt x="3227" y="21980"/>
                  </a:lnTo>
                  <a:lnTo>
                    <a:pt x="2656" y="22551"/>
                  </a:lnTo>
                  <a:cubicBezTo>
                    <a:pt x="1084" y="20420"/>
                    <a:pt x="1180" y="16812"/>
                    <a:pt x="2882" y="14824"/>
                  </a:cubicBezTo>
                  <a:cubicBezTo>
                    <a:pt x="3489" y="17134"/>
                    <a:pt x="5001" y="19086"/>
                    <a:pt x="7014" y="20265"/>
                  </a:cubicBezTo>
                  <a:cubicBezTo>
                    <a:pt x="6716" y="20444"/>
                    <a:pt x="6549" y="20658"/>
                    <a:pt x="6549" y="20872"/>
                  </a:cubicBezTo>
                  <a:cubicBezTo>
                    <a:pt x="6549" y="21027"/>
                    <a:pt x="6621" y="21182"/>
                    <a:pt x="6764" y="21325"/>
                  </a:cubicBezTo>
                  <a:cubicBezTo>
                    <a:pt x="6585" y="21480"/>
                    <a:pt x="6490" y="21646"/>
                    <a:pt x="6490" y="21813"/>
                  </a:cubicBezTo>
                  <a:cubicBezTo>
                    <a:pt x="6490" y="22301"/>
                    <a:pt x="7287" y="22849"/>
                    <a:pt x="8514" y="23218"/>
                  </a:cubicBezTo>
                  <a:cubicBezTo>
                    <a:pt x="8585" y="23516"/>
                    <a:pt x="8764" y="23777"/>
                    <a:pt x="9014" y="23944"/>
                  </a:cubicBezTo>
                  <a:lnTo>
                    <a:pt x="9014" y="24039"/>
                  </a:lnTo>
                  <a:lnTo>
                    <a:pt x="9014" y="24909"/>
                  </a:lnTo>
                  <a:lnTo>
                    <a:pt x="9014" y="25897"/>
                  </a:lnTo>
                  <a:lnTo>
                    <a:pt x="9014" y="26766"/>
                  </a:lnTo>
                  <a:lnTo>
                    <a:pt x="9014" y="27040"/>
                  </a:lnTo>
                  <a:cubicBezTo>
                    <a:pt x="8014" y="27302"/>
                    <a:pt x="7287" y="28207"/>
                    <a:pt x="7287" y="29290"/>
                  </a:cubicBezTo>
                  <a:lnTo>
                    <a:pt x="15658" y="29290"/>
                  </a:lnTo>
                  <a:cubicBezTo>
                    <a:pt x="15658" y="28195"/>
                    <a:pt x="14907" y="27278"/>
                    <a:pt x="13883" y="27028"/>
                  </a:cubicBezTo>
                  <a:lnTo>
                    <a:pt x="13883" y="26671"/>
                  </a:lnTo>
                  <a:lnTo>
                    <a:pt x="13883" y="25802"/>
                  </a:lnTo>
                  <a:lnTo>
                    <a:pt x="13883" y="24813"/>
                  </a:lnTo>
                  <a:lnTo>
                    <a:pt x="13883" y="23968"/>
                  </a:lnTo>
                  <a:cubicBezTo>
                    <a:pt x="14157" y="23801"/>
                    <a:pt x="14360" y="23527"/>
                    <a:pt x="14419" y="23206"/>
                  </a:cubicBezTo>
                  <a:cubicBezTo>
                    <a:pt x="15634" y="22849"/>
                    <a:pt x="16420" y="22289"/>
                    <a:pt x="16420" y="21813"/>
                  </a:cubicBezTo>
                  <a:cubicBezTo>
                    <a:pt x="16420" y="21670"/>
                    <a:pt x="16348" y="21527"/>
                    <a:pt x="16217" y="21396"/>
                  </a:cubicBezTo>
                  <a:cubicBezTo>
                    <a:pt x="16384" y="21218"/>
                    <a:pt x="16491" y="21051"/>
                    <a:pt x="16491" y="20872"/>
                  </a:cubicBezTo>
                  <a:cubicBezTo>
                    <a:pt x="16491" y="20658"/>
                    <a:pt x="16324" y="20444"/>
                    <a:pt x="16027" y="20265"/>
                  </a:cubicBezTo>
                  <a:cubicBezTo>
                    <a:pt x="18039" y="19086"/>
                    <a:pt x="19551" y="17134"/>
                    <a:pt x="20158" y="14824"/>
                  </a:cubicBezTo>
                  <a:cubicBezTo>
                    <a:pt x="21908" y="16860"/>
                    <a:pt x="21956" y="20622"/>
                    <a:pt x="20253" y="22730"/>
                  </a:cubicBezTo>
                  <a:lnTo>
                    <a:pt x="19503" y="21980"/>
                  </a:lnTo>
                  <a:lnTo>
                    <a:pt x="18670" y="22813"/>
                  </a:lnTo>
                  <a:lnTo>
                    <a:pt x="20777" y="24920"/>
                  </a:lnTo>
                  <a:lnTo>
                    <a:pt x="21611" y="24087"/>
                  </a:lnTo>
                  <a:lnTo>
                    <a:pt x="20884" y="23361"/>
                  </a:lnTo>
                  <a:cubicBezTo>
                    <a:pt x="23051" y="20718"/>
                    <a:pt x="22825" y="15991"/>
                    <a:pt x="20372" y="13752"/>
                  </a:cubicBezTo>
                  <a:cubicBezTo>
                    <a:pt x="20396" y="13574"/>
                    <a:pt x="20420" y="13383"/>
                    <a:pt x="20432" y="13193"/>
                  </a:cubicBezTo>
                  <a:lnTo>
                    <a:pt x="20849" y="13193"/>
                  </a:lnTo>
                  <a:cubicBezTo>
                    <a:pt x="20861" y="13014"/>
                    <a:pt x="20861" y="12848"/>
                    <a:pt x="20861" y="12669"/>
                  </a:cubicBezTo>
                  <a:cubicBezTo>
                    <a:pt x="20861" y="11038"/>
                    <a:pt x="20444" y="9490"/>
                    <a:pt x="19694" y="8157"/>
                  </a:cubicBezTo>
                  <a:lnTo>
                    <a:pt x="19313" y="8157"/>
                  </a:lnTo>
                  <a:cubicBezTo>
                    <a:pt x="19146" y="7859"/>
                    <a:pt x="18956" y="7573"/>
                    <a:pt x="18753" y="7287"/>
                  </a:cubicBezTo>
                  <a:cubicBezTo>
                    <a:pt x="17205" y="5156"/>
                    <a:pt x="14741" y="3739"/>
                    <a:pt x="11943" y="3608"/>
                  </a:cubicBezTo>
                  <a:lnTo>
                    <a:pt x="11943" y="2573"/>
                  </a:lnTo>
                  <a:cubicBezTo>
                    <a:pt x="12467" y="2394"/>
                    <a:pt x="12836" y="1906"/>
                    <a:pt x="12836" y="1322"/>
                  </a:cubicBezTo>
                  <a:cubicBezTo>
                    <a:pt x="12836" y="584"/>
                    <a:pt x="12252" y="1"/>
                    <a:pt x="11526" y="1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2" name="Google Shape;982;p35"/>
            <p:cNvGrpSpPr/>
            <p:nvPr/>
          </p:nvGrpSpPr>
          <p:grpSpPr>
            <a:xfrm>
              <a:off x="2184900" y="2377963"/>
              <a:ext cx="614400" cy="732250"/>
              <a:chOff x="2184900" y="1025550"/>
              <a:chExt cx="614400" cy="732250"/>
            </a:xfrm>
          </p:grpSpPr>
          <p:sp>
            <p:nvSpPr>
              <p:cNvPr id="983" name="Google Shape;983;p35"/>
              <p:cNvSpPr/>
              <p:nvPr/>
            </p:nvSpPr>
            <p:spPr>
              <a:xfrm>
                <a:off x="2612525" y="1338875"/>
                <a:ext cx="186775" cy="277075"/>
              </a:xfrm>
              <a:custGeom>
                <a:avLst/>
                <a:gdLst/>
                <a:ahLst/>
                <a:cxnLst/>
                <a:rect l="l" t="t" r="r" b="b"/>
                <a:pathLst>
                  <a:path w="7471" h="11083" extrusionOk="0">
                    <a:moveTo>
                      <a:pt x="798" y="0"/>
                    </a:moveTo>
                    <a:cubicBezTo>
                      <a:pt x="724" y="0"/>
                      <a:pt x="648" y="2"/>
                      <a:pt x="572" y="5"/>
                    </a:cubicBezTo>
                    <a:cubicBezTo>
                      <a:pt x="8" y="28"/>
                      <a:pt x="0" y="898"/>
                      <a:pt x="549" y="898"/>
                    </a:cubicBezTo>
                    <a:cubicBezTo>
                      <a:pt x="557" y="898"/>
                      <a:pt x="564" y="898"/>
                      <a:pt x="572" y="898"/>
                    </a:cubicBezTo>
                    <a:cubicBezTo>
                      <a:pt x="634" y="895"/>
                      <a:pt x="695" y="894"/>
                      <a:pt x="756" y="894"/>
                    </a:cubicBezTo>
                    <a:cubicBezTo>
                      <a:pt x="5281" y="894"/>
                      <a:pt x="6372" y="7367"/>
                      <a:pt x="3834" y="10304"/>
                    </a:cubicBezTo>
                    <a:cubicBezTo>
                      <a:pt x="3543" y="10631"/>
                      <a:pt x="3842" y="11083"/>
                      <a:pt x="4169" y="11083"/>
                    </a:cubicBezTo>
                    <a:cubicBezTo>
                      <a:pt x="4270" y="11083"/>
                      <a:pt x="4375" y="11039"/>
                      <a:pt x="4465" y="10935"/>
                    </a:cubicBezTo>
                    <a:cubicBezTo>
                      <a:pt x="7471" y="7448"/>
                      <a:pt x="6123" y="0"/>
                      <a:pt x="7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35"/>
              <p:cNvSpPr/>
              <p:nvPr/>
            </p:nvSpPr>
            <p:spPr>
              <a:xfrm>
                <a:off x="2184900" y="1338875"/>
                <a:ext cx="187125" cy="277075"/>
              </a:xfrm>
              <a:custGeom>
                <a:avLst/>
                <a:gdLst/>
                <a:ahLst/>
                <a:cxnLst/>
                <a:rect l="l" t="t" r="r" b="b"/>
                <a:pathLst>
                  <a:path w="7485" h="11083" extrusionOk="0">
                    <a:moveTo>
                      <a:pt x="6699" y="1"/>
                    </a:moveTo>
                    <a:cubicBezTo>
                      <a:pt x="1364" y="1"/>
                      <a:pt x="0" y="7445"/>
                      <a:pt x="3020" y="10935"/>
                    </a:cubicBezTo>
                    <a:cubicBezTo>
                      <a:pt x="3110" y="11039"/>
                      <a:pt x="3215" y="11083"/>
                      <a:pt x="3316" y="11083"/>
                    </a:cubicBezTo>
                    <a:cubicBezTo>
                      <a:pt x="3643" y="11083"/>
                      <a:pt x="3942" y="10631"/>
                      <a:pt x="3651" y="10304"/>
                    </a:cubicBezTo>
                    <a:cubicBezTo>
                      <a:pt x="1102" y="7367"/>
                      <a:pt x="2204" y="894"/>
                      <a:pt x="6729" y="894"/>
                    </a:cubicBezTo>
                    <a:cubicBezTo>
                      <a:pt x="6790" y="894"/>
                      <a:pt x="6851" y="895"/>
                      <a:pt x="6913" y="898"/>
                    </a:cubicBezTo>
                    <a:cubicBezTo>
                      <a:pt x="6921" y="898"/>
                      <a:pt x="6928" y="898"/>
                      <a:pt x="6936" y="898"/>
                    </a:cubicBezTo>
                    <a:cubicBezTo>
                      <a:pt x="7485" y="898"/>
                      <a:pt x="7477" y="28"/>
                      <a:pt x="6913" y="5"/>
                    </a:cubicBezTo>
                    <a:cubicBezTo>
                      <a:pt x="6841" y="2"/>
                      <a:pt x="6770" y="1"/>
                      <a:pt x="66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35"/>
              <p:cNvSpPr/>
              <p:nvPr/>
            </p:nvSpPr>
            <p:spPr>
              <a:xfrm>
                <a:off x="2429750" y="1565500"/>
                <a:ext cx="30100" cy="153925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6157" extrusionOk="0">
                    <a:moveTo>
                      <a:pt x="1" y="1"/>
                    </a:moveTo>
                    <a:lnTo>
                      <a:pt x="1" y="6156"/>
                    </a:lnTo>
                    <a:lnTo>
                      <a:pt x="1203" y="6156"/>
                    </a:lnTo>
                    <a:lnTo>
                      <a:pt x="12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35"/>
              <p:cNvSpPr/>
              <p:nvPr/>
            </p:nvSpPr>
            <p:spPr>
              <a:xfrm>
                <a:off x="2429750" y="1694675"/>
                <a:ext cx="30100" cy="24750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990" extrusionOk="0">
                    <a:moveTo>
                      <a:pt x="1" y="1"/>
                    </a:moveTo>
                    <a:lnTo>
                      <a:pt x="1" y="989"/>
                    </a:lnTo>
                    <a:lnTo>
                      <a:pt x="1203" y="989"/>
                    </a:lnTo>
                    <a:lnTo>
                      <a:pt x="12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35"/>
              <p:cNvSpPr/>
              <p:nvPr/>
            </p:nvSpPr>
            <p:spPr>
              <a:xfrm>
                <a:off x="2429750" y="1647950"/>
                <a:ext cx="30100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1001" extrusionOk="0">
                    <a:moveTo>
                      <a:pt x="1" y="1"/>
                    </a:moveTo>
                    <a:lnTo>
                      <a:pt x="1" y="1001"/>
                    </a:lnTo>
                    <a:lnTo>
                      <a:pt x="1203" y="1001"/>
                    </a:lnTo>
                    <a:lnTo>
                      <a:pt x="12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35"/>
              <p:cNvSpPr/>
              <p:nvPr/>
            </p:nvSpPr>
            <p:spPr>
              <a:xfrm>
                <a:off x="2429750" y="1601525"/>
                <a:ext cx="30100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1001" extrusionOk="0">
                    <a:moveTo>
                      <a:pt x="1" y="0"/>
                    </a:moveTo>
                    <a:lnTo>
                      <a:pt x="1" y="1000"/>
                    </a:lnTo>
                    <a:lnTo>
                      <a:pt x="1203" y="1000"/>
                    </a:lnTo>
                    <a:lnTo>
                      <a:pt x="1203" y="0"/>
                    </a:lnTo>
                    <a:close/>
                  </a:path>
                </a:pathLst>
              </a:custGeom>
              <a:solidFill>
                <a:srgbClr val="CCC17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35"/>
              <p:cNvSpPr/>
              <p:nvPr/>
            </p:nvSpPr>
            <p:spPr>
              <a:xfrm>
                <a:off x="2521125" y="1563425"/>
                <a:ext cx="30400" cy="15360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6144" extrusionOk="0">
                    <a:moveTo>
                      <a:pt x="1" y="0"/>
                    </a:moveTo>
                    <a:lnTo>
                      <a:pt x="1" y="6144"/>
                    </a:lnTo>
                    <a:lnTo>
                      <a:pt x="1215" y="6144"/>
                    </a:lnTo>
                    <a:lnTo>
                      <a:pt x="121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35"/>
              <p:cNvSpPr/>
              <p:nvPr/>
            </p:nvSpPr>
            <p:spPr>
              <a:xfrm>
                <a:off x="2521125" y="1692300"/>
                <a:ext cx="30400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989" extrusionOk="0">
                    <a:moveTo>
                      <a:pt x="1" y="1"/>
                    </a:moveTo>
                    <a:lnTo>
                      <a:pt x="1" y="989"/>
                    </a:lnTo>
                    <a:lnTo>
                      <a:pt x="1215" y="989"/>
                    </a:lnTo>
                    <a:lnTo>
                      <a:pt x="121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35"/>
              <p:cNvSpPr/>
              <p:nvPr/>
            </p:nvSpPr>
            <p:spPr>
              <a:xfrm>
                <a:off x="2521125" y="1645875"/>
                <a:ext cx="30400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989" extrusionOk="0">
                    <a:moveTo>
                      <a:pt x="1" y="0"/>
                    </a:moveTo>
                    <a:lnTo>
                      <a:pt x="1" y="988"/>
                    </a:lnTo>
                    <a:lnTo>
                      <a:pt x="1215" y="988"/>
                    </a:lnTo>
                    <a:lnTo>
                      <a:pt x="121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35"/>
              <p:cNvSpPr/>
              <p:nvPr/>
            </p:nvSpPr>
            <p:spPr>
              <a:xfrm>
                <a:off x="2521125" y="1599425"/>
                <a:ext cx="30400" cy="247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990" extrusionOk="0">
                    <a:moveTo>
                      <a:pt x="1" y="1"/>
                    </a:moveTo>
                    <a:lnTo>
                      <a:pt x="1" y="989"/>
                    </a:lnTo>
                    <a:lnTo>
                      <a:pt x="1215" y="989"/>
                    </a:lnTo>
                    <a:lnTo>
                      <a:pt x="1215" y="1"/>
                    </a:lnTo>
                    <a:close/>
                  </a:path>
                </a:pathLst>
              </a:custGeom>
              <a:solidFill>
                <a:srgbClr val="CCC17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35"/>
              <p:cNvSpPr/>
              <p:nvPr/>
            </p:nvSpPr>
            <p:spPr>
              <a:xfrm>
                <a:off x="2416350" y="1570550"/>
                <a:ext cx="58375" cy="58375"/>
              </a:xfrm>
              <a:custGeom>
                <a:avLst/>
                <a:gdLst/>
                <a:ahLst/>
                <a:cxnLst/>
                <a:rect l="l" t="t" r="r" b="b"/>
                <a:pathLst>
                  <a:path w="2335" h="2335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8"/>
                    </a:cubicBezTo>
                    <a:cubicBezTo>
                      <a:pt x="1" y="1811"/>
                      <a:pt x="525" y="2335"/>
                      <a:pt x="1168" y="2335"/>
                    </a:cubicBezTo>
                    <a:cubicBezTo>
                      <a:pt x="1811" y="2335"/>
                      <a:pt x="2335" y="1811"/>
                      <a:pt x="2335" y="1168"/>
                    </a:cubicBezTo>
                    <a:cubicBezTo>
                      <a:pt x="2335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35"/>
              <p:cNvSpPr/>
              <p:nvPr/>
            </p:nvSpPr>
            <p:spPr>
              <a:xfrm>
                <a:off x="2507150" y="1570550"/>
                <a:ext cx="58350" cy="58375"/>
              </a:xfrm>
              <a:custGeom>
                <a:avLst/>
                <a:gdLst/>
                <a:ahLst/>
                <a:cxnLst/>
                <a:rect l="l" t="t" r="r" b="b"/>
                <a:pathLst>
                  <a:path w="2334" h="2335" extrusionOk="0">
                    <a:moveTo>
                      <a:pt x="1167" y="1"/>
                    </a:moveTo>
                    <a:cubicBezTo>
                      <a:pt x="524" y="1"/>
                      <a:pt x="0" y="525"/>
                      <a:pt x="0" y="1168"/>
                    </a:cubicBezTo>
                    <a:cubicBezTo>
                      <a:pt x="0" y="1811"/>
                      <a:pt x="524" y="2335"/>
                      <a:pt x="1167" y="2335"/>
                    </a:cubicBezTo>
                    <a:cubicBezTo>
                      <a:pt x="1810" y="2335"/>
                      <a:pt x="2334" y="1811"/>
                      <a:pt x="2334" y="1168"/>
                    </a:cubicBezTo>
                    <a:cubicBezTo>
                      <a:pt x="2334" y="525"/>
                      <a:pt x="1810" y="1"/>
                      <a:pt x="11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35"/>
              <p:cNvSpPr/>
              <p:nvPr/>
            </p:nvSpPr>
            <p:spPr>
              <a:xfrm>
                <a:off x="2366350" y="1533950"/>
                <a:ext cx="248275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9931" h="3287" extrusionOk="0">
                    <a:moveTo>
                      <a:pt x="4966" y="0"/>
                    </a:moveTo>
                    <a:cubicBezTo>
                      <a:pt x="2227" y="0"/>
                      <a:pt x="1" y="667"/>
                      <a:pt x="1" y="1477"/>
                    </a:cubicBezTo>
                    <a:cubicBezTo>
                      <a:pt x="1" y="2286"/>
                      <a:pt x="2227" y="3287"/>
                      <a:pt x="4966" y="3287"/>
                    </a:cubicBezTo>
                    <a:cubicBezTo>
                      <a:pt x="7704" y="3287"/>
                      <a:pt x="9931" y="2286"/>
                      <a:pt x="9931" y="1477"/>
                    </a:cubicBezTo>
                    <a:cubicBezTo>
                      <a:pt x="9931" y="667"/>
                      <a:pt x="7704" y="0"/>
                      <a:pt x="496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35"/>
              <p:cNvSpPr/>
              <p:nvPr/>
            </p:nvSpPr>
            <p:spPr>
              <a:xfrm>
                <a:off x="2368150" y="1510725"/>
                <a:ext cx="248250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9930" h="3287" extrusionOk="0">
                    <a:moveTo>
                      <a:pt x="4965" y="1"/>
                    </a:moveTo>
                    <a:cubicBezTo>
                      <a:pt x="2215" y="1"/>
                      <a:pt x="0" y="656"/>
                      <a:pt x="0" y="1477"/>
                    </a:cubicBezTo>
                    <a:cubicBezTo>
                      <a:pt x="0" y="2287"/>
                      <a:pt x="2215" y="3287"/>
                      <a:pt x="4965" y="3287"/>
                    </a:cubicBezTo>
                    <a:cubicBezTo>
                      <a:pt x="7703" y="3287"/>
                      <a:pt x="9930" y="2287"/>
                      <a:pt x="9930" y="1477"/>
                    </a:cubicBezTo>
                    <a:cubicBezTo>
                      <a:pt x="9930" y="656"/>
                      <a:pt x="7703" y="1"/>
                      <a:pt x="49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35"/>
              <p:cNvSpPr/>
              <p:nvPr/>
            </p:nvSpPr>
            <p:spPr>
              <a:xfrm>
                <a:off x="2481850" y="1080325"/>
                <a:ext cx="20850" cy="940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3763" extrusionOk="0">
                    <a:moveTo>
                      <a:pt x="0" y="0"/>
                    </a:moveTo>
                    <a:lnTo>
                      <a:pt x="0" y="3763"/>
                    </a:lnTo>
                    <a:lnTo>
                      <a:pt x="834" y="3763"/>
                    </a:lnTo>
                    <a:lnTo>
                      <a:pt x="83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35"/>
              <p:cNvSpPr/>
              <p:nvPr/>
            </p:nvSpPr>
            <p:spPr>
              <a:xfrm>
                <a:off x="2269025" y="1351475"/>
                <a:ext cx="446500" cy="23250"/>
              </a:xfrm>
              <a:custGeom>
                <a:avLst/>
                <a:gdLst/>
                <a:ahLst/>
                <a:cxnLst/>
                <a:rect l="l" t="t" r="r" b="b"/>
                <a:pathLst>
                  <a:path w="17860" h="930" extrusionOk="0">
                    <a:moveTo>
                      <a:pt x="0" y="1"/>
                    </a:moveTo>
                    <a:cubicBezTo>
                      <a:pt x="12" y="311"/>
                      <a:pt x="48" y="620"/>
                      <a:pt x="96" y="930"/>
                    </a:cubicBezTo>
                    <a:lnTo>
                      <a:pt x="17753" y="930"/>
                    </a:lnTo>
                    <a:cubicBezTo>
                      <a:pt x="17800" y="620"/>
                      <a:pt x="17836" y="311"/>
                      <a:pt x="1786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35"/>
              <p:cNvSpPr/>
              <p:nvPr/>
            </p:nvSpPr>
            <p:spPr>
              <a:xfrm>
                <a:off x="2271700" y="1374700"/>
                <a:ext cx="441150" cy="187850"/>
              </a:xfrm>
              <a:custGeom>
                <a:avLst/>
                <a:gdLst/>
                <a:ahLst/>
                <a:cxnLst/>
                <a:rect l="l" t="t" r="r" b="b"/>
                <a:pathLst>
                  <a:path w="17646" h="7514" extrusionOk="0">
                    <a:moveTo>
                      <a:pt x="1" y="1"/>
                    </a:moveTo>
                    <a:cubicBezTo>
                      <a:pt x="679" y="4263"/>
                      <a:pt x="4370" y="7513"/>
                      <a:pt x="8823" y="7513"/>
                    </a:cubicBezTo>
                    <a:cubicBezTo>
                      <a:pt x="13276" y="7513"/>
                      <a:pt x="16967" y="4263"/>
                      <a:pt x="176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35"/>
              <p:cNvSpPr/>
              <p:nvPr/>
            </p:nvSpPr>
            <p:spPr>
              <a:xfrm>
                <a:off x="2311300" y="1115450"/>
                <a:ext cx="361675" cy="92300"/>
              </a:xfrm>
              <a:custGeom>
                <a:avLst/>
                <a:gdLst/>
                <a:ahLst/>
                <a:cxnLst/>
                <a:rect l="l" t="t" r="r" b="b"/>
                <a:pathLst>
                  <a:path w="14467" h="3692" extrusionOk="0">
                    <a:moveTo>
                      <a:pt x="7239" y="0"/>
                    </a:moveTo>
                    <a:cubicBezTo>
                      <a:pt x="4262" y="0"/>
                      <a:pt x="1631" y="1465"/>
                      <a:pt x="0" y="3691"/>
                    </a:cubicBezTo>
                    <a:lnTo>
                      <a:pt x="14466" y="3691"/>
                    </a:lnTo>
                    <a:cubicBezTo>
                      <a:pt x="12847" y="1465"/>
                      <a:pt x="10216" y="0"/>
                      <a:pt x="72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35"/>
              <p:cNvSpPr/>
              <p:nvPr/>
            </p:nvSpPr>
            <p:spPr>
              <a:xfrm>
                <a:off x="2296700" y="1207725"/>
                <a:ext cx="391150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5646" h="929" extrusionOk="0">
                    <a:moveTo>
                      <a:pt x="584" y="0"/>
                    </a:moveTo>
                    <a:cubicBezTo>
                      <a:pt x="370" y="298"/>
                      <a:pt x="179" y="607"/>
                      <a:pt x="1" y="929"/>
                    </a:cubicBezTo>
                    <a:lnTo>
                      <a:pt x="15645" y="929"/>
                    </a:lnTo>
                    <a:cubicBezTo>
                      <a:pt x="15467" y="607"/>
                      <a:pt x="15276" y="298"/>
                      <a:pt x="150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35"/>
              <p:cNvSpPr/>
              <p:nvPr/>
            </p:nvSpPr>
            <p:spPr>
              <a:xfrm>
                <a:off x="2258600" y="1229450"/>
                <a:ext cx="467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18682" h="5037" extrusionOk="0">
                    <a:moveTo>
                      <a:pt x="1167" y="0"/>
                    </a:moveTo>
                    <a:cubicBezTo>
                      <a:pt x="429" y="1334"/>
                      <a:pt x="1" y="2882"/>
                      <a:pt x="1" y="4513"/>
                    </a:cubicBezTo>
                    <a:cubicBezTo>
                      <a:pt x="1" y="4691"/>
                      <a:pt x="13" y="4858"/>
                      <a:pt x="24" y="5037"/>
                    </a:cubicBezTo>
                    <a:lnTo>
                      <a:pt x="18670" y="5037"/>
                    </a:lnTo>
                    <a:cubicBezTo>
                      <a:pt x="18682" y="4858"/>
                      <a:pt x="18682" y="4691"/>
                      <a:pt x="18682" y="4513"/>
                    </a:cubicBezTo>
                    <a:cubicBezTo>
                      <a:pt x="18682" y="2882"/>
                      <a:pt x="18265" y="1334"/>
                      <a:pt x="175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35"/>
              <p:cNvSpPr/>
              <p:nvPr/>
            </p:nvSpPr>
            <p:spPr>
              <a:xfrm>
                <a:off x="2459225" y="1025550"/>
                <a:ext cx="66100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2644" h="2644" extrusionOk="0">
                    <a:moveTo>
                      <a:pt x="1322" y="608"/>
                    </a:moveTo>
                    <a:cubicBezTo>
                      <a:pt x="1715" y="608"/>
                      <a:pt x="2036" y="929"/>
                      <a:pt x="2036" y="1322"/>
                    </a:cubicBezTo>
                    <a:cubicBezTo>
                      <a:pt x="2036" y="1715"/>
                      <a:pt x="1715" y="2037"/>
                      <a:pt x="1322" y="2037"/>
                    </a:cubicBezTo>
                    <a:cubicBezTo>
                      <a:pt x="929" y="2037"/>
                      <a:pt x="608" y="1715"/>
                      <a:pt x="608" y="1322"/>
                    </a:cubicBezTo>
                    <a:cubicBezTo>
                      <a:pt x="608" y="929"/>
                      <a:pt x="929" y="608"/>
                      <a:pt x="1322" y="608"/>
                    </a:cubicBezTo>
                    <a:close/>
                    <a:moveTo>
                      <a:pt x="1322" y="1"/>
                    </a:moveTo>
                    <a:cubicBezTo>
                      <a:pt x="596" y="1"/>
                      <a:pt x="0" y="596"/>
                      <a:pt x="0" y="1322"/>
                    </a:cubicBezTo>
                    <a:cubicBezTo>
                      <a:pt x="0" y="2049"/>
                      <a:pt x="596" y="2644"/>
                      <a:pt x="1322" y="2644"/>
                    </a:cubicBezTo>
                    <a:cubicBezTo>
                      <a:pt x="2048" y="2644"/>
                      <a:pt x="2644" y="2049"/>
                      <a:pt x="2644" y="1322"/>
                    </a:cubicBezTo>
                    <a:cubicBezTo>
                      <a:pt x="2644" y="596"/>
                      <a:pt x="2048" y="1"/>
                      <a:pt x="132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35"/>
              <p:cNvSpPr/>
              <p:nvPr/>
            </p:nvSpPr>
            <p:spPr>
              <a:xfrm>
                <a:off x="2578575" y="1286600"/>
                <a:ext cx="44375" cy="68775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2751" extrusionOk="0">
                    <a:moveTo>
                      <a:pt x="1656" y="0"/>
                    </a:moveTo>
                    <a:lnTo>
                      <a:pt x="1" y="2751"/>
                    </a:lnTo>
                    <a:lnTo>
                      <a:pt x="1775" y="2751"/>
                    </a:lnTo>
                    <a:lnTo>
                      <a:pt x="1775" y="631"/>
                    </a:lnTo>
                    <a:cubicBezTo>
                      <a:pt x="1775" y="417"/>
                      <a:pt x="1739" y="203"/>
                      <a:pt x="16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35"/>
              <p:cNvSpPr/>
              <p:nvPr/>
            </p:nvSpPr>
            <p:spPr>
              <a:xfrm>
                <a:off x="2479175" y="1259225"/>
                <a:ext cx="99425" cy="96150"/>
              </a:xfrm>
              <a:custGeom>
                <a:avLst/>
                <a:gdLst/>
                <a:ahLst/>
                <a:cxnLst/>
                <a:rect l="l" t="t" r="r" b="b"/>
                <a:pathLst>
                  <a:path w="3977" h="3846" extrusionOk="0">
                    <a:moveTo>
                      <a:pt x="2322" y="0"/>
                    </a:moveTo>
                    <a:lnTo>
                      <a:pt x="0" y="3846"/>
                    </a:lnTo>
                    <a:lnTo>
                      <a:pt x="1655" y="3846"/>
                    </a:lnTo>
                    <a:lnTo>
                      <a:pt x="39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35"/>
              <p:cNvSpPr/>
              <p:nvPr/>
            </p:nvSpPr>
            <p:spPr>
              <a:xfrm>
                <a:off x="2361300" y="1259225"/>
                <a:ext cx="175925" cy="96150"/>
              </a:xfrm>
              <a:custGeom>
                <a:avLst/>
                <a:gdLst/>
                <a:ahLst/>
                <a:cxnLst/>
                <a:rect l="l" t="t" r="r" b="b"/>
                <a:pathLst>
                  <a:path w="7037" h="3846" extrusionOk="0">
                    <a:moveTo>
                      <a:pt x="1739" y="0"/>
                    </a:moveTo>
                    <a:cubicBezTo>
                      <a:pt x="786" y="0"/>
                      <a:pt x="0" y="774"/>
                      <a:pt x="0" y="1726"/>
                    </a:cubicBezTo>
                    <a:lnTo>
                      <a:pt x="0" y="3846"/>
                    </a:lnTo>
                    <a:lnTo>
                      <a:pt x="4715" y="3846"/>
                    </a:lnTo>
                    <a:lnTo>
                      <a:pt x="70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35"/>
              <p:cNvSpPr/>
              <p:nvPr/>
            </p:nvSpPr>
            <p:spPr>
              <a:xfrm>
                <a:off x="2561925" y="1273200"/>
                <a:ext cx="58050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2322" h="3287" extrusionOk="0">
                    <a:moveTo>
                      <a:pt x="1977" y="1"/>
                    </a:moveTo>
                    <a:lnTo>
                      <a:pt x="0" y="3287"/>
                    </a:lnTo>
                    <a:lnTo>
                      <a:pt x="667" y="3287"/>
                    </a:lnTo>
                    <a:lnTo>
                      <a:pt x="2322" y="536"/>
                    </a:lnTo>
                    <a:cubicBezTo>
                      <a:pt x="2238" y="334"/>
                      <a:pt x="2131" y="155"/>
                      <a:pt x="19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35"/>
              <p:cNvSpPr/>
              <p:nvPr/>
            </p:nvSpPr>
            <p:spPr>
              <a:xfrm>
                <a:off x="2520550" y="1259225"/>
                <a:ext cx="90800" cy="96150"/>
              </a:xfrm>
              <a:custGeom>
                <a:avLst/>
                <a:gdLst/>
                <a:ahLst/>
                <a:cxnLst/>
                <a:rect l="l" t="t" r="r" b="b"/>
                <a:pathLst>
                  <a:path w="3632" h="3846" extrusionOk="0">
                    <a:moveTo>
                      <a:pt x="2322" y="0"/>
                    </a:moveTo>
                    <a:lnTo>
                      <a:pt x="0" y="3846"/>
                    </a:lnTo>
                    <a:lnTo>
                      <a:pt x="1655" y="3846"/>
                    </a:lnTo>
                    <a:lnTo>
                      <a:pt x="3632" y="560"/>
                    </a:lnTo>
                    <a:cubicBezTo>
                      <a:pt x="3322" y="214"/>
                      <a:pt x="2870" y="0"/>
                      <a:pt x="23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35"/>
              <p:cNvSpPr/>
              <p:nvPr/>
            </p:nvSpPr>
            <p:spPr>
              <a:xfrm>
                <a:off x="2348500" y="1409825"/>
                <a:ext cx="348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82" extrusionOk="0">
                    <a:moveTo>
                      <a:pt x="703" y="1"/>
                    </a:moveTo>
                    <a:cubicBezTo>
                      <a:pt x="310" y="1"/>
                      <a:pt x="0" y="310"/>
                      <a:pt x="0" y="691"/>
                    </a:cubicBezTo>
                    <a:cubicBezTo>
                      <a:pt x="0" y="1072"/>
                      <a:pt x="310" y="1382"/>
                      <a:pt x="703" y="1382"/>
                    </a:cubicBezTo>
                    <a:cubicBezTo>
                      <a:pt x="1084" y="1382"/>
                      <a:pt x="1393" y="1072"/>
                      <a:pt x="1393" y="691"/>
                    </a:cubicBezTo>
                    <a:cubicBezTo>
                      <a:pt x="1393" y="310"/>
                      <a:pt x="1084" y="1"/>
                      <a:pt x="7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35"/>
              <p:cNvSpPr/>
              <p:nvPr/>
            </p:nvSpPr>
            <p:spPr>
              <a:xfrm>
                <a:off x="2399100" y="14098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1"/>
                    </a:moveTo>
                    <a:cubicBezTo>
                      <a:pt x="310" y="1"/>
                      <a:pt x="0" y="310"/>
                      <a:pt x="0" y="691"/>
                    </a:cubicBezTo>
                    <a:cubicBezTo>
                      <a:pt x="0" y="1072"/>
                      <a:pt x="310" y="1382"/>
                      <a:pt x="691" y="1382"/>
                    </a:cubicBezTo>
                    <a:cubicBezTo>
                      <a:pt x="1072" y="1382"/>
                      <a:pt x="1382" y="1072"/>
                      <a:pt x="1382" y="691"/>
                    </a:cubicBezTo>
                    <a:cubicBezTo>
                      <a:pt x="1382" y="310"/>
                      <a:pt x="1072" y="1"/>
                      <a:pt x="6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35"/>
              <p:cNvSpPr/>
              <p:nvPr/>
            </p:nvSpPr>
            <p:spPr>
              <a:xfrm>
                <a:off x="2449700" y="14098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1"/>
                    </a:moveTo>
                    <a:cubicBezTo>
                      <a:pt x="310" y="1"/>
                      <a:pt x="0" y="310"/>
                      <a:pt x="0" y="691"/>
                    </a:cubicBezTo>
                    <a:cubicBezTo>
                      <a:pt x="0" y="1072"/>
                      <a:pt x="310" y="1382"/>
                      <a:pt x="691" y="1382"/>
                    </a:cubicBezTo>
                    <a:cubicBezTo>
                      <a:pt x="1072" y="1382"/>
                      <a:pt x="1382" y="1072"/>
                      <a:pt x="1382" y="691"/>
                    </a:cubicBezTo>
                    <a:cubicBezTo>
                      <a:pt x="1382" y="310"/>
                      <a:pt x="1072" y="1"/>
                      <a:pt x="6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35"/>
              <p:cNvSpPr/>
              <p:nvPr/>
            </p:nvSpPr>
            <p:spPr>
              <a:xfrm>
                <a:off x="2500300" y="14098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1"/>
                    </a:moveTo>
                    <a:cubicBezTo>
                      <a:pt x="310" y="1"/>
                      <a:pt x="1" y="310"/>
                      <a:pt x="1" y="691"/>
                    </a:cubicBezTo>
                    <a:cubicBezTo>
                      <a:pt x="1" y="1072"/>
                      <a:pt x="310" y="1382"/>
                      <a:pt x="691" y="1382"/>
                    </a:cubicBezTo>
                    <a:cubicBezTo>
                      <a:pt x="1072" y="1382"/>
                      <a:pt x="1382" y="1072"/>
                      <a:pt x="1382" y="691"/>
                    </a:cubicBezTo>
                    <a:cubicBezTo>
                      <a:pt x="1382" y="310"/>
                      <a:pt x="1072" y="1"/>
                      <a:pt x="6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35"/>
              <p:cNvSpPr/>
              <p:nvPr/>
            </p:nvSpPr>
            <p:spPr>
              <a:xfrm>
                <a:off x="2550600" y="1409825"/>
                <a:ext cx="348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82" extrusionOk="0">
                    <a:moveTo>
                      <a:pt x="691" y="1"/>
                    </a:moveTo>
                    <a:cubicBezTo>
                      <a:pt x="310" y="1"/>
                      <a:pt x="1" y="310"/>
                      <a:pt x="1" y="691"/>
                    </a:cubicBezTo>
                    <a:cubicBezTo>
                      <a:pt x="1" y="1072"/>
                      <a:pt x="310" y="1382"/>
                      <a:pt x="691" y="1382"/>
                    </a:cubicBezTo>
                    <a:cubicBezTo>
                      <a:pt x="1084" y="1382"/>
                      <a:pt x="1394" y="1072"/>
                      <a:pt x="1394" y="691"/>
                    </a:cubicBezTo>
                    <a:cubicBezTo>
                      <a:pt x="1394" y="310"/>
                      <a:pt x="1084" y="1"/>
                      <a:pt x="6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35"/>
              <p:cNvSpPr/>
              <p:nvPr/>
            </p:nvSpPr>
            <p:spPr>
              <a:xfrm>
                <a:off x="2601200" y="14098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1"/>
                    </a:moveTo>
                    <a:cubicBezTo>
                      <a:pt x="310" y="1"/>
                      <a:pt x="1" y="310"/>
                      <a:pt x="1" y="691"/>
                    </a:cubicBezTo>
                    <a:cubicBezTo>
                      <a:pt x="1" y="1072"/>
                      <a:pt x="310" y="1382"/>
                      <a:pt x="691" y="1382"/>
                    </a:cubicBezTo>
                    <a:cubicBezTo>
                      <a:pt x="1072" y="1382"/>
                      <a:pt x="1382" y="1072"/>
                      <a:pt x="1382" y="691"/>
                    </a:cubicBezTo>
                    <a:cubicBezTo>
                      <a:pt x="1382" y="310"/>
                      <a:pt x="1072" y="1"/>
                      <a:pt x="6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35"/>
              <p:cNvSpPr/>
              <p:nvPr/>
            </p:nvSpPr>
            <p:spPr>
              <a:xfrm>
                <a:off x="2392850" y="1468775"/>
                <a:ext cx="198850" cy="11325"/>
              </a:xfrm>
              <a:custGeom>
                <a:avLst/>
                <a:gdLst/>
                <a:ahLst/>
                <a:cxnLst/>
                <a:rect l="l" t="t" r="r" b="b"/>
                <a:pathLst>
                  <a:path w="7954" h="453" extrusionOk="0">
                    <a:moveTo>
                      <a:pt x="0" y="0"/>
                    </a:moveTo>
                    <a:lnTo>
                      <a:pt x="0" y="452"/>
                    </a:lnTo>
                    <a:lnTo>
                      <a:pt x="7954" y="452"/>
                    </a:lnTo>
                    <a:lnTo>
                      <a:pt x="79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35"/>
              <p:cNvSpPr/>
              <p:nvPr/>
            </p:nvSpPr>
            <p:spPr>
              <a:xfrm>
                <a:off x="2392850" y="1494950"/>
                <a:ext cx="198850" cy="11350"/>
              </a:xfrm>
              <a:custGeom>
                <a:avLst/>
                <a:gdLst/>
                <a:ahLst/>
                <a:cxnLst/>
                <a:rect l="l" t="t" r="r" b="b"/>
                <a:pathLst>
                  <a:path w="7954" h="454" extrusionOk="0">
                    <a:moveTo>
                      <a:pt x="0" y="1"/>
                    </a:moveTo>
                    <a:lnTo>
                      <a:pt x="0" y="453"/>
                    </a:lnTo>
                    <a:lnTo>
                      <a:pt x="7954" y="453"/>
                    </a:lnTo>
                    <a:lnTo>
                      <a:pt x="79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35"/>
              <p:cNvSpPr/>
              <p:nvPr/>
            </p:nvSpPr>
            <p:spPr>
              <a:xfrm>
                <a:off x="2386300" y="1699450"/>
                <a:ext cx="117000" cy="58350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2334" extrusionOk="0">
                    <a:moveTo>
                      <a:pt x="2334" y="0"/>
                    </a:moveTo>
                    <a:cubicBezTo>
                      <a:pt x="1048" y="0"/>
                      <a:pt x="0" y="1048"/>
                      <a:pt x="0" y="2334"/>
                    </a:cubicBezTo>
                    <a:lnTo>
                      <a:pt x="4680" y="2334"/>
                    </a:lnTo>
                    <a:cubicBezTo>
                      <a:pt x="4680" y="1048"/>
                      <a:pt x="3632" y="0"/>
                      <a:pt x="23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35"/>
              <p:cNvSpPr/>
              <p:nvPr/>
            </p:nvSpPr>
            <p:spPr>
              <a:xfrm>
                <a:off x="2478575" y="1699450"/>
                <a:ext cx="117000" cy="58350"/>
              </a:xfrm>
              <a:custGeom>
                <a:avLst/>
                <a:gdLst/>
                <a:ahLst/>
                <a:cxnLst/>
                <a:rect l="l" t="t" r="r" b="b"/>
                <a:pathLst>
                  <a:path w="4680" h="2334" extrusionOk="0">
                    <a:moveTo>
                      <a:pt x="2346" y="0"/>
                    </a:moveTo>
                    <a:cubicBezTo>
                      <a:pt x="1048" y="0"/>
                      <a:pt x="0" y="1048"/>
                      <a:pt x="0" y="2334"/>
                    </a:cubicBezTo>
                    <a:lnTo>
                      <a:pt x="4680" y="2334"/>
                    </a:lnTo>
                    <a:cubicBezTo>
                      <a:pt x="4680" y="1048"/>
                      <a:pt x="3632" y="0"/>
                      <a:pt x="234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35"/>
              <p:cNvSpPr/>
              <p:nvPr/>
            </p:nvSpPr>
            <p:spPr>
              <a:xfrm>
                <a:off x="2232100" y="1575025"/>
                <a:ext cx="73850" cy="73550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2942" extrusionOk="0">
                    <a:moveTo>
                      <a:pt x="2120" y="1"/>
                    </a:moveTo>
                    <a:lnTo>
                      <a:pt x="1" y="2108"/>
                    </a:lnTo>
                    <a:lnTo>
                      <a:pt x="834" y="2941"/>
                    </a:lnTo>
                    <a:lnTo>
                      <a:pt x="2954" y="834"/>
                    </a:lnTo>
                    <a:lnTo>
                      <a:pt x="212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35"/>
              <p:cNvSpPr/>
              <p:nvPr/>
            </p:nvSpPr>
            <p:spPr>
              <a:xfrm>
                <a:off x="2670850" y="1575025"/>
                <a:ext cx="73550" cy="73550"/>
              </a:xfrm>
              <a:custGeom>
                <a:avLst/>
                <a:gdLst/>
                <a:ahLst/>
                <a:cxnLst/>
                <a:rect l="l" t="t" r="r" b="b"/>
                <a:pathLst>
                  <a:path w="2942" h="2942" extrusionOk="0">
                    <a:moveTo>
                      <a:pt x="834" y="1"/>
                    </a:moveTo>
                    <a:lnTo>
                      <a:pt x="1" y="834"/>
                    </a:lnTo>
                    <a:lnTo>
                      <a:pt x="2108" y="2941"/>
                    </a:lnTo>
                    <a:lnTo>
                      <a:pt x="2942" y="2108"/>
                    </a:lnTo>
                    <a:lnTo>
                      <a:pt x="83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1" name="Google Shape;1021;p35"/>
          <p:cNvGrpSpPr/>
          <p:nvPr/>
        </p:nvGrpSpPr>
        <p:grpSpPr>
          <a:xfrm rot="-463991">
            <a:off x="104197" y="-565633"/>
            <a:ext cx="1747157" cy="2313435"/>
            <a:chOff x="3079550" y="2361275"/>
            <a:chExt cx="565275" cy="750425"/>
          </a:xfrm>
        </p:grpSpPr>
        <p:sp>
          <p:nvSpPr>
            <p:cNvPr id="1022" name="Google Shape;1022;p35"/>
            <p:cNvSpPr/>
            <p:nvPr/>
          </p:nvSpPr>
          <p:spPr>
            <a:xfrm>
              <a:off x="3079550" y="2361288"/>
              <a:ext cx="565275" cy="750400"/>
            </a:xfrm>
            <a:custGeom>
              <a:avLst/>
              <a:gdLst/>
              <a:ahLst/>
              <a:cxnLst/>
              <a:rect l="l" t="t" r="r" b="b"/>
              <a:pathLst>
                <a:path w="22611" h="30016" extrusionOk="0">
                  <a:moveTo>
                    <a:pt x="11061" y="0"/>
                  </a:moveTo>
                  <a:cubicBezTo>
                    <a:pt x="10692" y="0"/>
                    <a:pt x="10382" y="298"/>
                    <a:pt x="10382" y="679"/>
                  </a:cubicBezTo>
                  <a:cubicBezTo>
                    <a:pt x="10382" y="964"/>
                    <a:pt x="10573" y="1214"/>
                    <a:pt x="10835" y="1310"/>
                  </a:cubicBezTo>
                  <a:lnTo>
                    <a:pt x="10835" y="2917"/>
                  </a:lnTo>
                  <a:lnTo>
                    <a:pt x="9108" y="2917"/>
                  </a:lnTo>
                  <a:lnTo>
                    <a:pt x="9108" y="4596"/>
                  </a:lnTo>
                  <a:lnTo>
                    <a:pt x="7299" y="4596"/>
                  </a:lnTo>
                  <a:lnTo>
                    <a:pt x="7299" y="5417"/>
                  </a:lnTo>
                  <a:lnTo>
                    <a:pt x="6001" y="5417"/>
                  </a:lnTo>
                  <a:lnTo>
                    <a:pt x="6001" y="12823"/>
                  </a:lnTo>
                  <a:lnTo>
                    <a:pt x="4834" y="12823"/>
                  </a:lnTo>
                  <a:lnTo>
                    <a:pt x="4834" y="14859"/>
                  </a:lnTo>
                  <a:lnTo>
                    <a:pt x="4834" y="14907"/>
                  </a:lnTo>
                  <a:lnTo>
                    <a:pt x="4834" y="16883"/>
                  </a:lnTo>
                  <a:lnTo>
                    <a:pt x="4834" y="16943"/>
                  </a:lnTo>
                  <a:lnTo>
                    <a:pt x="4834" y="18919"/>
                  </a:lnTo>
                  <a:lnTo>
                    <a:pt x="4834" y="18979"/>
                  </a:lnTo>
                  <a:lnTo>
                    <a:pt x="4834" y="19705"/>
                  </a:lnTo>
                  <a:cubicBezTo>
                    <a:pt x="2798" y="21515"/>
                    <a:pt x="1512" y="24158"/>
                    <a:pt x="1512" y="27099"/>
                  </a:cubicBezTo>
                  <a:lnTo>
                    <a:pt x="1512" y="28087"/>
                  </a:lnTo>
                  <a:lnTo>
                    <a:pt x="0" y="28087"/>
                  </a:lnTo>
                  <a:lnTo>
                    <a:pt x="0" y="30016"/>
                  </a:lnTo>
                  <a:lnTo>
                    <a:pt x="4012" y="30016"/>
                  </a:lnTo>
                  <a:lnTo>
                    <a:pt x="4012" y="28087"/>
                  </a:lnTo>
                  <a:lnTo>
                    <a:pt x="2477" y="28087"/>
                  </a:lnTo>
                  <a:lnTo>
                    <a:pt x="2477" y="27099"/>
                  </a:lnTo>
                  <a:cubicBezTo>
                    <a:pt x="2477" y="24765"/>
                    <a:pt x="3370" y="22646"/>
                    <a:pt x="4834" y="21050"/>
                  </a:cubicBezTo>
                  <a:lnTo>
                    <a:pt x="4834" y="22991"/>
                  </a:lnTo>
                  <a:lnTo>
                    <a:pt x="4834" y="23039"/>
                  </a:lnTo>
                  <a:lnTo>
                    <a:pt x="4834" y="25075"/>
                  </a:lnTo>
                  <a:lnTo>
                    <a:pt x="6560" y="25075"/>
                  </a:lnTo>
                  <a:cubicBezTo>
                    <a:pt x="6549" y="25217"/>
                    <a:pt x="6549" y="25360"/>
                    <a:pt x="6549" y="25491"/>
                  </a:cubicBezTo>
                  <a:cubicBezTo>
                    <a:pt x="6549" y="27992"/>
                    <a:pt x="8573" y="30016"/>
                    <a:pt x="11061" y="30016"/>
                  </a:cubicBezTo>
                  <a:cubicBezTo>
                    <a:pt x="13561" y="30016"/>
                    <a:pt x="15585" y="27992"/>
                    <a:pt x="15585" y="25491"/>
                  </a:cubicBezTo>
                  <a:cubicBezTo>
                    <a:pt x="15585" y="25360"/>
                    <a:pt x="15573" y="25217"/>
                    <a:pt x="15562" y="25075"/>
                  </a:cubicBezTo>
                  <a:lnTo>
                    <a:pt x="17264" y="25075"/>
                  </a:lnTo>
                  <a:lnTo>
                    <a:pt x="17264" y="23039"/>
                  </a:lnTo>
                  <a:lnTo>
                    <a:pt x="17264" y="22991"/>
                  </a:lnTo>
                  <a:lnTo>
                    <a:pt x="17264" y="21015"/>
                  </a:lnTo>
                  <a:lnTo>
                    <a:pt x="17264" y="20955"/>
                  </a:lnTo>
                  <a:lnTo>
                    <a:pt x="17264" y="20562"/>
                  </a:lnTo>
                  <a:cubicBezTo>
                    <a:pt x="19014" y="22181"/>
                    <a:pt x="20122" y="24515"/>
                    <a:pt x="20122" y="27099"/>
                  </a:cubicBezTo>
                  <a:lnTo>
                    <a:pt x="20122" y="28087"/>
                  </a:lnTo>
                  <a:lnTo>
                    <a:pt x="18598" y="28087"/>
                  </a:lnTo>
                  <a:lnTo>
                    <a:pt x="18598" y="30016"/>
                  </a:lnTo>
                  <a:lnTo>
                    <a:pt x="22610" y="30016"/>
                  </a:lnTo>
                  <a:lnTo>
                    <a:pt x="22610" y="28087"/>
                  </a:lnTo>
                  <a:lnTo>
                    <a:pt x="21086" y="28087"/>
                  </a:lnTo>
                  <a:lnTo>
                    <a:pt x="21086" y="27099"/>
                  </a:lnTo>
                  <a:cubicBezTo>
                    <a:pt x="21086" y="23920"/>
                    <a:pt x="19586" y="21098"/>
                    <a:pt x="17264" y="19300"/>
                  </a:cubicBezTo>
                  <a:lnTo>
                    <a:pt x="17264" y="18979"/>
                  </a:lnTo>
                  <a:lnTo>
                    <a:pt x="17264" y="18919"/>
                  </a:lnTo>
                  <a:lnTo>
                    <a:pt x="17264" y="16943"/>
                  </a:lnTo>
                  <a:lnTo>
                    <a:pt x="17264" y="16883"/>
                  </a:lnTo>
                  <a:lnTo>
                    <a:pt x="17264" y="14907"/>
                  </a:lnTo>
                  <a:lnTo>
                    <a:pt x="17264" y="14859"/>
                  </a:lnTo>
                  <a:lnTo>
                    <a:pt x="17264" y="12823"/>
                  </a:lnTo>
                  <a:lnTo>
                    <a:pt x="16121" y="12823"/>
                  </a:lnTo>
                  <a:lnTo>
                    <a:pt x="16121" y="5417"/>
                  </a:lnTo>
                  <a:lnTo>
                    <a:pt x="14823" y="5417"/>
                  </a:lnTo>
                  <a:lnTo>
                    <a:pt x="14823" y="4596"/>
                  </a:lnTo>
                  <a:lnTo>
                    <a:pt x="13014" y="4596"/>
                  </a:lnTo>
                  <a:lnTo>
                    <a:pt x="13014" y="2917"/>
                  </a:lnTo>
                  <a:lnTo>
                    <a:pt x="11287" y="2917"/>
                  </a:lnTo>
                  <a:lnTo>
                    <a:pt x="11287" y="1310"/>
                  </a:lnTo>
                  <a:cubicBezTo>
                    <a:pt x="11549" y="1214"/>
                    <a:pt x="11740" y="964"/>
                    <a:pt x="11740" y="679"/>
                  </a:cubicBezTo>
                  <a:cubicBezTo>
                    <a:pt x="11740" y="310"/>
                    <a:pt x="11430" y="0"/>
                    <a:pt x="11061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3" name="Google Shape;1023;p35"/>
            <p:cNvGrpSpPr/>
            <p:nvPr/>
          </p:nvGrpSpPr>
          <p:grpSpPr>
            <a:xfrm>
              <a:off x="3079550" y="2361275"/>
              <a:ext cx="565275" cy="750425"/>
              <a:chOff x="3079550" y="1008875"/>
              <a:chExt cx="565275" cy="750425"/>
            </a:xfrm>
          </p:grpSpPr>
          <p:sp>
            <p:nvSpPr>
              <p:cNvPr id="1024" name="Google Shape;1024;p35"/>
              <p:cNvSpPr/>
              <p:nvPr/>
            </p:nvSpPr>
            <p:spPr>
              <a:xfrm>
                <a:off x="3350400" y="1025850"/>
                <a:ext cx="11350" cy="87250"/>
              </a:xfrm>
              <a:custGeom>
                <a:avLst/>
                <a:gdLst/>
                <a:ahLst/>
                <a:cxnLst/>
                <a:rect l="l" t="t" r="r" b="b"/>
                <a:pathLst>
                  <a:path w="454" h="3490" extrusionOk="0">
                    <a:moveTo>
                      <a:pt x="1" y="1"/>
                    </a:moveTo>
                    <a:lnTo>
                      <a:pt x="1" y="3489"/>
                    </a:lnTo>
                    <a:lnTo>
                      <a:pt x="453" y="3489"/>
                    </a:lnTo>
                    <a:lnTo>
                      <a:pt x="45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35"/>
              <p:cNvSpPr/>
              <p:nvPr/>
            </p:nvSpPr>
            <p:spPr>
              <a:xfrm>
                <a:off x="3339100" y="1008875"/>
                <a:ext cx="33950" cy="33975"/>
              </a:xfrm>
              <a:custGeom>
                <a:avLst/>
                <a:gdLst/>
                <a:ahLst/>
                <a:cxnLst/>
                <a:rect l="l" t="t" r="r" b="b"/>
                <a:pathLst>
                  <a:path w="1358" h="1359" extrusionOk="0">
                    <a:moveTo>
                      <a:pt x="679" y="1"/>
                    </a:moveTo>
                    <a:cubicBezTo>
                      <a:pt x="298" y="1"/>
                      <a:pt x="0" y="310"/>
                      <a:pt x="0" y="680"/>
                    </a:cubicBezTo>
                    <a:cubicBezTo>
                      <a:pt x="0" y="1061"/>
                      <a:pt x="310" y="1358"/>
                      <a:pt x="679" y="1358"/>
                    </a:cubicBezTo>
                    <a:cubicBezTo>
                      <a:pt x="1048" y="1358"/>
                      <a:pt x="1358" y="1049"/>
                      <a:pt x="1358" y="680"/>
                    </a:cubicBezTo>
                    <a:cubicBezTo>
                      <a:pt x="1358" y="310"/>
                      <a:pt x="1048" y="1"/>
                      <a:pt x="67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35"/>
              <p:cNvSpPr/>
              <p:nvPr/>
            </p:nvSpPr>
            <p:spPr>
              <a:xfrm>
                <a:off x="3229550" y="1144325"/>
                <a:ext cx="253050" cy="347375"/>
              </a:xfrm>
              <a:custGeom>
                <a:avLst/>
                <a:gdLst/>
                <a:ahLst/>
                <a:cxnLst/>
                <a:rect l="l" t="t" r="r" b="b"/>
                <a:pathLst>
                  <a:path w="10122" h="13895" extrusionOk="0">
                    <a:moveTo>
                      <a:pt x="1" y="0"/>
                    </a:moveTo>
                    <a:lnTo>
                      <a:pt x="1" y="8835"/>
                    </a:lnTo>
                    <a:cubicBezTo>
                      <a:pt x="1" y="11633"/>
                      <a:pt x="2263" y="13895"/>
                      <a:pt x="5061" y="13895"/>
                    </a:cubicBezTo>
                    <a:cubicBezTo>
                      <a:pt x="7859" y="13895"/>
                      <a:pt x="10121" y="11633"/>
                      <a:pt x="10121" y="8835"/>
                    </a:cubicBezTo>
                    <a:lnTo>
                      <a:pt x="1012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35"/>
              <p:cNvSpPr/>
              <p:nvPr/>
            </p:nvSpPr>
            <p:spPr>
              <a:xfrm>
                <a:off x="3242950" y="1533350"/>
                <a:ext cx="226250" cy="225950"/>
              </a:xfrm>
              <a:custGeom>
                <a:avLst/>
                <a:gdLst/>
                <a:ahLst/>
                <a:cxnLst/>
                <a:rect l="l" t="t" r="r" b="b"/>
                <a:pathLst>
                  <a:path w="9050" h="9038" extrusionOk="0">
                    <a:moveTo>
                      <a:pt x="4525" y="1"/>
                    </a:moveTo>
                    <a:cubicBezTo>
                      <a:pt x="2025" y="1"/>
                      <a:pt x="1" y="2025"/>
                      <a:pt x="1" y="4513"/>
                    </a:cubicBezTo>
                    <a:cubicBezTo>
                      <a:pt x="1" y="7013"/>
                      <a:pt x="2037" y="9037"/>
                      <a:pt x="4525" y="9037"/>
                    </a:cubicBezTo>
                    <a:cubicBezTo>
                      <a:pt x="7025" y="9037"/>
                      <a:pt x="9049" y="7013"/>
                      <a:pt x="9049" y="4513"/>
                    </a:cubicBezTo>
                    <a:cubicBezTo>
                      <a:pt x="9049" y="2025"/>
                      <a:pt x="7025" y="1"/>
                      <a:pt x="45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35"/>
              <p:cNvSpPr/>
              <p:nvPr/>
            </p:nvSpPr>
            <p:spPr>
              <a:xfrm>
                <a:off x="3312300" y="1602700"/>
                <a:ext cx="87550" cy="87250"/>
              </a:xfrm>
              <a:custGeom>
                <a:avLst/>
                <a:gdLst/>
                <a:ahLst/>
                <a:cxnLst/>
                <a:rect l="l" t="t" r="r" b="b"/>
                <a:pathLst>
                  <a:path w="3502" h="3490" extrusionOk="0">
                    <a:moveTo>
                      <a:pt x="1751" y="1"/>
                    </a:moveTo>
                    <a:cubicBezTo>
                      <a:pt x="787" y="1"/>
                      <a:pt x="1" y="775"/>
                      <a:pt x="1" y="1739"/>
                    </a:cubicBezTo>
                    <a:cubicBezTo>
                      <a:pt x="1" y="2715"/>
                      <a:pt x="787" y="3489"/>
                      <a:pt x="1751" y="3489"/>
                    </a:cubicBezTo>
                    <a:cubicBezTo>
                      <a:pt x="2715" y="3489"/>
                      <a:pt x="3501" y="2715"/>
                      <a:pt x="3501" y="1739"/>
                    </a:cubicBezTo>
                    <a:cubicBezTo>
                      <a:pt x="3501" y="775"/>
                      <a:pt x="2715" y="1"/>
                      <a:pt x="17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35"/>
              <p:cNvSpPr/>
              <p:nvPr/>
            </p:nvSpPr>
            <p:spPr>
              <a:xfrm>
                <a:off x="3272125" y="1262200"/>
                <a:ext cx="167900" cy="103600"/>
              </a:xfrm>
              <a:custGeom>
                <a:avLst/>
                <a:gdLst/>
                <a:ahLst/>
                <a:cxnLst/>
                <a:rect l="l" t="t" r="r" b="b"/>
                <a:pathLst>
                  <a:path w="6716" h="4144" extrusionOk="0">
                    <a:moveTo>
                      <a:pt x="0" y="0"/>
                    </a:moveTo>
                    <a:lnTo>
                      <a:pt x="0" y="4143"/>
                    </a:lnTo>
                    <a:lnTo>
                      <a:pt x="6716" y="4143"/>
                    </a:lnTo>
                    <a:lnTo>
                      <a:pt x="67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35"/>
              <p:cNvSpPr/>
              <p:nvPr/>
            </p:nvSpPr>
            <p:spPr>
              <a:xfrm>
                <a:off x="3117350" y="1440200"/>
                <a:ext cx="489375" cy="286050"/>
              </a:xfrm>
              <a:custGeom>
                <a:avLst/>
                <a:gdLst/>
                <a:ahLst/>
                <a:cxnLst/>
                <a:rect l="l" t="t" r="r" b="b"/>
                <a:pathLst>
                  <a:path w="19575" h="11442" extrusionOk="0">
                    <a:moveTo>
                      <a:pt x="9775" y="0"/>
                    </a:moveTo>
                    <a:cubicBezTo>
                      <a:pt x="4382" y="0"/>
                      <a:pt x="0" y="4417"/>
                      <a:pt x="0" y="9846"/>
                    </a:cubicBezTo>
                    <a:lnTo>
                      <a:pt x="0" y="11442"/>
                    </a:lnTo>
                    <a:lnTo>
                      <a:pt x="965" y="11442"/>
                    </a:lnTo>
                    <a:lnTo>
                      <a:pt x="965" y="9846"/>
                    </a:lnTo>
                    <a:cubicBezTo>
                      <a:pt x="965" y="4941"/>
                      <a:pt x="4917" y="964"/>
                      <a:pt x="9775" y="964"/>
                    </a:cubicBezTo>
                    <a:lnTo>
                      <a:pt x="9799" y="964"/>
                    </a:lnTo>
                    <a:cubicBezTo>
                      <a:pt x="14657" y="964"/>
                      <a:pt x="18610" y="4941"/>
                      <a:pt x="18610" y="9846"/>
                    </a:cubicBezTo>
                    <a:lnTo>
                      <a:pt x="18610" y="11442"/>
                    </a:lnTo>
                    <a:lnTo>
                      <a:pt x="19574" y="11442"/>
                    </a:lnTo>
                    <a:lnTo>
                      <a:pt x="19574" y="9846"/>
                    </a:lnTo>
                    <a:cubicBezTo>
                      <a:pt x="19574" y="4417"/>
                      <a:pt x="15181" y="0"/>
                      <a:pt x="97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35"/>
              <p:cNvSpPr/>
              <p:nvPr/>
            </p:nvSpPr>
            <p:spPr>
              <a:xfrm>
                <a:off x="3200400" y="15836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35"/>
              <p:cNvSpPr/>
              <p:nvPr/>
            </p:nvSpPr>
            <p:spPr>
              <a:xfrm>
                <a:off x="3252175" y="15836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35"/>
              <p:cNvSpPr/>
              <p:nvPr/>
            </p:nvSpPr>
            <p:spPr>
              <a:xfrm>
                <a:off x="3303975" y="15836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35"/>
              <p:cNvSpPr/>
              <p:nvPr/>
            </p:nvSpPr>
            <p:spPr>
              <a:xfrm>
                <a:off x="3355475" y="15836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35"/>
              <p:cNvSpPr/>
              <p:nvPr/>
            </p:nvSpPr>
            <p:spPr>
              <a:xfrm>
                <a:off x="3407250" y="15836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35"/>
              <p:cNvSpPr/>
              <p:nvPr/>
            </p:nvSpPr>
            <p:spPr>
              <a:xfrm>
                <a:off x="3459050" y="15836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35"/>
              <p:cNvSpPr/>
              <p:nvPr/>
            </p:nvSpPr>
            <p:spPr>
              <a:xfrm>
                <a:off x="3200400" y="15327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35"/>
              <p:cNvSpPr/>
              <p:nvPr/>
            </p:nvSpPr>
            <p:spPr>
              <a:xfrm>
                <a:off x="3252175" y="15327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35"/>
              <p:cNvSpPr/>
              <p:nvPr/>
            </p:nvSpPr>
            <p:spPr>
              <a:xfrm>
                <a:off x="3303975" y="15327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35"/>
              <p:cNvSpPr/>
              <p:nvPr/>
            </p:nvSpPr>
            <p:spPr>
              <a:xfrm>
                <a:off x="3355475" y="15327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35"/>
              <p:cNvSpPr/>
              <p:nvPr/>
            </p:nvSpPr>
            <p:spPr>
              <a:xfrm>
                <a:off x="3407250" y="15327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35"/>
              <p:cNvSpPr/>
              <p:nvPr/>
            </p:nvSpPr>
            <p:spPr>
              <a:xfrm>
                <a:off x="3459050" y="15327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35"/>
              <p:cNvSpPr/>
              <p:nvPr/>
            </p:nvSpPr>
            <p:spPr>
              <a:xfrm>
                <a:off x="3200400" y="1481850"/>
                <a:ext cx="52100" cy="524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97" extrusionOk="0">
                    <a:moveTo>
                      <a:pt x="0" y="1"/>
                    </a:moveTo>
                    <a:lnTo>
                      <a:pt x="0" y="2096"/>
                    </a:lnTo>
                    <a:lnTo>
                      <a:pt x="2084" y="2096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35"/>
              <p:cNvSpPr/>
              <p:nvPr/>
            </p:nvSpPr>
            <p:spPr>
              <a:xfrm>
                <a:off x="3252175" y="1481850"/>
                <a:ext cx="52125" cy="524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97" extrusionOk="0">
                    <a:moveTo>
                      <a:pt x="1" y="1"/>
                    </a:moveTo>
                    <a:lnTo>
                      <a:pt x="1" y="2096"/>
                    </a:lnTo>
                    <a:lnTo>
                      <a:pt x="2084" y="2096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35"/>
              <p:cNvSpPr/>
              <p:nvPr/>
            </p:nvSpPr>
            <p:spPr>
              <a:xfrm>
                <a:off x="3303975" y="1481850"/>
                <a:ext cx="52100" cy="524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97" extrusionOk="0">
                    <a:moveTo>
                      <a:pt x="0" y="1"/>
                    </a:moveTo>
                    <a:lnTo>
                      <a:pt x="0" y="2096"/>
                    </a:lnTo>
                    <a:lnTo>
                      <a:pt x="2084" y="2096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35"/>
              <p:cNvSpPr/>
              <p:nvPr/>
            </p:nvSpPr>
            <p:spPr>
              <a:xfrm>
                <a:off x="3355475" y="1481850"/>
                <a:ext cx="52100" cy="524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97" extrusionOk="0">
                    <a:moveTo>
                      <a:pt x="0" y="1"/>
                    </a:moveTo>
                    <a:lnTo>
                      <a:pt x="0" y="2096"/>
                    </a:lnTo>
                    <a:lnTo>
                      <a:pt x="2084" y="2096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35"/>
              <p:cNvSpPr/>
              <p:nvPr/>
            </p:nvSpPr>
            <p:spPr>
              <a:xfrm>
                <a:off x="3407250" y="1481850"/>
                <a:ext cx="52125" cy="524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97" extrusionOk="0">
                    <a:moveTo>
                      <a:pt x="1" y="1"/>
                    </a:moveTo>
                    <a:lnTo>
                      <a:pt x="1" y="2096"/>
                    </a:lnTo>
                    <a:lnTo>
                      <a:pt x="2084" y="2096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35"/>
              <p:cNvSpPr/>
              <p:nvPr/>
            </p:nvSpPr>
            <p:spPr>
              <a:xfrm>
                <a:off x="3459050" y="1481850"/>
                <a:ext cx="52125" cy="524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97" extrusionOk="0">
                    <a:moveTo>
                      <a:pt x="1" y="1"/>
                    </a:moveTo>
                    <a:lnTo>
                      <a:pt x="1" y="2096"/>
                    </a:lnTo>
                    <a:lnTo>
                      <a:pt x="2084" y="2096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35"/>
              <p:cNvSpPr/>
              <p:nvPr/>
            </p:nvSpPr>
            <p:spPr>
              <a:xfrm>
                <a:off x="3200400" y="14312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35"/>
              <p:cNvSpPr/>
              <p:nvPr/>
            </p:nvSpPr>
            <p:spPr>
              <a:xfrm>
                <a:off x="3252175" y="14312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35"/>
              <p:cNvSpPr/>
              <p:nvPr/>
            </p:nvSpPr>
            <p:spPr>
              <a:xfrm>
                <a:off x="3303975" y="14312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35"/>
              <p:cNvSpPr/>
              <p:nvPr/>
            </p:nvSpPr>
            <p:spPr>
              <a:xfrm>
                <a:off x="3355475" y="14312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35"/>
              <p:cNvSpPr/>
              <p:nvPr/>
            </p:nvSpPr>
            <p:spPr>
              <a:xfrm>
                <a:off x="3407250" y="14312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35"/>
              <p:cNvSpPr/>
              <p:nvPr/>
            </p:nvSpPr>
            <p:spPr>
              <a:xfrm>
                <a:off x="3459050" y="14312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35"/>
              <p:cNvSpPr/>
              <p:nvPr/>
            </p:nvSpPr>
            <p:spPr>
              <a:xfrm>
                <a:off x="3200400" y="13803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35"/>
              <p:cNvSpPr/>
              <p:nvPr/>
            </p:nvSpPr>
            <p:spPr>
              <a:xfrm>
                <a:off x="3252175" y="13803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35"/>
              <p:cNvSpPr/>
              <p:nvPr/>
            </p:nvSpPr>
            <p:spPr>
              <a:xfrm>
                <a:off x="3303975" y="13803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35"/>
              <p:cNvSpPr/>
              <p:nvPr/>
            </p:nvSpPr>
            <p:spPr>
              <a:xfrm>
                <a:off x="3355475" y="13803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35"/>
              <p:cNvSpPr/>
              <p:nvPr/>
            </p:nvSpPr>
            <p:spPr>
              <a:xfrm>
                <a:off x="3407250" y="13803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35"/>
              <p:cNvSpPr/>
              <p:nvPr/>
            </p:nvSpPr>
            <p:spPr>
              <a:xfrm>
                <a:off x="3459050" y="13803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35"/>
              <p:cNvSpPr/>
              <p:nvPr/>
            </p:nvSpPr>
            <p:spPr>
              <a:xfrm>
                <a:off x="3200400" y="13294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35"/>
              <p:cNvSpPr/>
              <p:nvPr/>
            </p:nvSpPr>
            <p:spPr>
              <a:xfrm>
                <a:off x="3252175" y="13294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35"/>
              <p:cNvSpPr/>
              <p:nvPr/>
            </p:nvSpPr>
            <p:spPr>
              <a:xfrm>
                <a:off x="3303975" y="13294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5"/>
              <p:cNvSpPr/>
              <p:nvPr/>
            </p:nvSpPr>
            <p:spPr>
              <a:xfrm>
                <a:off x="3355475" y="1329450"/>
                <a:ext cx="52100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4" h="2085" extrusionOk="0">
                    <a:moveTo>
                      <a:pt x="0" y="1"/>
                    </a:moveTo>
                    <a:lnTo>
                      <a:pt x="0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35"/>
              <p:cNvSpPr/>
              <p:nvPr/>
            </p:nvSpPr>
            <p:spPr>
              <a:xfrm>
                <a:off x="3407250" y="13294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35"/>
              <p:cNvSpPr/>
              <p:nvPr/>
            </p:nvSpPr>
            <p:spPr>
              <a:xfrm>
                <a:off x="3459050" y="1329450"/>
                <a:ext cx="52125" cy="52125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2085" extrusionOk="0">
                    <a:moveTo>
                      <a:pt x="1" y="1"/>
                    </a:moveTo>
                    <a:lnTo>
                      <a:pt x="1" y="2084"/>
                    </a:lnTo>
                    <a:lnTo>
                      <a:pt x="2084" y="2084"/>
                    </a:lnTo>
                    <a:lnTo>
                      <a:pt x="208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5"/>
              <p:cNvSpPr/>
              <p:nvPr/>
            </p:nvSpPr>
            <p:spPr>
              <a:xfrm>
                <a:off x="3079550" y="1711050"/>
                <a:ext cx="100325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4013" h="1930" extrusionOk="0">
                    <a:moveTo>
                      <a:pt x="0" y="1"/>
                    </a:moveTo>
                    <a:lnTo>
                      <a:pt x="0" y="1929"/>
                    </a:lnTo>
                    <a:lnTo>
                      <a:pt x="4012" y="1929"/>
                    </a:lnTo>
                    <a:lnTo>
                      <a:pt x="401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5"/>
              <p:cNvSpPr/>
              <p:nvPr/>
            </p:nvSpPr>
            <p:spPr>
              <a:xfrm>
                <a:off x="3544475" y="1711050"/>
                <a:ext cx="10035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4014" h="1930" extrusionOk="0">
                    <a:moveTo>
                      <a:pt x="1" y="1"/>
                    </a:moveTo>
                    <a:lnTo>
                      <a:pt x="1" y="1929"/>
                    </a:lnTo>
                    <a:lnTo>
                      <a:pt x="4013" y="1929"/>
                    </a:lnTo>
                    <a:lnTo>
                      <a:pt x="401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35"/>
              <p:cNvSpPr/>
              <p:nvPr/>
            </p:nvSpPr>
            <p:spPr>
              <a:xfrm>
                <a:off x="3272125" y="1200875"/>
                <a:ext cx="2325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930" h="1465" extrusionOk="0">
                    <a:moveTo>
                      <a:pt x="0" y="0"/>
                    </a:moveTo>
                    <a:lnTo>
                      <a:pt x="0" y="1465"/>
                    </a:lnTo>
                    <a:lnTo>
                      <a:pt x="929" y="1465"/>
                    </a:lnTo>
                    <a:lnTo>
                      <a:pt x="92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5"/>
              <p:cNvSpPr/>
              <p:nvPr/>
            </p:nvSpPr>
            <p:spPr>
              <a:xfrm>
                <a:off x="3344450" y="1200875"/>
                <a:ext cx="2325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930" h="1465" extrusionOk="0">
                    <a:moveTo>
                      <a:pt x="1" y="0"/>
                    </a:moveTo>
                    <a:lnTo>
                      <a:pt x="1" y="1465"/>
                    </a:lnTo>
                    <a:lnTo>
                      <a:pt x="929" y="1465"/>
                    </a:lnTo>
                    <a:lnTo>
                      <a:pt x="92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35"/>
              <p:cNvSpPr/>
              <p:nvPr/>
            </p:nvSpPr>
            <p:spPr>
              <a:xfrm>
                <a:off x="3344450" y="1200875"/>
                <a:ext cx="2325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930" h="1465" extrusionOk="0">
                    <a:moveTo>
                      <a:pt x="1" y="0"/>
                    </a:moveTo>
                    <a:lnTo>
                      <a:pt x="1" y="1465"/>
                    </a:lnTo>
                    <a:lnTo>
                      <a:pt x="929" y="1465"/>
                    </a:lnTo>
                    <a:lnTo>
                      <a:pt x="92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35"/>
              <p:cNvSpPr/>
              <p:nvPr/>
            </p:nvSpPr>
            <p:spPr>
              <a:xfrm>
                <a:off x="3417075" y="1200875"/>
                <a:ext cx="22950" cy="36625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465" extrusionOk="0">
                    <a:moveTo>
                      <a:pt x="1" y="0"/>
                    </a:moveTo>
                    <a:lnTo>
                      <a:pt x="1" y="1465"/>
                    </a:lnTo>
                    <a:lnTo>
                      <a:pt x="918" y="1465"/>
                    </a:lnTo>
                    <a:lnTo>
                      <a:pt x="9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35"/>
              <p:cNvSpPr/>
              <p:nvPr/>
            </p:nvSpPr>
            <p:spPr>
              <a:xfrm>
                <a:off x="3262000" y="1123775"/>
                <a:ext cx="188150" cy="20575"/>
              </a:xfrm>
              <a:custGeom>
                <a:avLst/>
                <a:gdLst/>
                <a:ahLst/>
                <a:cxnLst/>
                <a:rect l="l" t="t" r="r" b="b"/>
                <a:pathLst>
                  <a:path w="7526" h="823" extrusionOk="0">
                    <a:moveTo>
                      <a:pt x="1" y="1"/>
                    </a:moveTo>
                    <a:lnTo>
                      <a:pt x="1" y="822"/>
                    </a:lnTo>
                    <a:lnTo>
                      <a:pt x="7525" y="822"/>
                    </a:lnTo>
                    <a:lnTo>
                      <a:pt x="752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35"/>
              <p:cNvSpPr/>
              <p:nvPr/>
            </p:nvSpPr>
            <p:spPr>
              <a:xfrm>
                <a:off x="3307250" y="1081800"/>
                <a:ext cx="97350" cy="42000"/>
              </a:xfrm>
              <a:custGeom>
                <a:avLst/>
                <a:gdLst/>
                <a:ahLst/>
                <a:cxnLst/>
                <a:rect l="l" t="t" r="r" b="b"/>
                <a:pathLst>
                  <a:path w="3894" h="1680" extrusionOk="0">
                    <a:moveTo>
                      <a:pt x="0" y="1"/>
                    </a:moveTo>
                    <a:lnTo>
                      <a:pt x="0" y="1680"/>
                    </a:lnTo>
                    <a:lnTo>
                      <a:pt x="3894" y="1680"/>
                    </a:lnTo>
                    <a:lnTo>
                      <a:pt x="389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75" name="Google Shape;1075;p35"/>
          <p:cNvGrpSpPr/>
          <p:nvPr/>
        </p:nvGrpSpPr>
        <p:grpSpPr>
          <a:xfrm rot="533447">
            <a:off x="-107717" y="2625234"/>
            <a:ext cx="1642226" cy="759018"/>
            <a:chOff x="583400" y="1583225"/>
            <a:chExt cx="508125" cy="237250"/>
          </a:xfrm>
        </p:grpSpPr>
        <p:sp>
          <p:nvSpPr>
            <p:cNvPr id="1076" name="Google Shape;1076;p35"/>
            <p:cNvSpPr/>
            <p:nvPr/>
          </p:nvSpPr>
          <p:spPr>
            <a:xfrm>
              <a:off x="583400" y="1583363"/>
              <a:ext cx="508125" cy="236975"/>
            </a:xfrm>
            <a:custGeom>
              <a:avLst/>
              <a:gdLst/>
              <a:ahLst/>
              <a:cxnLst/>
              <a:rect l="l" t="t" r="r" b="b"/>
              <a:pathLst>
                <a:path w="20325" h="9479" extrusionOk="0">
                  <a:moveTo>
                    <a:pt x="5644" y="1"/>
                  </a:moveTo>
                  <a:cubicBezTo>
                    <a:pt x="5037" y="1"/>
                    <a:pt x="4560" y="489"/>
                    <a:pt x="4560" y="1084"/>
                  </a:cubicBezTo>
                  <a:lnTo>
                    <a:pt x="4560" y="3001"/>
                  </a:lnTo>
                  <a:cubicBezTo>
                    <a:pt x="4310" y="3013"/>
                    <a:pt x="4120" y="3215"/>
                    <a:pt x="4120" y="3465"/>
                  </a:cubicBezTo>
                  <a:lnTo>
                    <a:pt x="4120" y="3954"/>
                  </a:lnTo>
                  <a:lnTo>
                    <a:pt x="3632" y="3954"/>
                  </a:lnTo>
                  <a:lnTo>
                    <a:pt x="3632" y="4287"/>
                  </a:lnTo>
                  <a:lnTo>
                    <a:pt x="2179" y="4287"/>
                  </a:lnTo>
                  <a:cubicBezTo>
                    <a:pt x="2036" y="3835"/>
                    <a:pt x="1620" y="3501"/>
                    <a:pt x="1108" y="3501"/>
                  </a:cubicBezTo>
                  <a:cubicBezTo>
                    <a:pt x="500" y="3501"/>
                    <a:pt x="0" y="4001"/>
                    <a:pt x="0" y="4608"/>
                  </a:cubicBezTo>
                  <a:cubicBezTo>
                    <a:pt x="0" y="5228"/>
                    <a:pt x="500" y="5728"/>
                    <a:pt x="1108" y="5728"/>
                  </a:cubicBezTo>
                  <a:cubicBezTo>
                    <a:pt x="1608" y="5728"/>
                    <a:pt x="2024" y="5406"/>
                    <a:pt x="2167" y="4954"/>
                  </a:cubicBezTo>
                  <a:lnTo>
                    <a:pt x="3632" y="4954"/>
                  </a:lnTo>
                  <a:lnTo>
                    <a:pt x="3632" y="5299"/>
                  </a:lnTo>
                  <a:lnTo>
                    <a:pt x="4120" y="5299"/>
                  </a:lnTo>
                  <a:lnTo>
                    <a:pt x="4120" y="5728"/>
                  </a:lnTo>
                  <a:cubicBezTo>
                    <a:pt x="4120" y="5978"/>
                    <a:pt x="4310" y="6180"/>
                    <a:pt x="4560" y="6192"/>
                  </a:cubicBezTo>
                  <a:lnTo>
                    <a:pt x="4560" y="8395"/>
                  </a:lnTo>
                  <a:cubicBezTo>
                    <a:pt x="4560" y="8990"/>
                    <a:pt x="5037" y="9478"/>
                    <a:pt x="5644" y="9478"/>
                  </a:cubicBezTo>
                  <a:lnTo>
                    <a:pt x="14657" y="9478"/>
                  </a:lnTo>
                  <a:cubicBezTo>
                    <a:pt x="15252" y="9478"/>
                    <a:pt x="15740" y="8990"/>
                    <a:pt x="15740" y="8395"/>
                  </a:cubicBezTo>
                  <a:lnTo>
                    <a:pt x="15740" y="6192"/>
                  </a:lnTo>
                  <a:cubicBezTo>
                    <a:pt x="16002" y="6192"/>
                    <a:pt x="16205" y="5990"/>
                    <a:pt x="16205" y="5728"/>
                  </a:cubicBezTo>
                  <a:lnTo>
                    <a:pt x="16205" y="5240"/>
                  </a:lnTo>
                  <a:lnTo>
                    <a:pt x="16693" y="5240"/>
                  </a:lnTo>
                  <a:lnTo>
                    <a:pt x="16693" y="4906"/>
                  </a:lnTo>
                  <a:lnTo>
                    <a:pt x="18145" y="4906"/>
                  </a:lnTo>
                  <a:cubicBezTo>
                    <a:pt x="18288" y="5359"/>
                    <a:pt x="18705" y="5692"/>
                    <a:pt x="19217" y="5692"/>
                  </a:cubicBezTo>
                  <a:cubicBezTo>
                    <a:pt x="19824" y="5692"/>
                    <a:pt x="20324" y="5192"/>
                    <a:pt x="20324" y="4573"/>
                  </a:cubicBezTo>
                  <a:cubicBezTo>
                    <a:pt x="20324" y="3966"/>
                    <a:pt x="19824" y="3465"/>
                    <a:pt x="19217" y="3465"/>
                  </a:cubicBezTo>
                  <a:cubicBezTo>
                    <a:pt x="18717" y="3465"/>
                    <a:pt x="18288" y="3787"/>
                    <a:pt x="18145" y="4239"/>
                  </a:cubicBezTo>
                  <a:lnTo>
                    <a:pt x="16693" y="4239"/>
                  </a:lnTo>
                  <a:lnTo>
                    <a:pt x="16693" y="3894"/>
                  </a:lnTo>
                  <a:lnTo>
                    <a:pt x="16205" y="3894"/>
                  </a:lnTo>
                  <a:lnTo>
                    <a:pt x="16205" y="3465"/>
                  </a:lnTo>
                  <a:cubicBezTo>
                    <a:pt x="16205" y="3204"/>
                    <a:pt x="16002" y="3001"/>
                    <a:pt x="15740" y="3001"/>
                  </a:cubicBezTo>
                  <a:lnTo>
                    <a:pt x="15740" y="1084"/>
                  </a:lnTo>
                  <a:cubicBezTo>
                    <a:pt x="15740" y="489"/>
                    <a:pt x="15252" y="1"/>
                    <a:pt x="14657" y="1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77" name="Google Shape;1077;p35"/>
            <p:cNvGrpSpPr/>
            <p:nvPr/>
          </p:nvGrpSpPr>
          <p:grpSpPr>
            <a:xfrm>
              <a:off x="583400" y="1583225"/>
              <a:ext cx="508125" cy="237250"/>
              <a:chOff x="583400" y="-106425"/>
              <a:chExt cx="508125" cy="237250"/>
            </a:xfrm>
          </p:grpSpPr>
          <p:sp>
            <p:nvSpPr>
              <p:cNvPr id="1078" name="Google Shape;1078;p35"/>
              <p:cNvSpPr/>
              <p:nvPr/>
            </p:nvSpPr>
            <p:spPr>
              <a:xfrm>
                <a:off x="988500" y="-175"/>
                <a:ext cx="75325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3013" h="644" extrusionOk="0">
                    <a:moveTo>
                      <a:pt x="1" y="1"/>
                    </a:moveTo>
                    <a:lnTo>
                      <a:pt x="1" y="644"/>
                    </a:lnTo>
                    <a:lnTo>
                      <a:pt x="3013" y="644"/>
                    </a:lnTo>
                    <a:lnTo>
                      <a:pt x="301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35"/>
              <p:cNvSpPr/>
              <p:nvPr/>
            </p:nvSpPr>
            <p:spPr>
              <a:xfrm>
                <a:off x="976900" y="-9100"/>
                <a:ext cx="23825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953" h="1347" extrusionOk="0">
                    <a:moveTo>
                      <a:pt x="0" y="1"/>
                    </a:moveTo>
                    <a:lnTo>
                      <a:pt x="0" y="1346"/>
                    </a:lnTo>
                    <a:lnTo>
                      <a:pt x="953" y="1346"/>
                    </a:lnTo>
                    <a:lnTo>
                      <a:pt x="95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35"/>
              <p:cNvSpPr/>
              <p:nvPr/>
            </p:nvSpPr>
            <p:spPr>
              <a:xfrm>
                <a:off x="965275" y="-31425"/>
                <a:ext cx="232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3192" extrusionOk="0">
                    <a:moveTo>
                      <a:pt x="465" y="1"/>
                    </a:moveTo>
                    <a:cubicBezTo>
                      <a:pt x="215" y="1"/>
                      <a:pt x="1" y="215"/>
                      <a:pt x="1" y="465"/>
                    </a:cubicBezTo>
                    <a:lnTo>
                      <a:pt x="1" y="2739"/>
                    </a:lnTo>
                    <a:cubicBezTo>
                      <a:pt x="1" y="2989"/>
                      <a:pt x="215" y="3192"/>
                      <a:pt x="465" y="3192"/>
                    </a:cubicBezTo>
                    <a:cubicBezTo>
                      <a:pt x="727" y="3192"/>
                      <a:pt x="930" y="2989"/>
                      <a:pt x="930" y="2739"/>
                    </a:cubicBezTo>
                    <a:lnTo>
                      <a:pt x="930" y="465"/>
                    </a:lnTo>
                    <a:cubicBezTo>
                      <a:pt x="930" y="215"/>
                      <a:pt x="727" y="1"/>
                      <a:pt x="4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35"/>
              <p:cNvSpPr/>
              <p:nvPr/>
            </p:nvSpPr>
            <p:spPr>
              <a:xfrm>
                <a:off x="1035825" y="-19825"/>
                <a:ext cx="55700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2228" extrusionOk="0">
                    <a:moveTo>
                      <a:pt x="1120" y="1"/>
                    </a:moveTo>
                    <a:cubicBezTo>
                      <a:pt x="501" y="1"/>
                      <a:pt x="1" y="501"/>
                      <a:pt x="1" y="1120"/>
                    </a:cubicBezTo>
                    <a:cubicBezTo>
                      <a:pt x="1" y="1727"/>
                      <a:pt x="501" y="2227"/>
                      <a:pt x="1120" y="2227"/>
                    </a:cubicBezTo>
                    <a:cubicBezTo>
                      <a:pt x="1727" y="2227"/>
                      <a:pt x="2227" y="1727"/>
                      <a:pt x="2227" y="1120"/>
                    </a:cubicBezTo>
                    <a:cubicBezTo>
                      <a:pt x="2227" y="501"/>
                      <a:pt x="1727" y="1"/>
                      <a:pt x="112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35"/>
              <p:cNvSpPr/>
              <p:nvPr/>
            </p:nvSpPr>
            <p:spPr>
              <a:xfrm>
                <a:off x="611075" y="1325"/>
                <a:ext cx="75325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3013" h="644" extrusionOk="0">
                    <a:moveTo>
                      <a:pt x="1" y="0"/>
                    </a:moveTo>
                    <a:lnTo>
                      <a:pt x="1" y="643"/>
                    </a:lnTo>
                    <a:lnTo>
                      <a:pt x="3013" y="643"/>
                    </a:lnTo>
                    <a:lnTo>
                      <a:pt x="30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35"/>
              <p:cNvSpPr/>
              <p:nvPr/>
            </p:nvSpPr>
            <p:spPr>
              <a:xfrm>
                <a:off x="674175" y="-7300"/>
                <a:ext cx="23850" cy="33350"/>
              </a:xfrm>
              <a:custGeom>
                <a:avLst/>
                <a:gdLst/>
                <a:ahLst/>
                <a:cxnLst/>
                <a:rect l="l" t="t" r="r" b="b"/>
                <a:pathLst>
                  <a:path w="954" h="1334" extrusionOk="0">
                    <a:moveTo>
                      <a:pt x="1" y="0"/>
                    </a:moveTo>
                    <a:lnTo>
                      <a:pt x="1" y="1334"/>
                    </a:lnTo>
                    <a:lnTo>
                      <a:pt x="953" y="1334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35"/>
              <p:cNvSpPr/>
              <p:nvPr/>
            </p:nvSpPr>
            <p:spPr>
              <a:xfrm>
                <a:off x="686375" y="-31425"/>
                <a:ext cx="232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3192" extrusionOk="0">
                    <a:moveTo>
                      <a:pt x="465" y="1"/>
                    </a:moveTo>
                    <a:cubicBezTo>
                      <a:pt x="203" y="1"/>
                      <a:pt x="1" y="215"/>
                      <a:pt x="1" y="465"/>
                    </a:cubicBezTo>
                    <a:lnTo>
                      <a:pt x="1" y="2739"/>
                    </a:lnTo>
                    <a:cubicBezTo>
                      <a:pt x="1" y="2989"/>
                      <a:pt x="203" y="3192"/>
                      <a:pt x="465" y="3192"/>
                    </a:cubicBezTo>
                    <a:cubicBezTo>
                      <a:pt x="715" y="3192"/>
                      <a:pt x="930" y="2989"/>
                      <a:pt x="930" y="2739"/>
                    </a:cubicBezTo>
                    <a:lnTo>
                      <a:pt x="930" y="465"/>
                    </a:lnTo>
                    <a:cubicBezTo>
                      <a:pt x="930" y="215"/>
                      <a:pt x="715" y="1"/>
                      <a:pt x="4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35"/>
              <p:cNvSpPr/>
              <p:nvPr/>
            </p:nvSpPr>
            <p:spPr>
              <a:xfrm>
                <a:off x="583400" y="-18925"/>
                <a:ext cx="55675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228" extrusionOk="0">
                    <a:moveTo>
                      <a:pt x="1119" y="1"/>
                    </a:moveTo>
                    <a:cubicBezTo>
                      <a:pt x="500" y="1"/>
                      <a:pt x="0" y="501"/>
                      <a:pt x="0" y="1120"/>
                    </a:cubicBezTo>
                    <a:cubicBezTo>
                      <a:pt x="0" y="1739"/>
                      <a:pt x="500" y="2227"/>
                      <a:pt x="1119" y="2227"/>
                    </a:cubicBezTo>
                    <a:cubicBezTo>
                      <a:pt x="1727" y="2227"/>
                      <a:pt x="2227" y="1727"/>
                      <a:pt x="2227" y="1120"/>
                    </a:cubicBezTo>
                    <a:cubicBezTo>
                      <a:pt x="2227" y="501"/>
                      <a:pt x="1727" y="1"/>
                      <a:pt x="111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35"/>
              <p:cNvSpPr/>
              <p:nvPr/>
            </p:nvSpPr>
            <p:spPr>
              <a:xfrm>
                <a:off x="697400" y="-106425"/>
                <a:ext cx="279525" cy="237250"/>
              </a:xfrm>
              <a:custGeom>
                <a:avLst/>
                <a:gdLst/>
                <a:ahLst/>
                <a:cxnLst/>
                <a:rect l="l" t="t" r="r" b="b"/>
                <a:pathLst>
                  <a:path w="11181" h="9490" extrusionOk="0">
                    <a:moveTo>
                      <a:pt x="1084" y="0"/>
                    </a:moveTo>
                    <a:cubicBezTo>
                      <a:pt x="489" y="0"/>
                      <a:pt x="0" y="488"/>
                      <a:pt x="0" y="1096"/>
                    </a:cubicBezTo>
                    <a:lnTo>
                      <a:pt x="0" y="8394"/>
                    </a:lnTo>
                    <a:cubicBezTo>
                      <a:pt x="0" y="9001"/>
                      <a:pt x="489" y="9490"/>
                      <a:pt x="1084" y="9490"/>
                    </a:cubicBezTo>
                    <a:lnTo>
                      <a:pt x="10097" y="9490"/>
                    </a:lnTo>
                    <a:cubicBezTo>
                      <a:pt x="10692" y="9490"/>
                      <a:pt x="11180" y="9001"/>
                      <a:pt x="11180" y="8394"/>
                    </a:cubicBezTo>
                    <a:lnTo>
                      <a:pt x="11180" y="1096"/>
                    </a:lnTo>
                    <a:cubicBezTo>
                      <a:pt x="11180" y="488"/>
                      <a:pt x="10692" y="0"/>
                      <a:pt x="1009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35"/>
              <p:cNvSpPr/>
              <p:nvPr/>
            </p:nvSpPr>
            <p:spPr>
              <a:xfrm>
                <a:off x="723000" y="33175"/>
                <a:ext cx="228325" cy="72050"/>
              </a:xfrm>
              <a:custGeom>
                <a:avLst/>
                <a:gdLst/>
                <a:ahLst/>
                <a:cxnLst/>
                <a:rect l="l" t="t" r="r" b="b"/>
                <a:pathLst>
                  <a:path w="9133" h="2882" extrusionOk="0">
                    <a:moveTo>
                      <a:pt x="1381" y="0"/>
                    </a:moveTo>
                    <a:cubicBezTo>
                      <a:pt x="619" y="0"/>
                      <a:pt x="0" y="655"/>
                      <a:pt x="0" y="1441"/>
                    </a:cubicBezTo>
                    <a:cubicBezTo>
                      <a:pt x="0" y="2239"/>
                      <a:pt x="619" y="2882"/>
                      <a:pt x="1381" y="2882"/>
                    </a:cubicBezTo>
                    <a:lnTo>
                      <a:pt x="7739" y="2882"/>
                    </a:lnTo>
                    <a:cubicBezTo>
                      <a:pt x="8513" y="2882"/>
                      <a:pt x="9132" y="2239"/>
                      <a:pt x="9132" y="1441"/>
                    </a:cubicBezTo>
                    <a:cubicBezTo>
                      <a:pt x="9132" y="643"/>
                      <a:pt x="8513" y="0"/>
                      <a:pt x="77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35"/>
              <p:cNvSpPr/>
              <p:nvPr/>
            </p:nvSpPr>
            <p:spPr>
              <a:xfrm>
                <a:off x="750650" y="-48825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489" y="1"/>
                    </a:moveTo>
                    <a:cubicBezTo>
                      <a:pt x="230" y="1"/>
                      <a:pt x="1" y="339"/>
                      <a:pt x="240" y="578"/>
                    </a:cubicBezTo>
                    <a:cubicBezTo>
                      <a:pt x="787" y="1125"/>
                      <a:pt x="1335" y="1697"/>
                      <a:pt x="1895" y="2233"/>
                    </a:cubicBezTo>
                    <a:cubicBezTo>
                      <a:pt x="1966" y="2299"/>
                      <a:pt x="2046" y="2327"/>
                      <a:pt x="2122" y="2327"/>
                    </a:cubicBezTo>
                    <a:cubicBezTo>
                      <a:pt x="2389" y="2327"/>
                      <a:pt x="2621" y="1988"/>
                      <a:pt x="2371" y="1756"/>
                    </a:cubicBezTo>
                    <a:cubicBezTo>
                      <a:pt x="1811" y="1221"/>
                      <a:pt x="1264" y="649"/>
                      <a:pt x="716" y="101"/>
                    </a:cubicBezTo>
                    <a:cubicBezTo>
                      <a:pt x="645" y="31"/>
                      <a:pt x="566" y="1"/>
                      <a:pt x="4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35"/>
              <p:cNvSpPr/>
              <p:nvPr/>
            </p:nvSpPr>
            <p:spPr>
              <a:xfrm>
                <a:off x="750375" y="-48825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2133" y="1"/>
                    </a:moveTo>
                    <a:cubicBezTo>
                      <a:pt x="2056" y="1"/>
                      <a:pt x="1976" y="31"/>
                      <a:pt x="1906" y="101"/>
                    </a:cubicBezTo>
                    <a:cubicBezTo>
                      <a:pt x="1358" y="649"/>
                      <a:pt x="810" y="1221"/>
                      <a:pt x="251" y="1756"/>
                    </a:cubicBezTo>
                    <a:cubicBezTo>
                      <a:pt x="1" y="1988"/>
                      <a:pt x="240" y="2327"/>
                      <a:pt x="504" y="2327"/>
                    </a:cubicBezTo>
                    <a:cubicBezTo>
                      <a:pt x="580" y="2327"/>
                      <a:pt x="658" y="2299"/>
                      <a:pt x="727" y="2233"/>
                    </a:cubicBezTo>
                    <a:cubicBezTo>
                      <a:pt x="1287" y="1697"/>
                      <a:pt x="1834" y="1125"/>
                      <a:pt x="2382" y="578"/>
                    </a:cubicBezTo>
                    <a:cubicBezTo>
                      <a:pt x="2621" y="339"/>
                      <a:pt x="2392" y="1"/>
                      <a:pt x="21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35"/>
              <p:cNvSpPr/>
              <p:nvPr/>
            </p:nvSpPr>
            <p:spPr>
              <a:xfrm>
                <a:off x="854550" y="-48825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488" y="1"/>
                    </a:moveTo>
                    <a:cubicBezTo>
                      <a:pt x="229" y="1"/>
                      <a:pt x="0" y="339"/>
                      <a:pt x="239" y="578"/>
                    </a:cubicBezTo>
                    <a:cubicBezTo>
                      <a:pt x="787" y="1125"/>
                      <a:pt x="1334" y="1697"/>
                      <a:pt x="1894" y="2233"/>
                    </a:cubicBezTo>
                    <a:cubicBezTo>
                      <a:pt x="1963" y="2299"/>
                      <a:pt x="2041" y="2327"/>
                      <a:pt x="2117" y="2327"/>
                    </a:cubicBezTo>
                    <a:cubicBezTo>
                      <a:pt x="2381" y="2327"/>
                      <a:pt x="2620" y="1988"/>
                      <a:pt x="2370" y="1756"/>
                    </a:cubicBezTo>
                    <a:cubicBezTo>
                      <a:pt x="1811" y="1221"/>
                      <a:pt x="1263" y="649"/>
                      <a:pt x="715" y="101"/>
                    </a:cubicBezTo>
                    <a:cubicBezTo>
                      <a:pt x="644" y="31"/>
                      <a:pt x="565" y="1"/>
                      <a:pt x="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35"/>
              <p:cNvSpPr/>
              <p:nvPr/>
            </p:nvSpPr>
            <p:spPr>
              <a:xfrm>
                <a:off x="854275" y="-48825"/>
                <a:ext cx="65500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0" h="2327" extrusionOk="0">
                    <a:moveTo>
                      <a:pt x="2132" y="1"/>
                    </a:moveTo>
                    <a:cubicBezTo>
                      <a:pt x="2055" y="1"/>
                      <a:pt x="1976" y="31"/>
                      <a:pt x="1905" y="101"/>
                    </a:cubicBezTo>
                    <a:cubicBezTo>
                      <a:pt x="1357" y="649"/>
                      <a:pt x="810" y="1221"/>
                      <a:pt x="250" y="1756"/>
                    </a:cubicBezTo>
                    <a:cubicBezTo>
                      <a:pt x="0" y="1988"/>
                      <a:pt x="239" y="2327"/>
                      <a:pt x="504" y="2327"/>
                    </a:cubicBezTo>
                    <a:cubicBezTo>
                      <a:pt x="579" y="2327"/>
                      <a:pt x="657" y="2299"/>
                      <a:pt x="726" y="2233"/>
                    </a:cubicBezTo>
                    <a:cubicBezTo>
                      <a:pt x="1286" y="1697"/>
                      <a:pt x="1834" y="1125"/>
                      <a:pt x="2381" y="578"/>
                    </a:cubicBezTo>
                    <a:cubicBezTo>
                      <a:pt x="2620" y="339"/>
                      <a:pt x="2391" y="1"/>
                      <a:pt x="2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35"/>
              <p:cNvSpPr/>
              <p:nvPr/>
            </p:nvSpPr>
            <p:spPr>
              <a:xfrm>
                <a:off x="734900" y="42700"/>
                <a:ext cx="28000" cy="53000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120" extrusionOk="0">
                    <a:moveTo>
                      <a:pt x="1060" y="0"/>
                    </a:moveTo>
                    <a:cubicBezTo>
                      <a:pt x="477" y="0"/>
                      <a:pt x="1" y="477"/>
                      <a:pt x="1" y="1060"/>
                    </a:cubicBezTo>
                    <a:cubicBezTo>
                      <a:pt x="1" y="1643"/>
                      <a:pt x="477" y="2120"/>
                      <a:pt x="1060" y="2120"/>
                    </a:cubicBezTo>
                    <a:lnTo>
                      <a:pt x="1120" y="2120"/>
                    </a:lnTo>
                    <a:lnTo>
                      <a:pt x="112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35"/>
              <p:cNvSpPr/>
              <p:nvPr/>
            </p:nvSpPr>
            <p:spPr>
              <a:xfrm>
                <a:off x="762875" y="42700"/>
                <a:ext cx="37225" cy="5300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0" extrusionOk="0">
                    <a:moveTo>
                      <a:pt x="1" y="0"/>
                    </a:moveTo>
                    <a:lnTo>
                      <a:pt x="1" y="2120"/>
                    </a:lnTo>
                    <a:lnTo>
                      <a:pt x="1489" y="2120"/>
                    </a:lnTo>
                    <a:lnTo>
                      <a:pt x="14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35"/>
              <p:cNvSpPr/>
              <p:nvPr/>
            </p:nvSpPr>
            <p:spPr>
              <a:xfrm>
                <a:off x="800100" y="42700"/>
                <a:ext cx="37225" cy="5300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0" extrusionOk="0">
                    <a:moveTo>
                      <a:pt x="0" y="0"/>
                    </a:moveTo>
                    <a:lnTo>
                      <a:pt x="0" y="2120"/>
                    </a:lnTo>
                    <a:lnTo>
                      <a:pt x="1488" y="2120"/>
                    </a:lnTo>
                    <a:lnTo>
                      <a:pt x="148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35"/>
              <p:cNvSpPr/>
              <p:nvPr/>
            </p:nvSpPr>
            <p:spPr>
              <a:xfrm>
                <a:off x="874200" y="42700"/>
                <a:ext cx="37225" cy="5300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0" extrusionOk="0">
                    <a:moveTo>
                      <a:pt x="1" y="0"/>
                    </a:moveTo>
                    <a:lnTo>
                      <a:pt x="1" y="2120"/>
                    </a:lnTo>
                    <a:lnTo>
                      <a:pt x="1489" y="2120"/>
                    </a:lnTo>
                    <a:lnTo>
                      <a:pt x="148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35"/>
              <p:cNvSpPr/>
              <p:nvPr/>
            </p:nvSpPr>
            <p:spPr>
              <a:xfrm>
                <a:off x="911400" y="42700"/>
                <a:ext cx="28025" cy="53000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120" extrusionOk="0">
                    <a:moveTo>
                      <a:pt x="1" y="0"/>
                    </a:moveTo>
                    <a:lnTo>
                      <a:pt x="1" y="2120"/>
                    </a:lnTo>
                    <a:lnTo>
                      <a:pt x="60" y="2120"/>
                    </a:lnTo>
                    <a:cubicBezTo>
                      <a:pt x="644" y="2120"/>
                      <a:pt x="1120" y="1643"/>
                      <a:pt x="1120" y="1060"/>
                    </a:cubicBezTo>
                    <a:cubicBezTo>
                      <a:pt x="1120" y="477"/>
                      <a:pt x="644" y="0"/>
                      <a:pt x="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35"/>
              <p:cNvSpPr/>
              <p:nvPr/>
            </p:nvSpPr>
            <p:spPr>
              <a:xfrm>
                <a:off x="837300" y="42700"/>
                <a:ext cx="36925" cy="53000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2120" extrusionOk="0">
                    <a:moveTo>
                      <a:pt x="0" y="0"/>
                    </a:moveTo>
                    <a:lnTo>
                      <a:pt x="0" y="2120"/>
                    </a:lnTo>
                    <a:lnTo>
                      <a:pt x="1477" y="2120"/>
                    </a:lnTo>
                    <a:lnTo>
                      <a:pt x="14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98" name="Google Shape;1098;p35"/>
          <p:cNvGrpSpPr/>
          <p:nvPr/>
        </p:nvGrpSpPr>
        <p:grpSpPr>
          <a:xfrm rot="914408">
            <a:off x="2644742" y="-254052"/>
            <a:ext cx="744324" cy="1116378"/>
            <a:chOff x="6630575" y="1482600"/>
            <a:chExt cx="292025" cy="438475"/>
          </a:xfrm>
        </p:grpSpPr>
        <p:sp>
          <p:nvSpPr>
            <p:cNvPr id="1099" name="Google Shape;1099;p35"/>
            <p:cNvSpPr/>
            <p:nvPr/>
          </p:nvSpPr>
          <p:spPr>
            <a:xfrm>
              <a:off x="6630575" y="1482750"/>
              <a:ext cx="292025" cy="438175"/>
            </a:xfrm>
            <a:custGeom>
              <a:avLst/>
              <a:gdLst/>
              <a:ahLst/>
              <a:cxnLst/>
              <a:rect l="l" t="t" r="r" b="b"/>
              <a:pathLst>
                <a:path w="11681" h="17527" extrusionOk="0">
                  <a:moveTo>
                    <a:pt x="5847" y="0"/>
                  </a:moveTo>
                  <a:cubicBezTo>
                    <a:pt x="2620" y="0"/>
                    <a:pt x="1" y="2608"/>
                    <a:pt x="1" y="5835"/>
                  </a:cubicBezTo>
                  <a:lnTo>
                    <a:pt x="1" y="9633"/>
                  </a:lnTo>
                  <a:lnTo>
                    <a:pt x="1" y="14586"/>
                  </a:lnTo>
                  <a:lnTo>
                    <a:pt x="1" y="14990"/>
                  </a:lnTo>
                  <a:lnTo>
                    <a:pt x="1" y="15395"/>
                  </a:lnTo>
                  <a:lnTo>
                    <a:pt x="1" y="16538"/>
                  </a:lnTo>
                  <a:lnTo>
                    <a:pt x="1" y="16788"/>
                  </a:lnTo>
                  <a:cubicBezTo>
                    <a:pt x="1" y="16836"/>
                    <a:pt x="13" y="16872"/>
                    <a:pt x="13" y="16919"/>
                  </a:cubicBezTo>
                  <a:lnTo>
                    <a:pt x="24" y="16955"/>
                  </a:lnTo>
                  <a:cubicBezTo>
                    <a:pt x="36" y="16991"/>
                    <a:pt x="36" y="17026"/>
                    <a:pt x="48" y="17050"/>
                  </a:cubicBezTo>
                  <a:cubicBezTo>
                    <a:pt x="60" y="17062"/>
                    <a:pt x="60" y="17074"/>
                    <a:pt x="72" y="17086"/>
                  </a:cubicBezTo>
                  <a:cubicBezTo>
                    <a:pt x="84" y="17122"/>
                    <a:pt x="96" y="17145"/>
                    <a:pt x="120" y="17181"/>
                  </a:cubicBezTo>
                  <a:cubicBezTo>
                    <a:pt x="120" y="17193"/>
                    <a:pt x="132" y="17193"/>
                    <a:pt x="132" y="17205"/>
                  </a:cubicBezTo>
                  <a:cubicBezTo>
                    <a:pt x="155" y="17241"/>
                    <a:pt x="179" y="17265"/>
                    <a:pt x="215" y="17300"/>
                  </a:cubicBezTo>
                  <a:cubicBezTo>
                    <a:pt x="227" y="17312"/>
                    <a:pt x="239" y="17324"/>
                    <a:pt x="239" y="17324"/>
                  </a:cubicBezTo>
                  <a:cubicBezTo>
                    <a:pt x="263" y="17348"/>
                    <a:pt x="286" y="17372"/>
                    <a:pt x="310" y="17384"/>
                  </a:cubicBezTo>
                  <a:cubicBezTo>
                    <a:pt x="322" y="17395"/>
                    <a:pt x="334" y="17407"/>
                    <a:pt x="346" y="17407"/>
                  </a:cubicBezTo>
                  <a:cubicBezTo>
                    <a:pt x="370" y="17431"/>
                    <a:pt x="394" y="17443"/>
                    <a:pt x="429" y="17455"/>
                  </a:cubicBezTo>
                  <a:cubicBezTo>
                    <a:pt x="441" y="17455"/>
                    <a:pt x="453" y="17467"/>
                    <a:pt x="465" y="17467"/>
                  </a:cubicBezTo>
                  <a:cubicBezTo>
                    <a:pt x="465" y="17479"/>
                    <a:pt x="477" y="17479"/>
                    <a:pt x="477" y="17479"/>
                  </a:cubicBezTo>
                  <a:cubicBezTo>
                    <a:pt x="560" y="17503"/>
                    <a:pt x="655" y="17526"/>
                    <a:pt x="751" y="17526"/>
                  </a:cubicBezTo>
                  <a:lnTo>
                    <a:pt x="10931" y="17526"/>
                  </a:lnTo>
                  <a:cubicBezTo>
                    <a:pt x="11347" y="17526"/>
                    <a:pt x="11681" y="17193"/>
                    <a:pt x="11681" y="16788"/>
                  </a:cubicBezTo>
                  <a:lnTo>
                    <a:pt x="11681" y="16133"/>
                  </a:lnTo>
                  <a:lnTo>
                    <a:pt x="11681" y="15383"/>
                  </a:lnTo>
                  <a:lnTo>
                    <a:pt x="11681" y="14979"/>
                  </a:lnTo>
                  <a:lnTo>
                    <a:pt x="11681" y="14574"/>
                  </a:lnTo>
                  <a:lnTo>
                    <a:pt x="11681" y="9633"/>
                  </a:lnTo>
                  <a:lnTo>
                    <a:pt x="11681" y="5835"/>
                  </a:lnTo>
                  <a:cubicBezTo>
                    <a:pt x="11681" y="2608"/>
                    <a:pt x="9061" y="0"/>
                    <a:pt x="584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0" name="Google Shape;1100;p35"/>
            <p:cNvGrpSpPr/>
            <p:nvPr/>
          </p:nvGrpSpPr>
          <p:grpSpPr>
            <a:xfrm>
              <a:off x="6630575" y="1482600"/>
              <a:ext cx="292025" cy="438475"/>
              <a:chOff x="6630575" y="-207050"/>
              <a:chExt cx="292025" cy="438475"/>
            </a:xfrm>
          </p:grpSpPr>
          <p:sp>
            <p:nvSpPr>
              <p:cNvPr id="1101" name="Google Shape;1101;p35"/>
              <p:cNvSpPr/>
              <p:nvPr/>
            </p:nvSpPr>
            <p:spPr>
              <a:xfrm>
                <a:off x="6630575" y="-207050"/>
                <a:ext cx="292025" cy="4384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7539" extrusionOk="0">
                    <a:moveTo>
                      <a:pt x="5847" y="1"/>
                    </a:moveTo>
                    <a:cubicBezTo>
                      <a:pt x="2620" y="1"/>
                      <a:pt x="1" y="2620"/>
                      <a:pt x="1" y="5847"/>
                    </a:cubicBezTo>
                    <a:lnTo>
                      <a:pt x="1" y="9645"/>
                    </a:lnTo>
                    <a:lnTo>
                      <a:pt x="1" y="16789"/>
                    </a:lnTo>
                    <a:cubicBezTo>
                      <a:pt x="1" y="17205"/>
                      <a:pt x="334" y="17539"/>
                      <a:pt x="751" y="17539"/>
                    </a:cubicBezTo>
                    <a:lnTo>
                      <a:pt x="10931" y="17539"/>
                    </a:lnTo>
                    <a:cubicBezTo>
                      <a:pt x="11347" y="17539"/>
                      <a:pt x="11681" y="17205"/>
                      <a:pt x="11681" y="16789"/>
                    </a:cubicBezTo>
                    <a:lnTo>
                      <a:pt x="11681" y="9645"/>
                    </a:lnTo>
                    <a:lnTo>
                      <a:pt x="11681" y="5847"/>
                    </a:lnTo>
                    <a:cubicBezTo>
                      <a:pt x="11681" y="2620"/>
                      <a:pt x="9061" y="1"/>
                      <a:pt x="584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5"/>
              <p:cNvSpPr/>
              <p:nvPr/>
            </p:nvSpPr>
            <p:spPr>
              <a:xfrm>
                <a:off x="6630575" y="167700"/>
                <a:ext cx="292025" cy="6372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2549" extrusionOk="0">
                    <a:moveTo>
                      <a:pt x="1" y="1"/>
                    </a:moveTo>
                    <a:lnTo>
                      <a:pt x="1" y="1799"/>
                    </a:lnTo>
                    <a:cubicBezTo>
                      <a:pt x="1" y="2215"/>
                      <a:pt x="334" y="2549"/>
                      <a:pt x="751" y="2549"/>
                    </a:cubicBezTo>
                    <a:lnTo>
                      <a:pt x="10931" y="2549"/>
                    </a:lnTo>
                    <a:cubicBezTo>
                      <a:pt x="11347" y="2549"/>
                      <a:pt x="11681" y="2215"/>
                      <a:pt x="11681" y="1799"/>
                    </a:cubicBezTo>
                    <a:lnTo>
                      <a:pt x="1168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5"/>
              <p:cNvSpPr/>
              <p:nvPr/>
            </p:nvSpPr>
            <p:spPr>
              <a:xfrm>
                <a:off x="6669275" y="45675"/>
                <a:ext cx="214325" cy="67300"/>
              </a:xfrm>
              <a:custGeom>
                <a:avLst/>
                <a:gdLst/>
                <a:ahLst/>
                <a:cxnLst/>
                <a:rect l="l" t="t" r="r" b="b"/>
                <a:pathLst>
                  <a:path w="8573" h="2692" extrusionOk="0">
                    <a:moveTo>
                      <a:pt x="1346" y="0"/>
                    </a:moveTo>
                    <a:cubicBezTo>
                      <a:pt x="608" y="0"/>
                      <a:pt x="0" y="608"/>
                      <a:pt x="0" y="1346"/>
                    </a:cubicBezTo>
                    <a:cubicBezTo>
                      <a:pt x="0" y="2084"/>
                      <a:pt x="608" y="2691"/>
                      <a:pt x="1346" y="2691"/>
                    </a:cubicBezTo>
                    <a:lnTo>
                      <a:pt x="7228" y="2691"/>
                    </a:lnTo>
                    <a:cubicBezTo>
                      <a:pt x="7978" y="2691"/>
                      <a:pt x="8573" y="2084"/>
                      <a:pt x="8573" y="1346"/>
                    </a:cubicBezTo>
                    <a:cubicBezTo>
                      <a:pt x="8573" y="608"/>
                      <a:pt x="7978" y="0"/>
                      <a:pt x="72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5"/>
              <p:cNvSpPr/>
              <p:nvPr/>
            </p:nvSpPr>
            <p:spPr>
              <a:xfrm>
                <a:off x="6663025" y="39425"/>
                <a:ext cx="227125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085" h="3192" extrusionOk="0">
                    <a:moveTo>
                      <a:pt x="7489" y="500"/>
                    </a:moveTo>
                    <a:cubicBezTo>
                      <a:pt x="8085" y="500"/>
                      <a:pt x="8573" y="989"/>
                      <a:pt x="8573" y="1596"/>
                    </a:cubicBezTo>
                    <a:cubicBezTo>
                      <a:pt x="8573" y="2203"/>
                      <a:pt x="8085" y="2691"/>
                      <a:pt x="7489" y="2691"/>
                    </a:cubicBezTo>
                    <a:lnTo>
                      <a:pt x="1608" y="2691"/>
                    </a:lnTo>
                    <a:cubicBezTo>
                      <a:pt x="1001" y="2691"/>
                      <a:pt x="512" y="2203"/>
                      <a:pt x="512" y="1596"/>
                    </a:cubicBezTo>
                    <a:cubicBezTo>
                      <a:pt x="512" y="989"/>
                      <a:pt x="1001" y="500"/>
                      <a:pt x="1608" y="500"/>
                    </a:cubicBezTo>
                    <a:close/>
                    <a:moveTo>
                      <a:pt x="1608" y="0"/>
                    </a:moveTo>
                    <a:cubicBezTo>
                      <a:pt x="715" y="0"/>
                      <a:pt x="0" y="715"/>
                      <a:pt x="0" y="1596"/>
                    </a:cubicBezTo>
                    <a:cubicBezTo>
                      <a:pt x="0" y="2477"/>
                      <a:pt x="715" y="3191"/>
                      <a:pt x="1608" y="3191"/>
                    </a:cubicBezTo>
                    <a:lnTo>
                      <a:pt x="7489" y="3191"/>
                    </a:lnTo>
                    <a:cubicBezTo>
                      <a:pt x="8371" y="3191"/>
                      <a:pt x="9085" y="2477"/>
                      <a:pt x="9085" y="1596"/>
                    </a:cubicBezTo>
                    <a:cubicBezTo>
                      <a:pt x="9085" y="715"/>
                      <a:pt x="8371" y="0"/>
                      <a:pt x="74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35"/>
              <p:cNvSpPr/>
              <p:nvPr/>
            </p:nvSpPr>
            <p:spPr>
              <a:xfrm>
                <a:off x="6700225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35"/>
              <p:cNvSpPr/>
              <p:nvPr/>
            </p:nvSpPr>
            <p:spPr>
              <a:xfrm>
                <a:off x="6735350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5"/>
              <p:cNvSpPr/>
              <p:nvPr/>
            </p:nvSpPr>
            <p:spPr>
              <a:xfrm>
                <a:off x="6770175" y="44775"/>
                <a:ext cx="128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13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13" y="2727"/>
                    </a:lnTo>
                    <a:lnTo>
                      <a:pt x="51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5"/>
              <p:cNvSpPr/>
              <p:nvPr/>
            </p:nvSpPr>
            <p:spPr>
              <a:xfrm>
                <a:off x="6805300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35"/>
              <p:cNvSpPr/>
              <p:nvPr/>
            </p:nvSpPr>
            <p:spPr>
              <a:xfrm>
                <a:off x="6840425" y="44775"/>
                <a:ext cx="12525" cy="6820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728" extrusionOk="0">
                    <a:moveTo>
                      <a:pt x="1" y="1"/>
                    </a:moveTo>
                    <a:lnTo>
                      <a:pt x="1" y="2727"/>
                    </a:lnTo>
                    <a:lnTo>
                      <a:pt x="501" y="2727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35"/>
              <p:cNvSpPr/>
              <p:nvPr/>
            </p:nvSpPr>
            <p:spPr>
              <a:xfrm>
                <a:off x="6630575" y="157600"/>
                <a:ext cx="292025" cy="20250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810" extrusionOk="0">
                    <a:moveTo>
                      <a:pt x="1" y="0"/>
                    </a:moveTo>
                    <a:lnTo>
                      <a:pt x="1" y="810"/>
                    </a:lnTo>
                    <a:lnTo>
                      <a:pt x="11681" y="810"/>
                    </a:lnTo>
                    <a:lnTo>
                      <a:pt x="116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35"/>
              <p:cNvSpPr/>
              <p:nvPr/>
            </p:nvSpPr>
            <p:spPr>
              <a:xfrm>
                <a:off x="6707675" y="-125775"/>
                <a:ext cx="137825" cy="137825"/>
              </a:xfrm>
              <a:custGeom>
                <a:avLst/>
                <a:gdLst/>
                <a:ahLst/>
                <a:cxnLst/>
                <a:rect l="l" t="t" r="r" b="b"/>
                <a:pathLst>
                  <a:path w="5513" h="5513" extrusionOk="0">
                    <a:moveTo>
                      <a:pt x="2751" y="0"/>
                    </a:moveTo>
                    <a:cubicBezTo>
                      <a:pt x="1227" y="0"/>
                      <a:pt x="0" y="1239"/>
                      <a:pt x="0" y="2763"/>
                    </a:cubicBezTo>
                    <a:cubicBezTo>
                      <a:pt x="0" y="4287"/>
                      <a:pt x="1227" y="5513"/>
                      <a:pt x="2751" y="5513"/>
                    </a:cubicBezTo>
                    <a:cubicBezTo>
                      <a:pt x="4287" y="5513"/>
                      <a:pt x="5513" y="4287"/>
                      <a:pt x="5513" y="2763"/>
                    </a:cubicBezTo>
                    <a:cubicBezTo>
                      <a:pt x="5513" y="1239"/>
                      <a:pt x="4287" y="0"/>
                      <a:pt x="275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35"/>
              <p:cNvSpPr/>
              <p:nvPr/>
            </p:nvSpPr>
            <p:spPr>
              <a:xfrm>
                <a:off x="6723450" y="-110000"/>
                <a:ext cx="106275" cy="106275"/>
              </a:xfrm>
              <a:custGeom>
                <a:avLst/>
                <a:gdLst/>
                <a:ahLst/>
                <a:cxnLst/>
                <a:rect l="l" t="t" r="r" b="b"/>
                <a:pathLst>
                  <a:path w="4251" h="4251" extrusionOk="0">
                    <a:moveTo>
                      <a:pt x="2120" y="0"/>
                    </a:moveTo>
                    <a:cubicBezTo>
                      <a:pt x="953" y="0"/>
                      <a:pt x="0" y="953"/>
                      <a:pt x="0" y="2132"/>
                    </a:cubicBezTo>
                    <a:cubicBezTo>
                      <a:pt x="0" y="3298"/>
                      <a:pt x="953" y="4251"/>
                      <a:pt x="2120" y="4251"/>
                    </a:cubicBezTo>
                    <a:cubicBezTo>
                      <a:pt x="3298" y="4251"/>
                      <a:pt x="4251" y="3298"/>
                      <a:pt x="4251" y="2132"/>
                    </a:cubicBezTo>
                    <a:cubicBezTo>
                      <a:pt x="4251" y="953"/>
                      <a:pt x="3298" y="0"/>
                      <a:pt x="212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35"/>
              <p:cNvSpPr/>
              <p:nvPr/>
            </p:nvSpPr>
            <p:spPr>
              <a:xfrm>
                <a:off x="6723450" y="-71900"/>
                <a:ext cx="106275" cy="68175"/>
              </a:xfrm>
              <a:custGeom>
                <a:avLst/>
                <a:gdLst/>
                <a:ahLst/>
                <a:cxnLst/>
                <a:rect l="l" t="t" r="r" b="b"/>
                <a:pathLst>
                  <a:path w="4251" h="2727" extrusionOk="0">
                    <a:moveTo>
                      <a:pt x="96" y="0"/>
                    </a:moveTo>
                    <a:cubicBezTo>
                      <a:pt x="36" y="191"/>
                      <a:pt x="0" y="393"/>
                      <a:pt x="0" y="608"/>
                    </a:cubicBezTo>
                    <a:cubicBezTo>
                      <a:pt x="0" y="1774"/>
                      <a:pt x="953" y="2727"/>
                      <a:pt x="2132" y="2727"/>
                    </a:cubicBezTo>
                    <a:cubicBezTo>
                      <a:pt x="3298" y="2727"/>
                      <a:pt x="4251" y="1774"/>
                      <a:pt x="4251" y="608"/>
                    </a:cubicBezTo>
                    <a:cubicBezTo>
                      <a:pt x="4251" y="393"/>
                      <a:pt x="4227" y="191"/>
                      <a:pt x="4168" y="0"/>
                    </a:cubicBezTo>
                    <a:cubicBezTo>
                      <a:pt x="3906" y="881"/>
                      <a:pt x="3084" y="1524"/>
                      <a:pt x="2132" y="1524"/>
                    </a:cubicBezTo>
                    <a:cubicBezTo>
                      <a:pt x="1167" y="1524"/>
                      <a:pt x="346" y="881"/>
                      <a:pt x="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35"/>
              <p:cNvSpPr/>
              <p:nvPr/>
            </p:nvSpPr>
            <p:spPr>
              <a:xfrm>
                <a:off x="6630575" y="167700"/>
                <a:ext cx="67600" cy="62250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490" extrusionOk="0">
                    <a:moveTo>
                      <a:pt x="1394" y="1"/>
                    </a:moveTo>
                    <a:lnTo>
                      <a:pt x="1" y="1561"/>
                    </a:lnTo>
                    <a:lnTo>
                      <a:pt x="1" y="1799"/>
                    </a:lnTo>
                    <a:cubicBezTo>
                      <a:pt x="1" y="2108"/>
                      <a:pt x="203" y="2382"/>
                      <a:pt x="477" y="2489"/>
                    </a:cubicBez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35"/>
              <p:cNvSpPr/>
              <p:nvPr/>
            </p:nvSpPr>
            <p:spPr>
              <a:xfrm>
                <a:off x="6658550" y="167700"/>
                <a:ext cx="896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2537" extrusionOk="0">
                    <a:moveTo>
                      <a:pt x="2275" y="1"/>
                    </a:moveTo>
                    <a:lnTo>
                      <a:pt x="1" y="2537"/>
                    </a:lnTo>
                    <a:lnTo>
                      <a:pt x="1311" y="2537"/>
                    </a:lnTo>
                    <a:lnTo>
                      <a:pt x="35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35"/>
              <p:cNvSpPr/>
              <p:nvPr/>
            </p:nvSpPr>
            <p:spPr>
              <a:xfrm>
                <a:off x="6708575" y="167700"/>
                <a:ext cx="89600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4" h="2537" extrusionOk="0">
                    <a:moveTo>
                      <a:pt x="2274" y="1"/>
                    </a:moveTo>
                    <a:lnTo>
                      <a:pt x="0" y="2537"/>
                    </a:lnTo>
                    <a:lnTo>
                      <a:pt x="1310" y="2537"/>
                    </a:lnTo>
                    <a:lnTo>
                      <a:pt x="35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35"/>
              <p:cNvSpPr/>
              <p:nvPr/>
            </p:nvSpPr>
            <p:spPr>
              <a:xfrm>
                <a:off x="6858275" y="167700"/>
                <a:ext cx="643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2573" h="2537" extrusionOk="0">
                    <a:moveTo>
                      <a:pt x="2287" y="1"/>
                    </a:moveTo>
                    <a:lnTo>
                      <a:pt x="1" y="2537"/>
                    </a:lnTo>
                    <a:lnTo>
                      <a:pt x="1311" y="2537"/>
                    </a:lnTo>
                    <a:lnTo>
                      <a:pt x="2573" y="1144"/>
                    </a:lnTo>
                    <a:lnTo>
                      <a:pt x="257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35"/>
              <p:cNvSpPr/>
              <p:nvPr/>
            </p:nvSpPr>
            <p:spPr>
              <a:xfrm>
                <a:off x="6758575" y="167700"/>
                <a:ext cx="896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2537" extrusionOk="0">
                    <a:moveTo>
                      <a:pt x="2274" y="1"/>
                    </a:moveTo>
                    <a:lnTo>
                      <a:pt x="0" y="2537"/>
                    </a:lnTo>
                    <a:lnTo>
                      <a:pt x="1310" y="2537"/>
                    </a:lnTo>
                    <a:lnTo>
                      <a:pt x="35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35"/>
              <p:cNvSpPr/>
              <p:nvPr/>
            </p:nvSpPr>
            <p:spPr>
              <a:xfrm>
                <a:off x="6808275" y="167700"/>
                <a:ext cx="89925" cy="63425"/>
              </a:xfrm>
              <a:custGeom>
                <a:avLst/>
                <a:gdLst/>
                <a:ahLst/>
                <a:cxnLst/>
                <a:rect l="l" t="t" r="r" b="b"/>
                <a:pathLst>
                  <a:path w="3597" h="2537" extrusionOk="0">
                    <a:moveTo>
                      <a:pt x="2287" y="1"/>
                    </a:moveTo>
                    <a:lnTo>
                      <a:pt x="1" y="2537"/>
                    </a:lnTo>
                    <a:lnTo>
                      <a:pt x="1322" y="2537"/>
                    </a:lnTo>
                    <a:lnTo>
                      <a:pt x="359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20" name="Google Shape;1120;p35"/>
          <p:cNvGrpSpPr/>
          <p:nvPr/>
        </p:nvGrpSpPr>
        <p:grpSpPr>
          <a:xfrm rot="-842718">
            <a:off x="7953386" y="4231383"/>
            <a:ext cx="1172454" cy="933979"/>
            <a:chOff x="5784050" y="1584700"/>
            <a:chExt cx="294100" cy="234275"/>
          </a:xfrm>
        </p:grpSpPr>
        <p:sp>
          <p:nvSpPr>
            <p:cNvPr id="1121" name="Google Shape;1121;p35"/>
            <p:cNvSpPr/>
            <p:nvPr/>
          </p:nvSpPr>
          <p:spPr>
            <a:xfrm>
              <a:off x="5784050" y="1584850"/>
              <a:ext cx="294100" cy="233975"/>
            </a:xfrm>
            <a:custGeom>
              <a:avLst/>
              <a:gdLst/>
              <a:ahLst/>
              <a:cxnLst/>
              <a:rect l="l" t="t" r="r" b="b"/>
              <a:pathLst>
                <a:path w="11764" h="9359" extrusionOk="0">
                  <a:moveTo>
                    <a:pt x="3941" y="0"/>
                  </a:moveTo>
                  <a:lnTo>
                    <a:pt x="1203" y="2739"/>
                  </a:lnTo>
                  <a:lnTo>
                    <a:pt x="1203" y="3536"/>
                  </a:lnTo>
                  <a:lnTo>
                    <a:pt x="1143" y="3536"/>
                  </a:lnTo>
                  <a:cubicBezTo>
                    <a:pt x="512" y="3536"/>
                    <a:pt x="0" y="4048"/>
                    <a:pt x="0" y="4679"/>
                  </a:cubicBezTo>
                  <a:cubicBezTo>
                    <a:pt x="0" y="5310"/>
                    <a:pt x="512" y="5822"/>
                    <a:pt x="1143" y="5822"/>
                  </a:cubicBezTo>
                  <a:lnTo>
                    <a:pt x="1203" y="5822"/>
                  </a:lnTo>
                  <a:lnTo>
                    <a:pt x="1203" y="6620"/>
                  </a:lnTo>
                  <a:lnTo>
                    <a:pt x="3941" y="9359"/>
                  </a:lnTo>
                  <a:lnTo>
                    <a:pt x="7823" y="9359"/>
                  </a:lnTo>
                  <a:lnTo>
                    <a:pt x="10561" y="6620"/>
                  </a:lnTo>
                  <a:lnTo>
                    <a:pt x="10561" y="5822"/>
                  </a:lnTo>
                  <a:lnTo>
                    <a:pt x="10621" y="5822"/>
                  </a:lnTo>
                  <a:cubicBezTo>
                    <a:pt x="11252" y="5822"/>
                    <a:pt x="11764" y="5310"/>
                    <a:pt x="11764" y="4679"/>
                  </a:cubicBezTo>
                  <a:cubicBezTo>
                    <a:pt x="11764" y="4048"/>
                    <a:pt x="11252" y="3536"/>
                    <a:pt x="10621" y="3536"/>
                  </a:cubicBezTo>
                  <a:lnTo>
                    <a:pt x="10561" y="3536"/>
                  </a:lnTo>
                  <a:lnTo>
                    <a:pt x="10561" y="2739"/>
                  </a:lnTo>
                  <a:lnTo>
                    <a:pt x="7823" y="0"/>
                  </a:ln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22" name="Google Shape;1122;p35"/>
            <p:cNvGrpSpPr/>
            <p:nvPr/>
          </p:nvGrpSpPr>
          <p:grpSpPr>
            <a:xfrm>
              <a:off x="5784050" y="1584700"/>
              <a:ext cx="294100" cy="234275"/>
              <a:chOff x="5784050" y="-104950"/>
              <a:chExt cx="294100" cy="234275"/>
            </a:xfrm>
          </p:grpSpPr>
          <p:sp>
            <p:nvSpPr>
              <p:cNvPr id="1123" name="Google Shape;1123;p35"/>
              <p:cNvSpPr/>
              <p:nvPr/>
            </p:nvSpPr>
            <p:spPr>
              <a:xfrm>
                <a:off x="5784050" y="-16550"/>
                <a:ext cx="57175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2287" h="2287" extrusionOk="0">
                    <a:moveTo>
                      <a:pt x="1143" y="1"/>
                    </a:moveTo>
                    <a:cubicBezTo>
                      <a:pt x="512" y="1"/>
                      <a:pt x="0" y="513"/>
                      <a:pt x="0" y="1144"/>
                    </a:cubicBezTo>
                    <a:cubicBezTo>
                      <a:pt x="0" y="1775"/>
                      <a:pt x="512" y="2287"/>
                      <a:pt x="1143" y="2287"/>
                    </a:cubicBezTo>
                    <a:cubicBezTo>
                      <a:pt x="1774" y="2287"/>
                      <a:pt x="2286" y="1775"/>
                      <a:pt x="2286" y="1144"/>
                    </a:cubicBezTo>
                    <a:cubicBezTo>
                      <a:pt x="2286" y="513"/>
                      <a:pt x="1774" y="1"/>
                      <a:pt x="1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35"/>
              <p:cNvSpPr/>
              <p:nvPr/>
            </p:nvSpPr>
            <p:spPr>
              <a:xfrm>
                <a:off x="6020675" y="-16550"/>
                <a:ext cx="57475" cy="57175"/>
              </a:xfrm>
              <a:custGeom>
                <a:avLst/>
                <a:gdLst/>
                <a:ahLst/>
                <a:cxnLst/>
                <a:rect l="l" t="t" r="r" b="b"/>
                <a:pathLst>
                  <a:path w="2299" h="2287" extrusionOk="0">
                    <a:moveTo>
                      <a:pt x="1156" y="1"/>
                    </a:moveTo>
                    <a:cubicBezTo>
                      <a:pt x="525" y="1"/>
                      <a:pt x="1" y="513"/>
                      <a:pt x="1" y="1144"/>
                    </a:cubicBezTo>
                    <a:cubicBezTo>
                      <a:pt x="1" y="1775"/>
                      <a:pt x="525" y="2287"/>
                      <a:pt x="1156" y="2287"/>
                    </a:cubicBezTo>
                    <a:cubicBezTo>
                      <a:pt x="1787" y="2287"/>
                      <a:pt x="2299" y="1775"/>
                      <a:pt x="2299" y="1144"/>
                    </a:cubicBezTo>
                    <a:cubicBezTo>
                      <a:pt x="2299" y="513"/>
                      <a:pt x="1787" y="1"/>
                      <a:pt x="11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35"/>
              <p:cNvSpPr/>
              <p:nvPr/>
            </p:nvSpPr>
            <p:spPr>
              <a:xfrm>
                <a:off x="5814100" y="-104950"/>
                <a:ext cx="234000" cy="234275"/>
              </a:xfrm>
              <a:custGeom>
                <a:avLst/>
                <a:gdLst/>
                <a:ahLst/>
                <a:cxnLst/>
                <a:rect l="l" t="t" r="r" b="b"/>
                <a:pathLst>
                  <a:path w="9360" h="9371" extrusionOk="0">
                    <a:moveTo>
                      <a:pt x="2739" y="1"/>
                    </a:moveTo>
                    <a:lnTo>
                      <a:pt x="1" y="2751"/>
                    </a:lnTo>
                    <a:lnTo>
                      <a:pt x="1" y="6621"/>
                    </a:lnTo>
                    <a:lnTo>
                      <a:pt x="2739" y="9371"/>
                    </a:lnTo>
                    <a:lnTo>
                      <a:pt x="6609" y="9371"/>
                    </a:lnTo>
                    <a:lnTo>
                      <a:pt x="9359" y="6621"/>
                    </a:lnTo>
                    <a:lnTo>
                      <a:pt x="9359" y="2751"/>
                    </a:lnTo>
                    <a:lnTo>
                      <a:pt x="660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35"/>
              <p:cNvSpPr/>
              <p:nvPr/>
            </p:nvSpPr>
            <p:spPr>
              <a:xfrm>
                <a:off x="5862025" y="-47800"/>
                <a:ext cx="137850" cy="138150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5526" extrusionOk="0">
                    <a:moveTo>
                      <a:pt x="2763" y="1"/>
                    </a:moveTo>
                    <a:cubicBezTo>
                      <a:pt x="1227" y="1"/>
                      <a:pt x="1" y="1239"/>
                      <a:pt x="1" y="2763"/>
                    </a:cubicBezTo>
                    <a:cubicBezTo>
                      <a:pt x="1" y="4287"/>
                      <a:pt x="1239" y="5525"/>
                      <a:pt x="2763" y="5525"/>
                    </a:cubicBezTo>
                    <a:cubicBezTo>
                      <a:pt x="4287" y="5525"/>
                      <a:pt x="5513" y="4287"/>
                      <a:pt x="5513" y="2763"/>
                    </a:cubicBezTo>
                    <a:cubicBezTo>
                      <a:pt x="5513" y="1239"/>
                      <a:pt x="4287" y="1"/>
                      <a:pt x="27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35"/>
              <p:cNvSpPr/>
              <p:nvPr/>
            </p:nvSpPr>
            <p:spPr>
              <a:xfrm>
                <a:off x="5877800" y="-31725"/>
                <a:ext cx="106300" cy="106300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4252" extrusionOk="0">
                    <a:moveTo>
                      <a:pt x="2132" y="1"/>
                    </a:moveTo>
                    <a:cubicBezTo>
                      <a:pt x="953" y="1"/>
                      <a:pt x="1" y="953"/>
                      <a:pt x="1" y="2120"/>
                    </a:cubicBezTo>
                    <a:cubicBezTo>
                      <a:pt x="1" y="3299"/>
                      <a:pt x="953" y="4251"/>
                      <a:pt x="2132" y="4251"/>
                    </a:cubicBezTo>
                    <a:cubicBezTo>
                      <a:pt x="3299" y="4251"/>
                      <a:pt x="4251" y="3299"/>
                      <a:pt x="4251" y="2120"/>
                    </a:cubicBezTo>
                    <a:cubicBezTo>
                      <a:pt x="4251" y="953"/>
                      <a:pt x="3299" y="1"/>
                      <a:pt x="21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35"/>
              <p:cNvSpPr/>
              <p:nvPr/>
            </p:nvSpPr>
            <p:spPr>
              <a:xfrm>
                <a:off x="5877800" y="6075"/>
                <a:ext cx="106300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2740" extrusionOk="0">
                    <a:moveTo>
                      <a:pt x="96" y="1"/>
                    </a:moveTo>
                    <a:cubicBezTo>
                      <a:pt x="36" y="203"/>
                      <a:pt x="1" y="394"/>
                      <a:pt x="1" y="608"/>
                    </a:cubicBezTo>
                    <a:cubicBezTo>
                      <a:pt x="1" y="1787"/>
                      <a:pt x="953" y="2739"/>
                      <a:pt x="2132" y="2739"/>
                    </a:cubicBezTo>
                    <a:cubicBezTo>
                      <a:pt x="3299" y="2739"/>
                      <a:pt x="4251" y="1787"/>
                      <a:pt x="4251" y="608"/>
                    </a:cubicBezTo>
                    <a:cubicBezTo>
                      <a:pt x="4251" y="406"/>
                      <a:pt x="4227" y="203"/>
                      <a:pt x="4168" y="1"/>
                    </a:cubicBezTo>
                    <a:cubicBezTo>
                      <a:pt x="3906" y="882"/>
                      <a:pt x="3096" y="1525"/>
                      <a:pt x="2132" y="1525"/>
                    </a:cubicBezTo>
                    <a:cubicBezTo>
                      <a:pt x="1168" y="1525"/>
                      <a:pt x="346" y="882"/>
                      <a:pt x="9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29" name="Google Shape;1129;p35"/>
          <p:cNvGrpSpPr/>
          <p:nvPr/>
        </p:nvGrpSpPr>
        <p:grpSpPr>
          <a:xfrm>
            <a:off x="1602454" y="2222200"/>
            <a:ext cx="234762" cy="218290"/>
            <a:chOff x="8652775" y="883650"/>
            <a:chExt cx="38125" cy="35450"/>
          </a:xfrm>
        </p:grpSpPr>
        <p:sp>
          <p:nvSpPr>
            <p:cNvPr id="1130" name="Google Shape;1130;p3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5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4" name="Google Shape;1134;p35"/>
          <p:cNvGrpSpPr/>
          <p:nvPr/>
        </p:nvGrpSpPr>
        <p:grpSpPr>
          <a:xfrm>
            <a:off x="3117741" y="4284638"/>
            <a:ext cx="234762" cy="218290"/>
            <a:chOff x="8652775" y="883650"/>
            <a:chExt cx="38125" cy="35450"/>
          </a:xfrm>
        </p:grpSpPr>
        <p:sp>
          <p:nvSpPr>
            <p:cNvPr id="1135" name="Google Shape;1135;p35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5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5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5" name="Google Shape;2085;p42"/>
          <p:cNvGrpSpPr/>
          <p:nvPr/>
        </p:nvGrpSpPr>
        <p:grpSpPr>
          <a:xfrm>
            <a:off x="993504" y="1141088"/>
            <a:ext cx="234762" cy="218290"/>
            <a:chOff x="8652775" y="883650"/>
            <a:chExt cx="38125" cy="35450"/>
          </a:xfrm>
        </p:grpSpPr>
        <p:sp>
          <p:nvSpPr>
            <p:cNvPr id="2086" name="Google Shape;2086;p4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9" name="Google Shape;2089;p42"/>
          <p:cNvGrpSpPr/>
          <p:nvPr/>
        </p:nvGrpSpPr>
        <p:grpSpPr>
          <a:xfrm>
            <a:off x="7245568" y="1273581"/>
            <a:ext cx="430885" cy="203666"/>
            <a:chOff x="8703675" y="886625"/>
            <a:chExt cx="69975" cy="33075"/>
          </a:xfrm>
        </p:grpSpPr>
        <p:sp>
          <p:nvSpPr>
            <p:cNvPr id="2090" name="Google Shape;2090;p4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2" name="Google Shape;2092;p42"/>
          <p:cNvGrpSpPr/>
          <p:nvPr/>
        </p:nvGrpSpPr>
        <p:grpSpPr>
          <a:xfrm>
            <a:off x="2174766" y="3798237"/>
            <a:ext cx="744312" cy="221985"/>
            <a:chOff x="8652775" y="883650"/>
            <a:chExt cx="120875" cy="36050"/>
          </a:xfrm>
        </p:grpSpPr>
        <p:sp>
          <p:nvSpPr>
            <p:cNvPr id="2093" name="Google Shape;2093;p4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2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0" name="Google Shape;2100;p42"/>
          <p:cNvSpPr txBox="1">
            <a:spLocks noGrp="1"/>
          </p:cNvSpPr>
          <p:nvPr>
            <p:ph type="title"/>
          </p:nvPr>
        </p:nvSpPr>
        <p:spPr>
          <a:xfrm>
            <a:off x="4572000" y="1923678"/>
            <a:ext cx="3955223" cy="1223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PINS DEFFENTIONS</a:t>
            </a:r>
            <a:endParaRPr dirty="0"/>
          </a:p>
        </p:txBody>
      </p:sp>
      <p:pic>
        <p:nvPicPr>
          <p:cNvPr id="13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89" y="1502176"/>
            <a:ext cx="4176464" cy="2245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5" name="Google Shape;2085;p42"/>
          <p:cNvGrpSpPr/>
          <p:nvPr/>
        </p:nvGrpSpPr>
        <p:grpSpPr>
          <a:xfrm>
            <a:off x="993504" y="1141088"/>
            <a:ext cx="234762" cy="218290"/>
            <a:chOff x="8652775" y="883650"/>
            <a:chExt cx="38125" cy="35450"/>
          </a:xfrm>
        </p:grpSpPr>
        <p:sp>
          <p:nvSpPr>
            <p:cNvPr id="2086" name="Google Shape;2086;p4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9" name="Google Shape;2089;p42"/>
          <p:cNvGrpSpPr/>
          <p:nvPr/>
        </p:nvGrpSpPr>
        <p:grpSpPr>
          <a:xfrm>
            <a:off x="7245568" y="1273581"/>
            <a:ext cx="430885" cy="203666"/>
            <a:chOff x="8703675" y="886625"/>
            <a:chExt cx="69975" cy="33075"/>
          </a:xfrm>
        </p:grpSpPr>
        <p:sp>
          <p:nvSpPr>
            <p:cNvPr id="2090" name="Google Shape;2090;p4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2" name="Google Shape;2092;p42"/>
          <p:cNvGrpSpPr/>
          <p:nvPr/>
        </p:nvGrpSpPr>
        <p:grpSpPr>
          <a:xfrm>
            <a:off x="2174766" y="3798237"/>
            <a:ext cx="744312" cy="221985"/>
            <a:chOff x="8652775" y="883650"/>
            <a:chExt cx="120875" cy="36050"/>
          </a:xfrm>
        </p:grpSpPr>
        <p:sp>
          <p:nvSpPr>
            <p:cNvPr id="2093" name="Google Shape;2093;p4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2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0" name="Google Shape;2100;p42"/>
          <p:cNvSpPr txBox="1">
            <a:spLocks noGrp="1"/>
          </p:cNvSpPr>
          <p:nvPr>
            <p:ph type="title"/>
          </p:nvPr>
        </p:nvSpPr>
        <p:spPr>
          <a:xfrm>
            <a:off x="4572000" y="843559"/>
            <a:ext cx="4572000" cy="34563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 err="1"/>
              <a:t>inMode</a:t>
            </a:r>
            <a:r>
              <a:rPr lang="en-US" sz="1800" dirty="0"/>
              <a:t> sets each </a:t>
            </a:r>
            <a:r>
              <a:rPr lang="en-US" sz="1800" dirty="0" err="1"/>
              <a:t>Arduino</a:t>
            </a:r>
            <a:r>
              <a:rPr lang="en-US" sz="1800" dirty="0"/>
              <a:t> pin as INPUT (to read sensors) or OUTPUT (to control motors/pump</a:t>
            </a:r>
            <a:r>
              <a:rPr lang="en-US" sz="1800" dirty="0" smtClean="0"/>
              <a:t>).</a:t>
            </a:r>
            <a:br>
              <a:rPr lang="en-US" sz="1800" dirty="0" smtClean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Motor pins = OUTPUT</a:t>
            </a:r>
            <a:r>
              <a:rPr lang="en-US" sz="1800" dirty="0" smtClean="0"/>
              <a:t>.</a:t>
            </a:r>
            <a:br>
              <a:rPr lang="en-US" sz="1800" dirty="0" smtClean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err="1"/>
              <a:t>trigPin</a:t>
            </a:r>
            <a:r>
              <a:rPr lang="en-US" sz="1800" dirty="0"/>
              <a:t> = OUTPUT (sends pulse).</a:t>
            </a:r>
            <a:br>
              <a:rPr lang="en-US" sz="1800" dirty="0"/>
            </a:br>
            <a:r>
              <a:rPr lang="en-US" sz="1800" dirty="0" err="1"/>
              <a:t>echoPin</a:t>
            </a:r>
            <a:r>
              <a:rPr lang="en-US" sz="1800" dirty="0"/>
              <a:t> = INPUT (receives pulse).</a:t>
            </a:r>
            <a:br>
              <a:rPr lang="en-US" sz="1800" dirty="0"/>
            </a:br>
            <a:r>
              <a:rPr lang="en-US" sz="1800" dirty="0" err="1"/>
              <a:t>myservo.attach</a:t>
            </a:r>
            <a:r>
              <a:rPr lang="en-US" sz="1800" dirty="0"/>
              <a:t>() connects the servo to its control pin.</a:t>
            </a:r>
            <a:br>
              <a:rPr lang="en-US" sz="1800" dirty="0"/>
            </a:br>
            <a:r>
              <a:rPr lang="en-US" sz="1800" dirty="0" err="1"/>
              <a:t>Serial.begin</a:t>
            </a:r>
            <a:r>
              <a:rPr lang="en-US" sz="1800" dirty="0"/>
              <a:t>() starts the Serial Monitor for printing values.</a:t>
            </a:r>
            <a:br>
              <a:rPr lang="en-US" sz="1800" dirty="0"/>
            </a:br>
            <a:endParaRPr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43559"/>
            <a:ext cx="2476500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369" y="843559"/>
            <a:ext cx="2047875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1493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5" name="Google Shape;2085;p42"/>
          <p:cNvGrpSpPr/>
          <p:nvPr/>
        </p:nvGrpSpPr>
        <p:grpSpPr>
          <a:xfrm>
            <a:off x="993504" y="1141088"/>
            <a:ext cx="234762" cy="218290"/>
            <a:chOff x="8652775" y="883650"/>
            <a:chExt cx="38125" cy="35450"/>
          </a:xfrm>
        </p:grpSpPr>
        <p:sp>
          <p:nvSpPr>
            <p:cNvPr id="2086" name="Google Shape;2086;p4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9" name="Google Shape;2089;p42"/>
          <p:cNvGrpSpPr/>
          <p:nvPr/>
        </p:nvGrpSpPr>
        <p:grpSpPr>
          <a:xfrm>
            <a:off x="7245568" y="1273581"/>
            <a:ext cx="430885" cy="203666"/>
            <a:chOff x="8703675" y="886625"/>
            <a:chExt cx="69975" cy="33075"/>
          </a:xfrm>
        </p:grpSpPr>
        <p:sp>
          <p:nvSpPr>
            <p:cNvPr id="2090" name="Google Shape;2090;p4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2" name="Google Shape;2092;p42"/>
          <p:cNvGrpSpPr/>
          <p:nvPr/>
        </p:nvGrpSpPr>
        <p:grpSpPr>
          <a:xfrm>
            <a:off x="2174766" y="3798237"/>
            <a:ext cx="744312" cy="221985"/>
            <a:chOff x="8652775" y="883650"/>
            <a:chExt cx="120875" cy="36050"/>
          </a:xfrm>
        </p:grpSpPr>
        <p:sp>
          <p:nvSpPr>
            <p:cNvPr id="2093" name="Google Shape;2093;p4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2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15566"/>
            <a:ext cx="340995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Google Shape;2100;p42"/>
          <p:cNvSpPr txBox="1">
            <a:spLocks noGrp="1"/>
          </p:cNvSpPr>
          <p:nvPr>
            <p:ph type="title"/>
          </p:nvPr>
        </p:nvSpPr>
        <p:spPr>
          <a:xfrm>
            <a:off x="3995936" y="1687117"/>
            <a:ext cx="4572000" cy="34563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/>
              <a:t>Trigger:</a:t>
            </a:r>
            <a:br>
              <a:rPr lang="en-US" sz="1800" dirty="0"/>
            </a:br>
            <a:r>
              <a:rPr lang="en-US" sz="1800" dirty="0"/>
              <a:t>LOW → HIGH → LOW</a:t>
            </a:r>
            <a:br>
              <a:rPr lang="en-US" sz="1800" dirty="0"/>
            </a:br>
            <a:r>
              <a:rPr lang="en-US" sz="1800" dirty="0"/>
              <a:t>with a 10 microsecond pulse.</a:t>
            </a:r>
            <a:br>
              <a:rPr lang="en-US" sz="1800" dirty="0"/>
            </a:br>
            <a:r>
              <a:rPr lang="en-US" sz="1800" dirty="0" err="1"/>
              <a:t>pulseIn</a:t>
            </a:r>
            <a:r>
              <a:rPr lang="en-US" sz="1800" dirty="0"/>
              <a:t>: measures the duration for which echo stayed HIGH.</a:t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86814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5" name="Google Shape;2085;p42"/>
          <p:cNvGrpSpPr/>
          <p:nvPr/>
        </p:nvGrpSpPr>
        <p:grpSpPr>
          <a:xfrm>
            <a:off x="993504" y="1141088"/>
            <a:ext cx="234762" cy="218290"/>
            <a:chOff x="8652775" y="883650"/>
            <a:chExt cx="38125" cy="35450"/>
          </a:xfrm>
        </p:grpSpPr>
        <p:sp>
          <p:nvSpPr>
            <p:cNvPr id="2086" name="Google Shape;2086;p4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9" name="Google Shape;2089;p42"/>
          <p:cNvGrpSpPr/>
          <p:nvPr/>
        </p:nvGrpSpPr>
        <p:grpSpPr>
          <a:xfrm>
            <a:off x="7245568" y="1273581"/>
            <a:ext cx="430885" cy="203666"/>
            <a:chOff x="8703675" y="886625"/>
            <a:chExt cx="69975" cy="33075"/>
          </a:xfrm>
        </p:grpSpPr>
        <p:sp>
          <p:nvSpPr>
            <p:cNvPr id="2090" name="Google Shape;2090;p4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2" name="Google Shape;2092;p42"/>
          <p:cNvGrpSpPr/>
          <p:nvPr/>
        </p:nvGrpSpPr>
        <p:grpSpPr>
          <a:xfrm>
            <a:off x="2174766" y="3798237"/>
            <a:ext cx="744312" cy="221985"/>
            <a:chOff x="8652775" y="883650"/>
            <a:chExt cx="120875" cy="36050"/>
          </a:xfrm>
        </p:grpSpPr>
        <p:sp>
          <p:nvSpPr>
            <p:cNvPr id="2093" name="Google Shape;2093;p4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2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15566"/>
            <a:ext cx="340995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Google Shape;2100;p42"/>
          <p:cNvSpPr txBox="1">
            <a:spLocks noGrp="1"/>
          </p:cNvSpPr>
          <p:nvPr>
            <p:ph type="title"/>
          </p:nvPr>
        </p:nvSpPr>
        <p:spPr>
          <a:xfrm>
            <a:off x="3995936" y="1687117"/>
            <a:ext cx="4572000" cy="34563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/>
              <a:t>Trigger:</a:t>
            </a:r>
            <a:br>
              <a:rPr lang="en-US" sz="1800" dirty="0"/>
            </a:br>
            <a:r>
              <a:rPr lang="en-US" sz="1800" dirty="0"/>
              <a:t>LOW → HIGH → LOW</a:t>
            </a:r>
            <a:br>
              <a:rPr lang="en-US" sz="1800" dirty="0"/>
            </a:br>
            <a:r>
              <a:rPr lang="en-US" sz="1800" dirty="0"/>
              <a:t>with a 10 microsecond pulse.</a:t>
            </a:r>
            <a:br>
              <a:rPr lang="en-US" sz="1800" dirty="0"/>
            </a:br>
            <a:r>
              <a:rPr lang="en-US" sz="1800" dirty="0" err="1"/>
              <a:t>pulseIn</a:t>
            </a:r>
            <a:r>
              <a:rPr lang="en-US" sz="1800" dirty="0"/>
              <a:t>: measures the duration for which echo stayed HIGH.</a:t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4103321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5" name="Google Shape;2085;p42"/>
          <p:cNvGrpSpPr/>
          <p:nvPr/>
        </p:nvGrpSpPr>
        <p:grpSpPr>
          <a:xfrm>
            <a:off x="993504" y="1141088"/>
            <a:ext cx="234762" cy="218290"/>
            <a:chOff x="8652775" y="883650"/>
            <a:chExt cx="38125" cy="35450"/>
          </a:xfrm>
        </p:grpSpPr>
        <p:sp>
          <p:nvSpPr>
            <p:cNvPr id="2086" name="Google Shape;2086;p4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9" name="Google Shape;2089;p42"/>
          <p:cNvGrpSpPr/>
          <p:nvPr/>
        </p:nvGrpSpPr>
        <p:grpSpPr>
          <a:xfrm>
            <a:off x="7245568" y="1273581"/>
            <a:ext cx="430885" cy="203666"/>
            <a:chOff x="8703675" y="886625"/>
            <a:chExt cx="69975" cy="33075"/>
          </a:xfrm>
        </p:grpSpPr>
        <p:sp>
          <p:nvSpPr>
            <p:cNvPr id="2090" name="Google Shape;2090;p4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2" name="Google Shape;2092;p42"/>
          <p:cNvGrpSpPr/>
          <p:nvPr/>
        </p:nvGrpSpPr>
        <p:grpSpPr>
          <a:xfrm>
            <a:off x="2174766" y="3798237"/>
            <a:ext cx="744312" cy="221985"/>
            <a:chOff x="8652775" y="883650"/>
            <a:chExt cx="120875" cy="36050"/>
          </a:xfrm>
        </p:grpSpPr>
        <p:sp>
          <p:nvSpPr>
            <p:cNvPr id="2093" name="Google Shape;2093;p4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2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00;p42"/>
          <p:cNvSpPr txBox="1">
            <a:spLocks noGrp="1"/>
          </p:cNvSpPr>
          <p:nvPr>
            <p:ph type="title"/>
          </p:nvPr>
        </p:nvSpPr>
        <p:spPr>
          <a:xfrm>
            <a:off x="2488193" y="987574"/>
            <a:ext cx="3415660" cy="34563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/>
              <a:t>Each motor has two pins:</a:t>
            </a:r>
            <a:br>
              <a:rPr lang="en-US" sz="1800" dirty="0"/>
            </a:br>
            <a:r>
              <a:rPr lang="en-US" sz="1800" dirty="0"/>
              <a:t>HIGH + LOW → moves forward</a:t>
            </a:r>
            <a:br>
              <a:rPr lang="en-US" sz="1800" dirty="0"/>
            </a:br>
            <a:r>
              <a:rPr lang="en-US" sz="1800" dirty="0"/>
              <a:t>LOW + HIGH → moves backward</a:t>
            </a:r>
            <a:br>
              <a:rPr lang="en-US" sz="1800" dirty="0"/>
            </a:br>
            <a:r>
              <a:rPr lang="en-US" sz="1800" dirty="0"/>
              <a:t>LOW + LOW → stops</a:t>
            </a:r>
            <a:br>
              <a:rPr lang="en-US" sz="1800" dirty="0"/>
            </a:br>
            <a:r>
              <a:rPr lang="en-US" sz="1800" dirty="0" err="1"/>
              <a:t>analogWrite</a:t>
            </a:r>
            <a:r>
              <a:rPr lang="en-US" sz="1800" dirty="0"/>
              <a:t>: to control speed (0–255).</a:t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endParaRPr sz="18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6439" y="858663"/>
            <a:ext cx="28194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5267"/>
            <a:ext cx="2266950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19" y="3205758"/>
            <a:ext cx="249555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4879" y="3305175"/>
            <a:ext cx="2190750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737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5" name="Google Shape;2085;p42"/>
          <p:cNvGrpSpPr/>
          <p:nvPr/>
        </p:nvGrpSpPr>
        <p:grpSpPr>
          <a:xfrm>
            <a:off x="993504" y="1141088"/>
            <a:ext cx="234762" cy="218290"/>
            <a:chOff x="8652775" y="883650"/>
            <a:chExt cx="38125" cy="35450"/>
          </a:xfrm>
        </p:grpSpPr>
        <p:sp>
          <p:nvSpPr>
            <p:cNvPr id="2086" name="Google Shape;2086;p4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9" name="Google Shape;2089;p42"/>
          <p:cNvGrpSpPr/>
          <p:nvPr/>
        </p:nvGrpSpPr>
        <p:grpSpPr>
          <a:xfrm>
            <a:off x="7245568" y="1273581"/>
            <a:ext cx="430885" cy="203666"/>
            <a:chOff x="8703675" y="886625"/>
            <a:chExt cx="69975" cy="33075"/>
          </a:xfrm>
        </p:grpSpPr>
        <p:sp>
          <p:nvSpPr>
            <p:cNvPr id="2090" name="Google Shape;2090;p4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2" name="Google Shape;2092;p42"/>
          <p:cNvGrpSpPr/>
          <p:nvPr/>
        </p:nvGrpSpPr>
        <p:grpSpPr>
          <a:xfrm>
            <a:off x="2174766" y="3798237"/>
            <a:ext cx="744312" cy="221985"/>
            <a:chOff x="8652775" y="883650"/>
            <a:chExt cx="120875" cy="36050"/>
          </a:xfrm>
        </p:grpSpPr>
        <p:sp>
          <p:nvSpPr>
            <p:cNvPr id="2093" name="Google Shape;2093;p4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2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00;p42"/>
          <p:cNvSpPr txBox="1">
            <a:spLocks noGrp="1"/>
          </p:cNvSpPr>
          <p:nvPr>
            <p:ph type="title"/>
          </p:nvPr>
        </p:nvSpPr>
        <p:spPr>
          <a:xfrm>
            <a:off x="2574789" y="1923678"/>
            <a:ext cx="4572000" cy="34563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/>
              <a:t>Set all pins LOW → no current → no movement.</a:t>
            </a:r>
            <a:br>
              <a:rPr lang="en-US" sz="1800" dirty="0"/>
            </a:br>
            <a:endParaRPr sz="1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23" y="699542"/>
            <a:ext cx="2228850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14" y="2544082"/>
            <a:ext cx="2428875" cy="180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314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5" name="Google Shape;2085;p42"/>
          <p:cNvGrpSpPr/>
          <p:nvPr/>
        </p:nvGrpSpPr>
        <p:grpSpPr>
          <a:xfrm>
            <a:off x="993504" y="1141088"/>
            <a:ext cx="234762" cy="218290"/>
            <a:chOff x="8652775" y="883650"/>
            <a:chExt cx="38125" cy="35450"/>
          </a:xfrm>
        </p:grpSpPr>
        <p:sp>
          <p:nvSpPr>
            <p:cNvPr id="2086" name="Google Shape;2086;p4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9" name="Google Shape;2089;p42"/>
          <p:cNvGrpSpPr/>
          <p:nvPr/>
        </p:nvGrpSpPr>
        <p:grpSpPr>
          <a:xfrm>
            <a:off x="7245568" y="1273581"/>
            <a:ext cx="430885" cy="203666"/>
            <a:chOff x="8703675" y="886625"/>
            <a:chExt cx="69975" cy="33075"/>
          </a:xfrm>
        </p:grpSpPr>
        <p:sp>
          <p:nvSpPr>
            <p:cNvPr id="2090" name="Google Shape;2090;p4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2" name="Google Shape;2092;p42"/>
          <p:cNvGrpSpPr/>
          <p:nvPr/>
        </p:nvGrpSpPr>
        <p:grpSpPr>
          <a:xfrm>
            <a:off x="2174766" y="3798237"/>
            <a:ext cx="744312" cy="221985"/>
            <a:chOff x="8652775" y="883650"/>
            <a:chExt cx="120875" cy="36050"/>
          </a:xfrm>
        </p:grpSpPr>
        <p:sp>
          <p:nvSpPr>
            <p:cNvPr id="2093" name="Google Shape;2093;p42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2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2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2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2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2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00;p42"/>
          <p:cNvSpPr txBox="1">
            <a:spLocks noGrp="1"/>
          </p:cNvSpPr>
          <p:nvPr>
            <p:ph type="title"/>
          </p:nvPr>
        </p:nvSpPr>
        <p:spPr>
          <a:xfrm>
            <a:off x="4139952" y="1024580"/>
            <a:ext cx="4572000" cy="34563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/>
              <a:t>Read flame and distance sensors</a:t>
            </a:r>
            <a:r>
              <a:rPr lang="en-US" sz="1800" dirty="0" smtClean="0"/>
              <a:t>.</a:t>
            </a:r>
            <a:br>
              <a:rPr lang="en-US" sz="1800" dirty="0" smtClean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If flame detected → stop, aim servo, 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turn </a:t>
            </a:r>
            <a:r>
              <a:rPr lang="en-US" sz="1800" dirty="0"/>
              <a:t>on pump for 2 seconds</a:t>
            </a:r>
            <a:r>
              <a:rPr lang="en-US" sz="1800" dirty="0" smtClean="0"/>
              <a:t>.</a:t>
            </a:r>
            <a:br>
              <a:rPr lang="en-US" sz="1800" dirty="0" smtClean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If obstacle detected → stop and move backward briefly</a:t>
            </a:r>
            <a:r>
              <a:rPr lang="en-US" sz="1800" dirty="0" smtClean="0"/>
              <a:t>.</a:t>
            </a:r>
            <a:br>
              <a:rPr lang="en-US" sz="1800" dirty="0" smtClean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Otherwise → move forward.</a:t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endParaRPr sz="18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71550"/>
            <a:ext cx="3387638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653" y="2741227"/>
            <a:ext cx="1876425" cy="1672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772" y="2677142"/>
            <a:ext cx="2162175" cy="1728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7598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7" name="Google Shape;4057;p59"/>
          <p:cNvGrpSpPr/>
          <p:nvPr/>
        </p:nvGrpSpPr>
        <p:grpSpPr>
          <a:xfrm>
            <a:off x="-307502" y="97017"/>
            <a:ext cx="1088320" cy="1251963"/>
            <a:chOff x="2258600" y="1433188"/>
            <a:chExt cx="467050" cy="537300"/>
          </a:xfrm>
        </p:grpSpPr>
        <p:sp>
          <p:nvSpPr>
            <p:cNvPr id="4058" name="Google Shape;4058;p59"/>
            <p:cNvSpPr/>
            <p:nvPr/>
          </p:nvSpPr>
          <p:spPr>
            <a:xfrm>
              <a:off x="2258600" y="1433350"/>
              <a:ext cx="467050" cy="536975"/>
            </a:xfrm>
            <a:custGeom>
              <a:avLst/>
              <a:gdLst/>
              <a:ahLst/>
              <a:cxnLst/>
              <a:rect l="l" t="t" r="r" b="b"/>
              <a:pathLst>
                <a:path w="18682" h="21479" extrusionOk="0">
                  <a:moveTo>
                    <a:pt x="9347" y="607"/>
                  </a:moveTo>
                  <a:cubicBezTo>
                    <a:pt x="9740" y="607"/>
                    <a:pt x="10050" y="929"/>
                    <a:pt x="10050" y="1322"/>
                  </a:cubicBezTo>
                  <a:cubicBezTo>
                    <a:pt x="10050" y="1715"/>
                    <a:pt x="9740" y="2024"/>
                    <a:pt x="9347" y="2024"/>
                  </a:cubicBezTo>
                  <a:cubicBezTo>
                    <a:pt x="8954" y="2024"/>
                    <a:pt x="8633" y="1715"/>
                    <a:pt x="8633" y="1322"/>
                  </a:cubicBezTo>
                  <a:cubicBezTo>
                    <a:pt x="8633" y="929"/>
                    <a:pt x="8954" y="607"/>
                    <a:pt x="9347" y="607"/>
                  </a:cubicBezTo>
                  <a:close/>
                  <a:moveTo>
                    <a:pt x="9347" y="0"/>
                  </a:moveTo>
                  <a:cubicBezTo>
                    <a:pt x="8609" y="0"/>
                    <a:pt x="8025" y="583"/>
                    <a:pt x="8025" y="1322"/>
                  </a:cubicBezTo>
                  <a:cubicBezTo>
                    <a:pt x="8025" y="1905"/>
                    <a:pt x="8395" y="2393"/>
                    <a:pt x="8918" y="2572"/>
                  </a:cubicBezTo>
                  <a:lnTo>
                    <a:pt x="8918" y="3608"/>
                  </a:lnTo>
                  <a:cubicBezTo>
                    <a:pt x="6120" y="3739"/>
                    <a:pt x="3656" y="5155"/>
                    <a:pt x="2108" y="7287"/>
                  </a:cubicBezTo>
                  <a:cubicBezTo>
                    <a:pt x="1906" y="7560"/>
                    <a:pt x="1727" y="7858"/>
                    <a:pt x="1548" y="8156"/>
                  </a:cubicBezTo>
                  <a:lnTo>
                    <a:pt x="1167" y="8156"/>
                  </a:lnTo>
                  <a:cubicBezTo>
                    <a:pt x="417" y="9489"/>
                    <a:pt x="1" y="11037"/>
                    <a:pt x="1" y="12668"/>
                  </a:cubicBezTo>
                  <a:cubicBezTo>
                    <a:pt x="1" y="12847"/>
                    <a:pt x="1" y="13014"/>
                    <a:pt x="13" y="13180"/>
                  </a:cubicBezTo>
                  <a:lnTo>
                    <a:pt x="429" y="13180"/>
                  </a:lnTo>
                  <a:cubicBezTo>
                    <a:pt x="441" y="13442"/>
                    <a:pt x="477" y="13704"/>
                    <a:pt x="513" y="13954"/>
                  </a:cubicBezTo>
                  <a:cubicBezTo>
                    <a:pt x="1191" y="18217"/>
                    <a:pt x="4882" y="21479"/>
                    <a:pt x="9347" y="21479"/>
                  </a:cubicBezTo>
                  <a:cubicBezTo>
                    <a:pt x="13800" y="21479"/>
                    <a:pt x="17491" y="18217"/>
                    <a:pt x="18170" y="13954"/>
                  </a:cubicBezTo>
                  <a:cubicBezTo>
                    <a:pt x="18205" y="13704"/>
                    <a:pt x="18241" y="13442"/>
                    <a:pt x="18253" y="13180"/>
                  </a:cubicBezTo>
                  <a:lnTo>
                    <a:pt x="18670" y="13180"/>
                  </a:lnTo>
                  <a:cubicBezTo>
                    <a:pt x="18682" y="13014"/>
                    <a:pt x="18682" y="12847"/>
                    <a:pt x="18682" y="12668"/>
                  </a:cubicBezTo>
                  <a:cubicBezTo>
                    <a:pt x="18682" y="11025"/>
                    <a:pt x="18265" y="9489"/>
                    <a:pt x="17515" y="8156"/>
                  </a:cubicBezTo>
                  <a:lnTo>
                    <a:pt x="17134" y="8156"/>
                  </a:lnTo>
                  <a:cubicBezTo>
                    <a:pt x="16967" y="7858"/>
                    <a:pt x="16777" y="7572"/>
                    <a:pt x="16574" y="7287"/>
                  </a:cubicBezTo>
                  <a:cubicBezTo>
                    <a:pt x="15026" y="5155"/>
                    <a:pt x="12562" y="3739"/>
                    <a:pt x="9764" y="3608"/>
                  </a:cubicBezTo>
                  <a:lnTo>
                    <a:pt x="9764" y="2572"/>
                  </a:lnTo>
                  <a:cubicBezTo>
                    <a:pt x="10288" y="2393"/>
                    <a:pt x="10657" y="1905"/>
                    <a:pt x="10657" y="1322"/>
                  </a:cubicBezTo>
                  <a:cubicBezTo>
                    <a:pt x="10657" y="583"/>
                    <a:pt x="10073" y="0"/>
                    <a:pt x="934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59" name="Google Shape;4059;p59"/>
            <p:cNvGrpSpPr/>
            <p:nvPr/>
          </p:nvGrpSpPr>
          <p:grpSpPr>
            <a:xfrm>
              <a:off x="2258600" y="1433188"/>
              <a:ext cx="467050" cy="537300"/>
              <a:chOff x="2258600" y="-256450"/>
              <a:chExt cx="467050" cy="537300"/>
            </a:xfrm>
          </p:grpSpPr>
          <p:sp>
            <p:nvSpPr>
              <p:cNvPr id="4060" name="Google Shape;4060;p59"/>
              <p:cNvSpPr/>
              <p:nvPr/>
            </p:nvSpPr>
            <p:spPr>
              <a:xfrm>
                <a:off x="2481850" y="-201675"/>
                <a:ext cx="20850" cy="94075"/>
              </a:xfrm>
              <a:custGeom>
                <a:avLst/>
                <a:gdLst/>
                <a:ahLst/>
                <a:cxnLst/>
                <a:rect l="l" t="t" r="r" b="b"/>
                <a:pathLst>
                  <a:path w="834" h="3763" extrusionOk="0">
                    <a:moveTo>
                      <a:pt x="0" y="0"/>
                    </a:moveTo>
                    <a:lnTo>
                      <a:pt x="0" y="3763"/>
                    </a:lnTo>
                    <a:lnTo>
                      <a:pt x="834" y="3763"/>
                    </a:lnTo>
                    <a:lnTo>
                      <a:pt x="83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1" name="Google Shape;4061;p59"/>
              <p:cNvSpPr/>
              <p:nvPr/>
            </p:nvSpPr>
            <p:spPr>
              <a:xfrm>
                <a:off x="2269025" y="69475"/>
                <a:ext cx="446500" cy="23250"/>
              </a:xfrm>
              <a:custGeom>
                <a:avLst/>
                <a:gdLst/>
                <a:ahLst/>
                <a:cxnLst/>
                <a:rect l="l" t="t" r="r" b="b"/>
                <a:pathLst>
                  <a:path w="17860" h="930" extrusionOk="0">
                    <a:moveTo>
                      <a:pt x="0" y="1"/>
                    </a:moveTo>
                    <a:cubicBezTo>
                      <a:pt x="12" y="322"/>
                      <a:pt x="48" y="620"/>
                      <a:pt x="96" y="930"/>
                    </a:cubicBezTo>
                    <a:lnTo>
                      <a:pt x="17753" y="930"/>
                    </a:lnTo>
                    <a:cubicBezTo>
                      <a:pt x="17800" y="620"/>
                      <a:pt x="17836" y="310"/>
                      <a:pt x="1786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2" name="Google Shape;4062;p59"/>
              <p:cNvSpPr/>
              <p:nvPr/>
            </p:nvSpPr>
            <p:spPr>
              <a:xfrm>
                <a:off x="2271700" y="92700"/>
                <a:ext cx="441150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17646" h="7526" extrusionOk="0">
                    <a:moveTo>
                      <a:pt x="1" y="1"/>
                    </a:moveTo>
                    <a:cubicBezTo>
                      <a:pt x="679" y="4263"/>
                      <a:pt x="4370" y="7525"/>
                      <a:pt x="8823" y="7525"/>
                    </a:cubicBezTo>
                    <a:cubicBezTo>
                      <a:pt x="13276" y="7525"/>
                      <a:pt x="16967" y="4263"/>
                      <a:pt x="176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3" name="Google Shape;4063;p59"/>
              <p:cNvSpPr/>
              <p:nvPr/>
            </p:nvSpPr>
            <p:spPr>
              <a:xfrm>
                <a:off x="2311300" y="-166250"/>
                <a:ext cx="361675" cy="92300"/>
              </a:xfrm>
              <a:custGeom>
                <a:avLst/>
                <a:gdLst/>
                <a:ahLst/>
                <a:cxnLst/>
                <a:rect l="l" t="t" r="r" b="b"/>
                <a:pathLst>
                  <a:path w="14467" h="3692" extrusionOk="0">
                    <a:moveTo>
                      <a:pt x="7239" y="0"/>
                    </a:moveTo>
                    <a:cubicBezTo>
                      <a:pt x="4262" y="0"/>
                      <a:pt x="1631" y="1453"/>
                      <a:pt x="0" y="3691"/>
                    </a:cubicBezTo>
                    <a:lnTo>
                      <a:pt x="14466" y="3691"/>
                    </a:lnTo>
                    <a:cubicBezTo>
                      <a:pt x="12847" y="1453"/>
                      <a:pt x="10216" y="0"/>
                      <a:pt x="723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4" name="Google Shape;4064;p59"/>
              <p:cNvSpPr/>
              <p:nvPr/>
            </p:nvSpPr>
            <p:spPr>
              <a:xfrm>
                <a:off x="2296700" y="-73975"/>
                <a:ext cx="391150" cy="23225"/>
              </a:xfrm>
              <a:custGeom>
                <a:avLst/>
                <a:gdLst/>
                <a:ahLst/>
                <a:cxnLst/>
                <a:rect l="l" t="t" r="r" b="b"/>
                <a:pathLst>
                  <a:path w="15646" h="929" extrusionOk="0">
                    <a:moveTo>
                      <a:pt x="584" y="0"/>
                    </a:moveTo>
                    <a:cubicBezTo>
                      <a:pt x="370" y="298"/>
                      <a:pt x="179" y="607"/>
                      <a:pt x="1" y="929"/>
                    </a:cubicBezTo>
                    <a:lnTo>
                      <a:pt x="15645" y="929"/>
                    </a:lnTo>
                    <a:cubicBezTo>
                      <a:pt x="15467" y="607"/>
                      <a:pt x="15276" y="298"/>
                      <a:pt x="150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5" name="Google Shape;4065;p59"/>
              <p:cNvSpPr/>
              <p:nvPr/>
            </p:nvSpPr>
            <p:spPr>
              <a:xfrm>
                <a:off x="2258600" y="-52550"/>
                <a:ext cx="467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18682" h="5037" extrusionOk="0">
                    <a:moveTo>
                      <a:pt x="1167" y="0"/>
                    </a:moveTo>
                    <a:cubicBezTo>
                      <a:pt x="429" y="1346"/>
                      <a:pt x="1" y="2882"/>
                      <a:pt x="1" y="4525"/>
                    </a:cubicBezTo>
                    <a:cubicBezTo>
                      <a:pt x="1" y="4691"/>
                      <a:pt x="13" y="4870"/>
                      <a:pt x="24" y="5037"/>
                    </a:cubicBezTo>
                    <a:lnTo>
                      <a:pt x="18670" y="5037"/>
                    </a:lnTo>
                    <a:cubicBezTo>
                      <a:pt x="18682" y="4870"/>
                      <a:pt x="18682" y="4691"/>
                      <a:pt x="18682" y="4525"/>
                    </a:cubicBezTo>
                    <a:cubicBezTo>
                      <a:pt x="18682" y="2882"/>
                      <a:pt x="18265" y="1346"/>
                      <a:pt x="175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6" name="Google Shape;4066;p59"/>
              <p:cNvSpPr/>
              <p:nvPr/>
            </p:nvSpPr>
            <p:spPr>
              <a:xfrm>
                <a:off x="2459225" y="-256450"/>
                <a:ext cx="66100" cy="66100"/>
              </a:xfrm>
              <a:custGeom>
                <a:avLst/>
                <a:gdLst/>
                <a:ahLst/>
                <a:cxnLst/>
                <a:rect l="l" t="t" r="r" b="b"/>
                <a:pathLst>
                  <a:path w="2644" h="2644" extrusionOk="0">
                    <a:moveTo>
                      <a:pt x="1322" y="620"/>
                    </a:moveTo>
                    <a:cubicBezTo>
                      <a:pt x="1715" y="620"/>
                      <a:pt x="2036" y="929"/>
                      <a:pt x="2036" y="1322"/>
                    </a:cubicBezTo>
                    <a:cubicBezTo>
                      <a:pt x="2036" y="1715"/>
                      <a:pt x="1715" y="2036"/>
                      <a:pt x="1322" y="2036"/>
                    </a:cubicBezTo>
                    <a:cubicBezTo>
                      <a:pt x="929" y="2036"/>
                      <a:pt x="608" y="1715"/>
                      <a:pt x="608" y="1322"/>
                    </a:cubicBezTo>
                    <a:cubicBezTo>
                      <a:pt x="608" y="929"/>
                      <a:pt x="929" y="620"/>
                      <a:pt x="1322" y="620"/>
                    </a:cubicBezTo>
                    <a:close/>
                    <a:moveTo>
                      <a:pt x="1322" y="1"/>
                    </a:moveTo>
                    <a:cubicBezTo>
                      <a:pt x="596" y="1"/>
                      <a:pt x="0" y="596"/>
                      <a:pt x="0" y="1322"/>
                    </a:cubicBezTo>
                    <a:cubicBezTo>
                      <a:pt x="0" y="2048"/>
                      <a:pt x="596" y="2644"/>
                      <a:pt x="1322" y="2644"/>
                    </a:cubicBezTo>
                    <a:cubicBezTo>
                      <a:pt x="2048" y="2644"/>
                      <a:pt x="2644" y="2048"/>
                      <a:pt x="2644" y="1322"/>
                    </a:cubicBezTo>
                    <a:cubicBezTo>
                      <a:pt x="2644" y="596"/>
                      <a:pt x="2048" y="1"/>
                      <a:pt x="132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7" name="Google Shape;4067;p59"/>
              <p:cNvSpPr/>
              <p:nvPr/>
            </p:nvSpPr>
            <p:spPr>
              <a:xfrm>
                <a:off x="2578575" y="4900"/>
                <a:ext cx="44375" cy="68475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2739" extrusionOk="0">
                    <a:moveTo>
                      <a:pt x="1656" y="0"/>
                    </a:moveTo>
                    <a:lnTo>
                      <a:pt x="1" y="2739"/>
                    </a:lnTo>
                    <a:lnTo>
                      <a:pt x="1775" y="2739"/>
                    </a:lnTo>
                    <a:lnTo>
                      <a:pt x="1775" y="631"/>
                    </a:lnTo>
                    <a:cubicBezTo>
                      <a:pt x="1775" y="405"/>
                      <a:pt x="1739" y="191"/>
                      <a:pt x="16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8" name="Google Shape;4068;p59"/>
              <p:cNvSpPr/>
              <p:nvPr/>
            </p:nvSpPr>
            <p:spPr>
              <a:xfrm>
                <a:off x="2479175" y="-22500"/>
                <a:ext cx="99425" cy="95875"/>
              </a:xfrm>
              <a:custGeom>
                <a:avLst/>
                <a:gdLst/>
                <a:ahLst/>
                <a:cxnLst/>
                <a:rect l="l" t="t" r="r" b="b"/>
                <a:pathLst>
                  <a:path w="3977" h="3835" extrusionOk="0">
                    <a:moveTo>
                      <a:pt x="2322" y="1"/>
                    </a:moveTo>
                    <a:lnTo>
                      <a:pt x="0" y="3835"/>
                    </a:lnTo>
                    <a:lnTo>
                      <a:pt x="1655" y="3835"/>
                    </a:lnTo>
                    <a:lnTo>
                      <a:pt x="397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9" name="Google Shape;4069;p59"/>
              <p:cNvSpPr/>
              <p:nvPr/>
            </p:nvSpPr>
            <p:spPr>
              <a:xfrm>
                <a:off x="2361300" y="-22500"/>
                <a:ext cx="175925" cy="95875"/>
              </a:xfrm>
              <a:custGeom>
                <a:avLst/>
                <a:gdLst/>
                <a:ahLst/>
                <a:cxnLst/>
                <a:rect l="l" t="t" r="r" b="b"/>
                <a:pathLst>
                  <a:path w="7037" h="3835" extrusionOk="0">
                    <a:moveTo>
                      <a:pt x="1739" y="1"/>
                    </a:moveTo>
                    <a:cubicBezTo>
                      <a:pt x="786" y="1"/>
                      <a:pt x="0" y="775"/>
                      <a:pt x="0" y="1727"/>
                    </a:cubicBezTo>
                    <a:lnTo>
                      <a:pt x="0" y="3835"/>
                    </a:lnTo>
                    <a:lnTo>
                      <a:pt x="4715" y="3835"/>
                    </a:lnTo>
                    <a:lnTo>
                      <a:pt x="703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0" name="Google Shape;4070;p59"/>
              <p:cNvSpPr/>
              <p:nvPr/>
            </p:nvSpPr>
            <p:spPr>
              <a:xfrm>
                <a:off x="2561925" y="-8800"/>
                <a:ext cx="58050" cy="82175"/>
              </a:xfrm>
              <a:custGeom>
                <a:avLst/>
                <a:gdLst/>
                <a:ahLst/>
                <a:cxnLst/>
                <a:rect l="l" t="t" r="r" b="b"/>
                <a:pathLst>
                  <a:path w="2322" h="3287" extrusionOk="0">
                    <a:moveTo>
                      <a:pt x="1977" y="1"/>
                    </a:moveTo>
                    <a:lnTo>
                      <a:pt x="0" y="3287"/>
                    </a:lnTo>
                    <a:lnTo>
                      <a:pt x="667" y="3287"/>
                    </a:lnTo>
                    <a:lnTo>
                      <a:pt x="2322" y="548"/>
                    </a:lnTo>
                    <a:cubicBezTo>
                      <a:pt x="2238" y="346"/>
                      <a:pt x="2131" y="155"/>
                      <a:pt x="19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1" name="Google Shape;4071;p59"/>
              <p:cNvSpPr/>
              <p:nvPr/>
            </p:nvSpPr>
            <p:spPr>
              <a:xfrm>
                <a:off x="2520550" y="-22500"/>
                <a:ext cx="90800" cy="95875"/>
              </a:xfrm>
              <a:custGeom>
                <a:avLst/>
                <a:gdLst/>
                <a:ahLst/>
                <a:cxnLst/>
                <a:rect l="l" t="t" r="r" b="b"/>
                <a:pathLst>
                  <a:path w="3632" h="3835" extrusionOk="0">
                    <a:moveTo>
                      <a:pt x="2322" y="1"/>
                    </a:moveTo>
                    <a:lnTo>
                      <a:pt x="0" y="3835"/>
                    </a:lnTo>
                    <a:lnTo>
                      <a:pt x="1655" y="3835"/>
                    </a:lnTo>
                    <a:lnTo>
                      <a:pt x="3632" y="549"/>
                    </a:lnTo>
                    <a:cubicBezTo>
                      <a:pt x="3322" y="215"/>
                      <a:pt x="2870" y="1"/>
                      <a:pt x="23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2" name="Google Shape;4072;p59"/>
              <p:cNvSpPr/>
              <p:nvPr/>
            </p:nvSpPr>
            <p:spPr>
              <a:xfrm>
                <a:off x="2348500" y="128125"/>
                <a:ext cx="348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82" extrusionOk="0">
                    <a:moveTo>
                      <a:pt x="723" y="0"/>
                    </a:moveTo>
                    <a:cubicBezTo>
                      <a:pt x="716" y="0"/>
                      <a:pt x="710" y="0"/>
                      <a:pt x="703" y="0"/>
                    </a:cubicBezTo>
                    <a:cubicBezTo>
                      <a:pt x="310" y="0"/>
                      <a:pt x="0" y="310"/>
                      <a:pt x="0" y="691"/>
                    </a:cubicBezTo>
                    <a:cubicBezTo>
                      <a:pt x="0" y="1072"/>
                      <a:pt x="310" y="1381"/>
                      <a:pt x="703" y="1381"/>
                    </a:cubicBezTo>
                    <a:cubicBezTo>
                      <a:pt x="1084" y="1381"/>
                      <a:pt x="1393" y="1072"/>
                      <a:pt x="1393" y="691"/>
                    </a:cubicBezTo>
                    <a:cubicBezTo>
                      <a:pt x="1393" y="317"/>
                      <a:pt x="1095" y="0"/>
                      <a:pt x="72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3" name="Google Shape;4073;p59"/>
              <p:cNvSpPr/>
              <p:nvPr/>
            </p:nvSpPr>
            <p:spPr>
              <a:xfrm>
                <a:off x="23991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0"/>
                    </a:moveTo>
                    <a:cubicBezTo>
                      <a:pt x="310" y="0"/>
                      <a:pt x="0" y="310"/>
                      <a:pt x="0" y="691"/>
                    </a:cubicBezTo>
                    <a:cubicBezTo>
                      <a:pt x="0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0"/>
                      <a:pt x="1072" y="0"/>
                      <a:pt x="6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4" name="Google Shape;4074;p59"/>
              <p:cNvSpPr/>
              <p:nvPr/>
            </p:nvSpPr>
            <p:spPr>
              <a:xfrm>
                <a:off x="24497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0"/>
                    </a:moveTo>
                    <a:cubicBezTo>
                      <a:pt x="310" y="0"/>
                      <a:pt x="0" y="310"/>
                      <a:pt x="0" y="691"/>
                    </a:cubicBezTo>
                    <a:cubicBezTo>
                      <a:pt x="0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0"/>
                      <a:pt x="1072" y="0"/>
                      <a:pt x="6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5" name="Google Shape;4075;p59"/>
              <p:cNvSpPr/>
              <p:nvPr/>
            </p:nvSpPr>
            <p:spPr>
              <a:xfrm>
                <a:off x="25003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712" y="0"/>
                    </a:moveTo>
                    <a:cubicBezTo>
                      <a:pt x="705" y="0"/>
                      <a:pt x="698" y="0"/>
                      <a:pt x="691" y="0"/>
                    </a:cubicBezTo>
                    <a:cubicBezTo>
                      <a:pt x="310" y="0"/>
                      <a:pt x="1" y="310"/>
                      <a:pt x="1" y="691"/>
                    </a:cubicBezTo>
                    <a:cubicBezTo>
                      <a:pt x="1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7"/>
                      <a:pt x="1083" y="0"/>
                      <a:pt x="7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6" name="Google Shape;4076;p59"/>
              <p:cNvSpPr/>
              <p:nvPr/>
            </p:nvSpPr>
            <p:spPr>
              <a:xfrm>
                <a:off x="2550600" y="128125"/>
                <a:ext cx="348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1382" extrusionOk="0">
                    <a:moveTo>
                      <a:pt x="712" y="0"/>
                    </a:moveTo>
                    <a:cubicBezTo>
                      <a:pt x="705" y="0"/>
                      <a:pt x="698" y="0"/>
                      <a:pt x="691" y="0"/>
                    </a:cubicBezTo>
                    <a:cubicBezTo>
                      <a:pt x="310" y="0"/>
                      <a:pt x="1" y="310"/>
                      <a:pt x="1" y="691"/>
                    </a:cubicBezTo>
                    <a:cubicBezTo>
                      <a:pt x="1" y="1072"/>
                      <a:pt x="310" y="1381"/>
                      <a:pt x="691" y="1381"/>
                    </a:cubicBezTo>
                    <a:cubicBezTo>
                      <a:pt x="1084" y="1381"/>
                      <a:pt x="1394" y="1072"/>
                      <a:pt x="1394" y="691"/>
                    </a:cubicBezTo>
                    <a:cubicBezTo>
                      <a:pt x="1394" y="317"/>
                      <a:pt x="1095" y="0"/>
                      <a:pt x="71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7" name="Google Shape;4077;p59"/>
              <p:cNvSpPr/>
              <p:nvPr/>
            </p:nvSpPr>
            <p:spPr>
              <a:xfrm>
                <a:off x="2601200" y="128125"/>
                <a:ext cx="345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382" extrusionOk="0">
                    <a:moveTo>
                      <a:pt x="691" y="0"/>
                    </a:moveTo>
                    <a:cubicBezTo>
                      <a:pt x="310" y="0"/>
                      <a:pt x="1" y="310"/>
                      <a:pt x="1" y="691"/>
                    </a:cubicBezTo>
                    <a:cubicBezTo>
                      <a:pt x="1" y="1072"/>
                      <a:pt x="310" y="1381"/>
                      <a:pt x="691" y="1381"/>
                    </a:cubicBezTo>
                    <a:cubicBezTo>
                      <a:pt x="1072" y="1381"/>
                      <a:pt x="1382" y="1072"/>
                      <a:pt x="1382" y="691"/>
                    </a:cubicBezTo>
                    <a:cubicBezTo>
                      <a:pt x="1382" y="310"/>
                      <a:pt x="1072" y="0"/>
                      <a:pt x="6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8" name="Google Shape;4078;p59"/>
              <p:cNvSpPr/>
              <p:nvPr/>
            </p:nvSpPr>
            <p:spPr>
              <a:xfrm>
                <a:off x="2392850" y="187050"/>
                <a:ext cx="19885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7954" h="442" extrusionOk="0">
                    <a:moveTo>
                      <a:pt x="0" y="1"/>
                    </a:moveTo>
                    <a:lnTo>
                      <a:pt x="0" y="441"/>
                    </a:lnTo>
                    <a:lnTo>
                      <a:pt x="7954" y="441"/>
                    </a:lnTo>
                    <a:lnTo>
                      <a:pt x="79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9" name="Google Shape;4079;p59"/>
              <p:cNvSpPr/>
              <p:nvPr/>
            </p:nvSpPr>
            <p:spPr>
              <a:xfrm>
                <a:off x="2392850" y="213250"/>
                <a:ext cx="19885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7954" h="442" extrusionOk="0">
                    <a:moveTo>
                      <a:pt x="0" y="1"/>
                    </a:moveTo>
                    <a:lnTo>
                      <a:pt x="0" y="441"/>
                    </a:lnTo>
                    <a:lnTo>
                      <a:pt x="7954" y="441"/>
                    </a:lnTo>
                    <a:lnTo>
                      <a:pt x="79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80" name="Google Shape;4080;p59"/>
          <p:cNvGrpSpPr/>
          <p:nvPr/>
        </p:nvGrpSpPr>
        <p:grpSpPr>
          <a:xfrm>
            <a:off x="1172021" y="3332394"/>
            <a:ext cx="1055985" cy="905499"/>
            <a:chOff x="4041575" y="1574875"/>
            <a:chExt cx="296475" cy="254225"/>
          </a:xfrm>
        </p:grpSpPr>
        <p:sp>
          <p:nvSpPr>
            <p:cNvPr id="4081" name="Google Shape;4081;p59"/>
            <p:cNvSpPr/>
            <p:nvPr/>
          </p:nvSpPr>
          <p:spPr>
            <a:xfrm>
              <a:off x="4041575" y="1574875"/>
              <a:ext cx="296475" cy="254225"/>
            </a:xfrm>
            <a:custGeom>
              <a:avLst/>
              <a:gdLst/>
              <a:ahLst/>
              <a:cxnLst/>
              <a:rect l="l" t="t" r="r" b="b"/>
              <a:pathLst>
                <a:path w="11859" h="10169" extrusionOk="0">
                  <a:moveTo>
                    <a:pt x="655" y="0"/>
                  </a:moveTo>
                  <a:cubicBezTo>
                    <a:pt x="286" y="0"/>
                    <a:pt x="0" y="298"/>
                    <a:pt x="0" y="655"/>
                  </a:cubicBezTo>
                  <a:cubicBezTo>
                    <a:pt x="0" y="941"/>
                    <a:pt x="179" y="1179"/>
                    <a:pt x="429" y="1274"/>
                  </a:cubicBezTo>
                  <a:lnTo>
                    <a:pt x="429" y="4561"/>
                  </a:lnTo>
                  <a:cubicBezTo>
                    <a:pt x="238" y="4739"/>
                    <a:pt x="119" y="5001"/>
                    <a:pt x="119" y="5275"/>
                  </a:cubicBezTo>
                  <a:cubicBezTo>
                    <a:pt x="119" y="5811"/>
                    <a:pt x="548" y="6251"/>
                    <a:pt x="1084" y="6251"/>
                  </a:cubicBezTo>
                  <a:cubicBezTo>
                    <a:pt x="1095" y="6251"/>
                    <a:pt x="1119" y="6239"/>
                    <a:pt x="1131" y="6239"/>
                  </a:cubicBezTo>
                  <a:cubicBezTo>
                    <a:pt x="1584" y="8478"/>
                    <a:pt x="3560" y="10168"/>
                    <a:pt x="5929" y="10168"/>
                  </a:cubicBezTo>
                  <a:cubicBezTo>
                    <a:pt x="8299" y="10168"/>
                    <a:pt x="10275" y="8478"/>
                    <a:pt x="10716" y="6239"/>
                  </a:cubicBezTo>
                  <a:cubicBezTo>
                    <a:pt x="10728" y="6239"/>
                    <a:pt x="10751" y="6251"/>
                    <a:pt x="10763" y="6251"/>
                  </a:cubicBezTo>
                  <a:cubicBezTo>
                    <a:pt x="11299" y="6251"/>
                    <a:pt x="11728" y="5811"/>
                    <a:pt x="11728" y="5275"/>
                  </a:cubicBezTo>
                  <a:cubicBezTo>
                    <a:pt x="11728" y="5001"/>
                    <a:pt x="11609" y="4739"/>
                    <a:pt x="11418" y="4561"/>
                  </a:cubicBezTo>
                  <a:lnTo>
                    <a:pt x="11418" y="1274"/>
                  </a:lnTo>
                  <a:cubicBezTo>
                    <a:pt x="11668" y="1179"/>
                    <a:pt x="11859" y="941"/>
                    <a:pt x="11859" y="655"/>
                  </a:cubicBezTo>
                  <a:cubicBezTo>
                    <a:pt x="11859" y="298"/>
                    <a:pt x="11561" y="0"/>
                    <a:pt x="11192" y="0"/>
                  </a:cubicBezTo>
                  <a:cubicBezTo>
                    <a:pt x="10835" y="0"/>
                    <a:pt x="10537" y="298"/>
                    <a:pt x="10537" y="655"/>
                  </a:cubicBezTo>
                  <a:cubicBezTo>
                    <a:pt x="10537" y="941"/>
                    <a:pt x="10728" y="1179"/>
                    <a:pt x="10978" y="1274"/>
                  </a:cubicBezTo>
                  <a:lnTo>
                    <a:pt x="10978" y="4334"/>
                  </a:lnTo>
                  <a:cubicBezTo>
                    <a:pt x="10906" y="4311"/>
                    <a:pt x="10835" y="4311"/>
                    <a:pt x="10763" y="4311"/>
                  </a:cubicBezTo>
                  <a:lnTo>
                    <a:pt x="10716" y="4311"/>
                  </a:lnTo>
                  <a:cubicBezTo>
                    <a:pt x="10275" y="2072"/>
                    <a:pt x="8299" y="381"/>
                    <a:pt x="5929" y="381"/>
                  </a:cubicBezTo>
                  <a:cubicBezTo>
                    <a:pt x="3560" y="381"/>
                    <a:pt x="1584" y="2072"/>
                    <a:pt x="1131" y="4311"/>
                  </a:cubicBezTo>
                  <a:lnTo>
                    <a:pt x="1084" y="4311"/>
                  </a:lnTo>
                  <a:cubicBezTo>
                    <a:pt x="1012" y="4311"/>
                    <a:pt x="941" y="4311"/>
                    <a:pt x="881" y="4334"/>
                  </a:cubicBezTo>
                  <a:lnTo>
                    <a:pt x="881" y="1274"/>
                  </a:lnTo>
                  <a:cubicBezTo>
                    <a:pt x="1131" y="1179"/>
                    <a:pt x="1310" y="941"/>
                    <a:pt x="1310" y="655"/>
                  </a:cubicBezTo>
                  <a:cubicBezTo>
                    <a:pt x="1310" y="298"/>
                    <a:pt x="1012" y="0"/>
                    <a:pt x="655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82" name="Google Shape;4082;p59"/>
            <p:cNvGrpSpPr/>
            <p:nvPr/>
          </p:nvGrpSpPr>
          <p:grpSpPr>
            <a:xfrm>
              <a:off x="4041575" y="1575025"/>
              <a:ext cx="296475" cy="253925"/>
              <a:chOff x="4041575" y="-114775"/>
              <a:chExt cx="296475" cy="253925"/>
            </a:xfrm>
          </p:grpSpPr>
          <p:sp>
            <p:nvSpPr>
              <p:cNvPr id="4083" name="Google Shape;4083;p59"/>
              <p:cNvSpPr/>
              <p:nvPr/>
            </p:nvSpPr>
            <p:spPr>
              <a:xfrm>
                <a:off x="4052275" y="-104050"/>
                <a:ext cx="11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37" extrusionOk="0">
                    <a:moveTo>
                      <a:pt x="227" y="1"/>
                    </a:moveTo>
                    <a:cubicBezTo>
                      <a:pt x="96" y="1"/>
                      <a:pt x="1" y="96"/>
                      <a:pt x="1" y="227"/>
                    </a:cubicBezTo>
                    <a:lnTo>
                      <a:pt x="1" y="4823"/>
                    </a:lnTo>
                    <a:cubicBezTo>
                      <a:pt x="1" y="4942"/>
                      <a:pt x="96" y="5037"/>
                      <a:pt x="227" y="5037"/>
                    </a:cubicBezTo>
                    <a:cubicBezTo>
                      <a:pt x="346" y="5037"/>
                      <a:pt x="441" y="4942"/>
                      <a:pt x="441" y="4823"/>
                    </a:cubicBezTo>
                    <a:lnTo>
                      <a:pt x="441" y="227"/>
                    </a:lnTo>
                    <a:cubicBezTo>
                      <a:pt x="441" y="96"/>
                      <a:pt x="346" y="1"/>
                      <a:pt x="2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4" name="Google Shape;4084;p59"/>
              <p:cNvSpPr/>
              <p:nvPr/>
            </p:nvSpPr>
            <p:spPr>
              <a:xfrm>
                <a:off x="4041575" y="-114775"/>
                <a:ext cx="327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10" h="1311" extrusionOk="0">
                    <a:moveTo>
                      <a:pt x="655" y="1"/>
                    </a:moveTo>
                    <a:cubicBezTo>
                      <a:pt x="286" y="1"/>
                      <a:pt x="0" y="287"/>
                      <a:pt x="0" y="656"/>
                    </a:cubicBezTo>
                    <a:cubicBezTo>
                      <a:pt x="0" y="1013"/>
                      <a:pt x="286" y="1311"/>
                      <a:pt x="655" y="1311"/>
                    </a:cubicBezTo>
                    <a:cubicBezTo>
                      <a:pt x="1012" y="1311"/>
                      <a:pt x="1310" y="1013"/>
                      <a:pt x="1310" y="656"/>
                    </a:cubicBezTo>
                    <a:cubicBezTo>
                      <a:pt x="1310" y="287"/>
                      <a:pt x="1012" y="1"/>
                      <a:pt x="65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5" name="Google Shape;4085;p59"/>
              <p:cNvSpPr/>
              <p:nvPr/>
            </p:nvSpPr>
            <p:spPr>
              <a:xfrm>
                <a:off x="4316000" y="-104050"/>
                <a:ext cx="11050" cy="125925"/>
              </a:xfrm>
              <a:custGeom>
                <a:avLst/>
                <a:gdLst/>
                <a:ahLst/>
                <a:cxnLst/>
                <a:rect l="l" t="t" r="r" b="b"/>
                <a:pathLst>
                  <a:path w="442" h="5037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27"/>
                    </a:cubicBezTo>
                    <a:lnTo>
                      <a:pt x="1" y="4823"/>
                    </a:lnTo>
                    <a:cubicBezTo>
                      <a:pt x="1" y="4942"/>
                      <a:pt x="96" y="5037"/>
                      <a:pt x="215" y="5037"/>
                    </a:cubicBezTo>
                    <a:cubicBezTo>
                      <a:pt x="346" y="5037"/>
                      <a:pt x="441" y="4942"/>
                      <a:pt x="441" y="4823"/>
                    </a:cubicBezTo>
                    <a:lnTo>
                      <a:pt x="441" y="227"/>
                    </a:lnTo>
                    <a:cubicBezTo>
                      <a:pt x="441" y="96"/>
                      <a:pt x="346" y="1"/>
                      <a:pt x="2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6" name="Google Shape;4086;p59"/>
              <p:cNvSpPr/>
              <p:nvPr/>
            </p:nvSpPr>
            <p:spPr>
              <a:xfrm>
                <a:off x="4305000" y="-114775"/>
                <a:ext cx="33050" cy="32775"/>
              </a:xfrm>
              <a:custGeom>
                <a:avLst/>
                <a:gdLst/>
                <a:ahLst/>
                <a:cxnLst/>
                <a:rect l="l" t="t" r="r" b="b"/>
                <a:pathLst>
                  <a:path w="1322" h="1311" extrusionOk="0">
                    <a:moveTo>
                      <a:pt x="655" y="1"/>
                    </a:moveTo>
                    <a:cubicBezTo>
                      <a:pt x="298" y="1"/>
                      <a:pt x="0" y="287"/>
                      <a:pt x="0" y="656"/>
                    </a:cubicBezTo>
                    <a:cubicBezTo>
                      <a:pt x="0" y="1013"/>
                      <a:pt x="298" y="1311"/>
                      <a:pt x="655" y="1311"/>
                    </a:cubicBezTo>
                    <a:cubicBezTo>
                      <a:pt x="1024" y="1311"/>
                      <a:pt x="1322" y="1013"/>
                      <a:pt x="1322" y="656"/>
                    </a:cubicBezTo>
                    <a:cubicBezTo>
                      <a:pt x="1322" y="287"/>
                      <a:pt x="1024" y="1"/>
                      <a:pt x="65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7" name="Google Shape;4087;p59"/>
              <p:cNvSpPr/>
              <p:nvPr/>
            </p:nvSpPr>
            <p:spPr>
              <a:xfrm>
                <a:off x="4286525" y="-7300"/>
                <a:ext cx="48250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1941" extrusionOk="0">
                    <a:moveTo>
                      <a:pt x="965" y="0"/>
                    </a:moveTo>
                    <a:cubicBezTo>
                      <a:pt x="430" y="0"/>
                      <a:pt x="1" y="441"/>
                      <a:pt x="1" y="976"/>
                    </a:cubicBezTo>
                    <a:cubicBezTo>
                      <a:pt x="1" y="1512"/>
                      <a:pt x="430" y="1941"/>
                      <a:pt x="965" y="1941"/>
                    </a:cubicBezTo>
                    <a:cubicBezTo>
                      <a:pt x="1501" y="1941"/>
                      <a:pt x="1930" y="1512"/>
                      <a:pt x="1930" y="976"/>
                    </a:cubicBezTo>
                    <a:cubicBezTo>
                      <a:pt x="1930" y="441"/>
                      <a:pt x="1501" y="0"/>
                      <a:pt x="9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8" name="Google Shape;4088;p59"/>
              <p:cNvSpPr/>
              <p:nvPr/>
            </p:nvSpPr>
            <p:spPr>
              <a:xfrm>
                <a:off x="4044550" y="-7300"/>
                <a:ext cx="48525" cy="48525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941" extrusionOk="0">
                    <a:moveTo>
                      <a:pt x="965" y="0"/>
                    </a:moveTo>
                    <a:cubicBezTo>
                      <a:pt x="429" y="0"/>
                      <a:pt x="0" y="441"/>
                      <a:pt x="0" y="976"/>
                    </a:cubicBezTo>
                    <a:cubicBezTo>
                      <a:pt x="0" y="1512"/>
                      <a:pt x="429" y="1941"/>
                      <a:pt x="965" y="1941"/>
                    </a:cubicBezTo>
                    <a:cubicBezTo>
                      <a:pt x="1500" y="1941"/>
                      <a:pt x="1941" y="1512"/>
                      <a:pt x="1941" y="976"/>
                    </a:cubicBezTo>
                    <a:cubicBezTo>
                      <a:pt x="1941" y="441"/>
                      <a:pt x="1500" y="0"/>
                      <a:pt x="9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9" name="Google Shape;4089;p59"/>
              <p:cNvSpPr/>
              <p:nvPr/>
            </p:nvSpPr>
            <p:spPr>
              <a:xfrm>
                <a:off x="4067450" y="-105250"/>
                <a:ext cx="244400" cy="244400"/>
              </a:xfrm>
              <a:custGeom>
                <a:avLst/>
                <a:gdLst/>
                <a:ahLst/>
                <a:cxnLst/>
                <a:rect l="l" t="t" r="r" b="b"/>
                <a:pathLst>
                  <a:path w="9776" h="9776" extrusionOk="0">
                    <a:moveTo>
                      <a:pt x="4894" y="1"/>
                    </a:moveTo>
                    <a:cubicBezTo>
                      <a:pt x="2192" y="1"/>
                      <a:pt x="1" y="2192"/>
                      <a:pt x="1" y="4894"/>
                    </a:cubicBezTo>
                    <a:cubicBezTo>
                      <a:pt x="1" y="7597"/>
                      <a:pt x="2192" y="9776"/>
                      <a:pt x="4894" y="9776"/>
                    </a:cubicBezTo>
                    <a:cubicBezTo>
                      <a:pt x="7585" y="9776"/>
                      <a:pt x="9776" y="7597"/>
                      <a:pt x="9776" y="4894"/>
                    </a:cubicBezTo>
                    <a:cubicBezTo>
                      <a:pt x="9776" y="2192"/>
                      <a:pt x="7585" y="1"/>
                      <a:pt x="489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0" name="Google Shape;4090;p59"/>
              <p:cNvSpPr/>
              <p:nvPr/>
            </p:nvSpPr>
            <p:spPr>
              <a:xfrm>
                <a:off x="4090375" y="-18625"/>
                <a:ext cx="1985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7943" h="2799" extrusionOk="0">
                    <a:moveTo>
                      <a:pt x="679" y="1"/>
                    </a:moveTo>
                    <a:cubicBezTo>
                      <a:pt x="298" y="1"/>
                      <a:pt x="1" y="310"/>
                      <a:pt x="1" y="679"/>
                    </a:cubicBezTo>
                    <a:lnTo>
                      <a:pt x="1" y="2120"/>
                    </a:lnTo>
                    <a:cubicBezTo>
                      <a:pt x="1" y="2501"/>
                      <a:pt x="298" y="2799"/>
                      <a:pt x="679" y="2799"/>
                    </a:cubicBezTo>
                    <a:lnTo>
                      <a:pt x="7275" y="2799"/>
                    </a:lnTo>
                    <a:cubicBezTo>
                      <a:pt x="7645" y="2799"/>
                      <a:pt x="7942" y="2501"/>
                      <a:pt x="7942" y="2120"/>
                    </a:cubicBezTo>
                    <a:lnTo>
                      <a:pt x="7942" y="679"/>
                    </a:lnTo>
                    <a:cubicBezTo>
                      <a:pt x="7942" y="310"/>
                      <a:pt x="7645" y="1"/>
                      <a:pt x="727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1" name="Google Shape;4091;p59"/>
              <p:cNvSpPr/>
              <p:nvPr/>
            </p:nvSpPr>
            <p:spPr>
              <a:xfrm>
                <a:off x="4119550" y="4600"/>
                <a:ext cx="247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89" extrusionOk="0">
                    <a:moveTo>
                      <a:pt x="489" y="0"/>
                    </a:moveTo>
                    <a:cubicBezTo>
                      <a:pt x="215" y="0"/>
                      <a:pt x="1" y="227"/>
                      <a:pt x="1" y="500"/>
                    </a:cubicBezTo>
                    <a:cubicBezTo>
                      <a:pt x="1" y="774"/>
                      <a:pt x="215" y="989"/>
                      <a:pt x="489" y="989"/>
                    </a:cubicBezTo>
                    <a:cubicBezTo>
                      <a:pt x="763" y="989"/>
                      <a:pt x="989" y="774"/>
                      <a:pt x="989" y="500"/>
                    </a:cubicBezTo>
                    <a:cubicBezTo>
                      <a:pt x="989" y="227"/>
                      <a:pt x="763" y="0"/>
                      <a:pt x="4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2" name="Google Shape;4092;p59"/>
              <p:cNvSpPr/>
              <p:nvPr/>
            </p:nvSpPr>
            <p:spPr>
              <a:xfrm>
                <a:off x="4235050" y="4600"/>
                <a:ext cx="250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989" extrusionOk="0">
                    <a:moveTo>
                      <a:pt x="500" y="0"/>
                    </a:moveTo>
                    <a:cubicBezTo>
                      <a:pt x="226" y="0"/>
                      <a:pt x="0" y="227"/>
                      <a:pt x="0" y="500"/>
                    </a:cubicBezTo>
                    <a:cubicBezTo>
                      <a:pt x="0" y="774"/>
                      <a:pt x="226" y="989"/>
                      <a:pt x="500" y="989"/>
                    </a:cubicBezTo>
                    <a:cubicBezTo>
                      <a:pt x="774" y="989"/>
                      <a:pt x="1000" y="774"/>
                      <a:pt x="1000" y="500"/>
                    </a:cubicBezTo>
                    <a:cubicBezTo>
                      <a:pt x="1000" y="227"/>
                      <a:pt x="774" y="0"/>
                      <a:pt x="5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93" name="Google Shape;4093;p59"/>
          <p:cNvGrpSpPr/>
          <p:nvPr/>
        </p:nvGrpSpPr>
        <p:grpSpPr>
          <a:xfrm>
            <a:off x="-749332" y="2445605"/>
            <a:ext cx="1827087" cy="2315090"/>
            <a:chOff x="4700075" y="3262363"/>
            <a:chExt cx="560525" cy="710238"/>
          </a:xfrm>
        </p:grpSpPr>
        <p:sp>
          <p:nvSpPr>
            <p:cNvPr id="4094" name="Google Shape;4094;p59"/>
            <p:cNvSpPr/>
            <p:nvPr/>
          </p:nvSpPr>
          <p:spPr>
            <a:xfrm>
              <a:off x="4700075" y="3262375"/>
              <a:ext cx="560525" cy="710225"/>
            </a:xfrm>
            <a:custGeom>
              <a:avLst/>
              <a:gdLst/>
              <a:ahLst/>
              <a:cxnLst/>
              <a:rect l="l" t="t" r="r" b="b"/>
              <a:pathLst>
                <a:path w="22421" h="28409" extrusionOk="0">
                  <a:moveTo>
                    <a:pt x="6728" y="0"/>
                  </a:moveTo>
                  <a:cubicBezTo>
                    <a:pt x="6121" y="0"/>
                    <a:pt x="5632" y="488"/>
                    <a:pt x="5632" y="1084"/>
                  </a:cubicBezTo>
                  <a:lnTo>
                    <a:pt x="5632" y="3000"/>
                  </a:lnTo>
                  <a:cubicBezTo>
                    <a:pt x="5394" y="3012"/>
                    <a:pt x="5204" y="3215"/>
                    <a:pt x="5204" y="3465"/>
                  </a:cubicBezTo>
                  <a:lnTo>
                    <a:pt x="5204" y="3953"/>
                  </a:lnTo>
                  <a:lnTo>
                    <a:pt x="4716" y="3953"/>
                  </a:lnTo>
                  <a:lnTo>
                    <a:pt x="4716" y="4286"/>
                  </a:lnTo>
                  <a:lnTo>
                    <a:pt x="3263" y="4286"/>
                  </a:lnTo>
                  <a:cubicBezTo>
                    <a:pt x="3120" y="3834"/>
                    <a:pt x="2692" y="3501"/>
                    <a:pt x="2192" y="3501"/>
                  </a:cubicBezTo>
                  <a:cubicBezTo>
                    <a:pt x="1584" y="3501"/>
                    <a:pt x="1084" y="4001"/>
                    <a:pt x="1084" y="4608"/>
                  </a:cubicBezTo>
                  <a:cubicBezTo>
                    <a:pt x="1084" y="5227"/>
                    <a:pt x="1572" y="5727"/>
                    <a:pt x="2192" y="5727"/>
                  </a:cubicBezTo>
                  <a:cubicBezTo>
                    <a:pt x="2692" y="5727"/>
                    <a:pt x="3108" y="5406"/>
                    <a:pt x="3251" y="4953"/>
                  </a:cubicBezTo>
                  <a:lnTo>
                    <a:pt x="4716" y="4953"/>
                  </a:lnTo>
                  <a:lnTo>
                    <a:pt x="4716" y="5298"/>
                  </a:lnTo>
                  <a:lnTo>
                    <a:pt x="5192" y="5298"/>
                  </a:lnTo>
                  <a:lnTo>
                    <a:pt x="5192" y="5727"/>
                  </a:lnTo>
                  <a:cubicBezTo>
                    <a:pt x="5192" y="5977"/>
                    <a:pt x="5394" y="6179"/>
                    <a:pt x="5632" y="6191"/>
                  </a:cubicBezTo>
                  <a:lnTo>
                    <a:pt x="5632" y="8394"/>
                  </a:lnTo>
                  <a:cubicBezTo>
                    <a:pt x="5632" y="8989"/>
                    <a:pt x="6121" y="9477"/>
                    <a:pt x="6728" y="9477"/>
                  </a:cubicBezTo>
                  <a:lnTo>
                    <a:pt x="9300" y="9477"/>
                  </a:lnTo>
                  <a:lnTo>
                    <a:pt x="9300" y="10323"/>
                  </a:lnTo>
                  <a:lnTo>
                    <a:pt x="4442" y="10323"/>
                  </a:lnTo>
                  <a:lnTo>
                    <a:pt x="4442" y="11216"/>
                  </a:lnTo>
                  <a:lnTo>
                    <a:pt x="4442" y="11966"/>
                  </a:lnTo>
                  <a:lnTo>
                    <a:pt x="4442" y="12013"/>
                  </a:lnTo>
                  <a:lnTo>
                    <a:pt x="5609" y="12013"/>
                  </a:lnTo>
                  <a:cubicBezTo>
                    <a:pt x="5251" y="12204"/>
                    <a:pt x="4906" y="12430"/>
                    <a:pt x="4585" y="12692"/>
                  </a:cubicBezTo>
                  <a:cubicBezTo>
                    <a:pt x="4358" y="12871"/>
                    <a:pt x="4132" y="13061"/>
                    <a:pt x="3930" y="13264"/>
                  </a:cubicBezTo>
                  <a:cubicBezTo>
                    <a:pt x="3739" y="13454"/>
                    <a:pt x="3573" y="13645"/>
                    <a:pt x="3418" y="13847"/>
                  </a:cubicBezTo>
                  <a:cubicBezTo>
                    <a:pt x="3037" y="14323"/>
                    <a:pt x="2739" y="14823"/>
                    <a:pt x="2513" y="15359"/>
                  </a:cubicBezTo>
                  <a:cubicBezTo>
                    <a:pt x="2275" y="15895"/>
                    <a:pt x="2108" y="16466"/>
                    <a:pt x="1977" y="17050"/>
                  </a:cubicBezTo>
                  <a:cubicBezTo>
                    <a:pt x="1846" y="17681"/>
                    <a:pt x="1775" y="18324"/>
                    <a:pt x="1727" y="18979"/>
                  </a:cubicBezTo>
                  <a:cubicBezTo>
                    <a:pt x="1680" y="19610"/>
                    <a:pt x="1668" y="20241"/>
                    <a:pt x="1668" y="20872"/>
                  </a:cubicBezTo>
                  <a:cubicBezTo>
                    <a:pt x="1668" y="20979"/>
                    <a:pt x="1668" y="21098"/>
                    <a:pt x="1668" y="21205"/>
                  </a:cubicBezTo>
                  <a:cubicBezTo>
                    <a:pt x="715" y="21443"/>
                    <a:pt x="1" y="22300"/>
                    <a:pt x="1" y="23336"/>
                  </a:cubicBezTo>
                  <a:lnTo>
                    <a:pt x="1" y="24848"/>
                  </a:lnTo>
                  <a:lnTo>
                    <a:pt x="1168" y="24848"/>
                  </a:lnTo>
                  <a:lnTo>
                    <a:pt x="1168" y="23324"/>
                  </a:lnTo>
                  <a:cubicBezTo>
                    <a:pt x="1168" y="22765"/>
                    <a:pt x="1632" y="22300"/>
                    <a:pt x="2192" y="22300"/>
                  </a:cubicBezTo>
                  <a:cubicBezTo>
                    <a:pt x="2763" y="22300"/>
                    <a:pt x="3227" y="22765"/>
                    <a:pt x="3227" y="23324"/>
                  </a:cubicBezTo>
                  <a:lnTo>
                    <a:pt x="3227" y="24836"/>
                  </a:lnTo>
                  <a:lnTo>
                    <a:pt x="4394" y="24836"/>
                  </a:lnTo>
                  <a:lnTo>
                    <a:pt x="4394" y="23324"/>
                  </a:lnTo>
                  <a:cubicBezTo>
                    <a:pt x="4394" y="22336"/>
                    <a:pt x="3739" y="21503"/>
                    <a:pt x="2834" y="21229"/>
                  </a:cubicBezTo>
                  <a:lnTo>
                    <a:pt x="2834" y="20860"/>
                  </a:lnTo>
                  <a:cubicBezTo>
                    <a:pt x="2834" y="20276"/>
                    <a:pt x="2846" y="19681"/>
                    <a:pt x="2882" y="19098"/>
                  </a:cubicBezTo>
                  <a:cubicBezTo>
                    <a:pt x="2918" y="18526"/>
                    <a:pt x="2989" y="17967"/>
                    <a:pt x="3096" y="17419"/>
                  </a:cubicBezTo>
                  <a:cubicBezTo>
                    <a:pt x="3215" y="16859"/>
                    <a:pt x="3382" y="16300"/>
                    <a:pt x="3620" y="15776"/>
                  </a:cubicBezTo>
                  <a:cubicBezTo>
                    <a:pt x="3811" y="15347"/>
                    <a:pt x="4061" y="14942"/>
                    <a:pt x="4358" y="14549"/>
                  </a:cubicBezTo>
                  <a:cubicBezTo>
                    <a:pt x="4478" y="14395"/>
                    <a:pt x="4609" y="14240"/>
                    <a:pt x="4751" y="14085"/>
                  </a:cubicBezTo>
                  <a:cubicBezTo>
                    <a:pt x="4906" y="13930"/>
                    <a:pt x="5061" y="13787"/>
                    <a:pt x="5228" y="13657"/>
                  </a:cubicBezTo>
                  <a:cubicBezTo>
                    <a:pt x="5430" y="13478"/>
                    <a:pt x="5656" y="13323"/>
                    <a:pt x="5882" y="13180"/>
                  </a:cubicBezTo>
                  <a:lnTo>
                    <a:pt x="5882" y="20872"/>
                  </a:lnTo>
                  <a:lnTo>
                    <a:pt x="7406" y="20872"/>
                  </a:lnTo>
                  <a:cubicBezTo>
                    <a:pt x="7335" y="21015"/>
                    <a:pt x="7276" y="21169"/>
                    <a:pt x="7216" y="21324"/>
                  </a:cubicBezTo>
                  <a:cubicBezTo>
                    <a:pt x="7014" y="21872"/>
                    <a:pt x="6883" y="22455"/>
                    <a:pt x="6811" y="23062"/>
                  </a:cubicBezTo>
                  <a:cubicBezTo>
                    <a:pt x="6740" y="23562"/>
                    <a:pt x="6704" y="24074"/>
                    <a:pt x="6704" y="24575"/>
                  </a:cubicBezTo>
                  <a:cubicBezTo>
                    <a:pt x="6692" y="25086"/>
                    <a:pt x="6716" y="25587"/>
                    <a:pt x="6752" y="26051"/>
                  </a:cubicBezTo>
                  <a:cubicBezTo>
                    <a:pt x="6573" y="26229"/>
                    <a:pt x="6454" y="26480"/>
                    <a:pt x="6454" y="26753"/>
                  </a:cubicBezTo>
                  <a:lnTo>
                    <a:pt x="6454" y="26968"/>
                  </a:lnTo>
                  <a:lnTo>
                    <a:pt x="4132" y="26968"/>
                  </a:lnTo>
                  <a:lnTo>
                    <a:pt x="4132" y="27682"/>
                  </a:lnTo>
                  <a:lnTo>
                    <a:pt x="4132" y="28396"/>
                  </a:lnTo>
                  <a:lnTo>
                    <a:pt x="4132" y="28408"/>
                  </a:lnTo>
                  <a:lnTo>
                    <a:pt x="8776" y="28408"/>
                  </a:lnTo>
                  <a:lnTo>
                    <a:pt x="8776" y="28396"/>
                  </a:lnTo>
                  <a:lnTo>
                    <a:pt x="8776" y="27682"/>
                  </a:lnTo>
                  <a:lnTo>
                    <a:pt x="8776" y="26968"/>
                  </a:lnTo>
                  <a:lnTo>
                    <a:pt x="8395" y="26968"/>
                  </a:lnTo>
                  <a:lnTo>
                    <a:pt x="8395" y="26753"/>
                  </a:lnTo>
                  <a:cubicBezTo>
                    <a:pt x="8395" y="26432"/>
                    <a:pt x="8240" y="26146"/>
                    <a:pt x="8002" y="25968"/>
                  </a:cubicBezTo>
                  <a:cubicBezTo>
                    <a:pt x="8002" y="25944"/>
                    <a:pt x="7990" y="25920"/>
                    <a:pt x="7990" y="25896"/>
                  </a:cubicBezTo>
                  <a:cubicBezTo>
                    <a:pt x="7954" y="25456"/>
                    <a:pt x="7942" y="25015"/>
                    <a:pt x="7954" y="24586"/>
                  </a:cubicBezTo>
                  <a:cubicBezTo>
                    <a:pt x="7966" y="24051"/>
                    <a:pt x="8014" y="23515"/>
                    <a:pt x="8109" y="22991"/>
                  </a:cubicBezTo>
                  <a:cubicBezTo>
                    <a:pt x="8121" y="22908"/>
                    <a:pt x="8133" y="22824"/>
                    <a:pt x="8157" y="22741"/>
                  </a:cubicBezTo>
                  <a:cubicBezTo>
                    <a:pt x="8228" y="22360"/>
                    <a:pt x="8335" y="21979"/>
                    <a:pt x="8478" y="21610"/>
                  </a:cubicBezTo>
                  <a:cubicBezTo>
                    <a:pt x="8585" y="21348"/>
                    <a:pt x="8704" y="21098"/>
                    <a:pt x="8859" y="20872"/>
                  </a:cubicBezTo>
                  <a:lnTo>
                    <a:pt x="13443" y="20872"/>
                  </a:lnTo>
                  <a:cubicBezTo>
                    <a:pt x="13633" y="21098"/>
                    <a:pt x="13788" y="21348"/>
                    <a:pt x="13919" y="21610"/>
                  </a:cubicBezTo>
                  <a:cubicBezTo>
                    <a:pt x="13979" y="21717"/>
                    <a:pt x="14038" y="21836"/>
                    <a:pt x="14086" y="21955"/>
                  </a:cubicBezTo>
                  <a:cubicBezTo>
                    <a:pt x="14205" y="22289"/>
                    <a:pt x="14312" y="22646"/>
                    <a:pt x="14384" y="22991"/>
                  </a:cubicBezTo>
                  <a:cubicBezTo>
                    <a:pt x="14491" y="23515"/>
                    <a:pt x="14550" y="24051"/>
                    <a:pt x="14550" y="24586"/>
                  </a:cubicBezTo>
                  <a:cubicBezTo>
                    <a:pt x="14562" y="25027"/>
                    <a:pt x="14526" y="25479"/>
                    <a:pt x="14467" y="25908"/>
                  </a:cubicBezTo>
                  <a:cubicBezTo>
                    <a:pt x="14467" y="25920"/>
                    <a:pt x="14455" y="25932"/>
                    <a:pt x="14455" y="25944"/>
                  </a:cubicBezTo>
                  <a:cubicBezTo>
                    <a:pt x="14205" y="26122"/>
                    <a:pt x="14026" y="26420"/>
                    <a:pt x="14026" y="26753"/>
                  </a:cubicBezTo>
                  <a:lnTo>
                    <a:pt x="14026" y="26980"/>
                  </a:lnTo>
                  <a:lnTo>
                    <a:pt x="13693" y="26980"/>
                  </a:lnTo>
                  <a:lnTo>
                    <a:pt x="13693" y="27694"/>
                  </a:lnTo>
                  <a:lnTo>
                    <a:pt x="13693" y="28408"/>
                  </a:lnTo>
                  <a:lnTo>
                    <a:pt x="18336" y="28408"/>
                  </a:lnTo>
                  <a:lnTo>
                    <a:pt x="18336" y="27694"/>
                  </a:lnTo>
                  <a:lnTo>
                    <a:pt x="18336" y="26980"/>
                  </a:lnTo>
                  <a:lnTo>
                    <a:pt x="15967" y="26980"/>
                  </a:lnTo>
                  <a:lnTo>
                    <a:pt x="15967" y="26753"/>
                  </a:lnTo>
                  <a:cubicBezTo>
                    <a:pt x="15967" y="26491"/>
                    <a:pt x="15860" y="26253"/>
                    <a:pt x="15693" y="26075"/>
                  </a:cubicBezTo>
                  <a:cubicBezTo>
                    <a:pt x="15753" y="25598"/>
                    <a:pt x="15777" y="25098"/>
                    <a:pt x="15765" y="24586"/>
                  </a:cubicBezTo>
                  <a:cubicBezTo>
                    <a:pt x="15753" y="24074"/>
                    <a:pt x="15705" y="23562"/>
                    <a:pt x="15622" y="23062"/>
                  </a:cubicBezTo>
                  <a:cubicBezTo>
                    <a:pt x="15515" y="22467"/>
                    <a:pt x="15360" y="21884"/>
                    <a:pt x="15134" y="21336"/>
                  </a:cubicBezTo>
                  <a:cubicBezTo>
                    <a:pt x="15062" y="21181"/>
                    <a:pt x="14991" y="21026"/>
                    <a:pt x="14907" y="20872"/>
                  </a:cubicBezTo>
                  <a:lnTo>
                    <a:pt x="16586" y="20872"/>
                  </a:lnTo>
                  <a:lnTo>
                    <a:pt x="16586" y="13204"/>
                  </a:lnTo>
                  <a:cubicBezTo>
                    <a:pt x="16812" y="13347"/>
                    <a:pt x="17027" y="13502"/>
                    <a:pt x="17241" y="13668"/>
                  </a:cubicBezTo>
                  <a:cubicBezTo>
                    <a:pt x="17408" y="13799"/>
                    <a:pt x="17563" y="13942"/>
                    <a:pt x="17717" y="14097"/>
                  </a:cubicBezTo>
                  <a:cubicBezTo>
                    <a:pt x="17860" y="14240"/>
                    <a:pt x="17991" y="14395"/>
                    <a:pt x="18122" y="14549"/>
                  </a:cubicBezTo>
                  <a:cubicBezTo>
                    <a:pt x="18432" y="14930"/>
                    <a:pt x="18682" y="15347"/>
                    <a:pt x="18872" y="15776"/>
                  </a:cubicBezTo>
                  <a:cubicBezTo>
                    <a:pt x="19110" y="16300"/>
                    <a:pt x="19277" y="16847"/>
                    <a:pt x="19384" y="17419"/>
                  </a:cubicBezTo>
                  <a:cubicBezTo>
                    <a:pt x="19491" y="17967"/>
                    <a:pt x="19551" y="18538"/>
                    <a:pt x="19587" y="19098"/>
                  </a:cubicBezTo>
                  <a:cubicBezTo>
                    <a:pt x="19622" y="19693"/>
                    <a:pt x="19634" y="20288"/>
                    <a:pt x="19634" y="20872"/>
                  </a:cubicBezTo>
                  <a:lnTo>
                    <a:pt x="19634" y="21217"/>
                  </a:lnTo>
                  <a:cubicBezTo>
                    <a:pt x="18706" y="21479"/>
                    <a:pt x="18027" y="22324"/>
                    <a:pt x="18027" y="23336"/>
                  </a:cubicBezTo>
                  <a:lnTo>
                    <a:pt x="18027" y="24848"/>
                  </a:lnTo>
                  <a:lnTo>
                    <a:pt x="19194" y="24848"/>
                  </a:lnTo>
                  <a:lnTo>
                    <a:pt x="19194" y="23324"/>
                  </a:lnTo>
                  <a:cubicBezTo>
                    <a:pt x="19194" y="22765"/>
                    <a:pt x="19658" y="22300"/>
                    <a:pt x="20218" y="22300"/>
                  </a:cubicBezTo>
                  <a:cubicBezTo>
                    <a:pt x="20789" y="22300"/>
                    <a:pt x="21242" y="22765"/>
                    <a:pt x="21242" y="23324"/>
                  </a:cubicBezTo>
                  <a:lnTo>
                    <a:pt x="21242" y="24836"/>
                  </a:lnTo>
                  <a:lnTo>
                    <a:pt x="22420" y="24836"/>
                  </a:lnTo>
                  <a:lnTo>
                    <a:pt x="22420" y="23324"/>
                  </a:lnTo>
                  <a:cubicBezTo>
                    <a:pt x="22408" y="22324"/>
                    <a:pt x="21730" y="21467"/>
                    <a:pt x="20801" y="21217"/>
                  </a:cubicBezTo>
                  <a:cubicBezTo>
                    <a:pt x="20801" y="21098"/>
                    <a:pt x="20801" y="20979"/>
                    <a:pt x="20801" y="20860"/>
                  </a:cubicBezTo>
                  <a:cubicBezTo>
                    <a:pt x="20801" y="20229"/>
                    <a:pt x="20777" y="19598"/>
                    <a:pt x="20730" y="18979"/>
                  </a:cubicBezTo>
                  <a:cubicBezTo>
                    <a:pt x="20682" y="18324"/>
                    <a:pt x="20611" y="17681"/>
                    <a:pt x="20468" y="17050"/>
                  </a:cubicBezTo>
                  <a:cubicBezTo>
                    <a:pt x="20349" y="16478"/>
                    <a:pt x="20170" y="15907"/>
                    <a:pt x="19932" y="15359"/>
                  </a:cubicBezTo>
                  <a:cubicBezTo>
                    <a:pt x="19706" y="14835"/>
                    <a:pt x="19408" y="14335"/>
                    <a:pt x="19039" y="13847"/>
                  </a:cubicBezTo>
                  <a:cubicBezTo>
                    <a:pt x="18884" y="13657"/>
                    <a:pt x="18717" y="13454"/>
                    <a:pt x="18539" y="13264"/>
                  </a:cubicBezTo>
                  <a:cubicBezTo>
                    <a:pt x="18336" y="13049"/>
                    <a:pt x="18122" y="12859"/>
                    <a:pt x="17896" y="12668"/>
                  </a:cubicBezTo>
                  <a:cubicBezTo>
                    <a:pt x="17574" y="12418"/>
                    <a:pt x="17241" y="12204"/>
                    <a:pt x="16896" y="12013"/>
                  </a:cubicBezTo>
                  <a:lnTo>
                    <a:pt x="18027" y="12013"/>
                  </a:lnTo>
                  <a:lnTo>
                    <a:pt x="18027" y="11966"/>
                  </a:lnTo>
                  <a:lnTo>
                    <a:pt x="18027" y="11216"/>
                  </a:lnTo>
                  <a:lnTo>
                    <a:pt x="18027" y="10323"/>
                  </a:lnTo>
                  <a:lnTo>
                    <a:pt x="13169" y="10323"/>
                  </a:lnTo>
                  <a:lnTo>
                    <a:pt x="13169" y="9477"/>
                  </a:lnTo>
                  <a:lnTo>
                    <a:pt x="15741" y="9477"/>
                  </a:lnTo>
                  <a:cubicBezTo>
                    <a:pt x="16336" y="9477"/>
                    <a:pt x="16824" y="8989"/>
                    <a:pt x="16824" y="8394"/>
                  </a:cubicBezTo>
                  <a:lnTo>
                    <a:pt x="16824" y="6191"/>
                  </a:lnTo>
                  <a:cubicBezTo>
                    <a:pt x="17086" y="6191"/>
                    <a:pt x="17289" y="5989"/>
                    <a:pt x="17289" y="5727"/>
                  </a:cubicBezTo>
                  <a:lnTo>
                    <a:pt x="17289" y="5227"/>
                  </a:lnTo>
                  <a:lnTo>
                    <a:pt x="17765" y="5227"/>
                  </a:lnTo>
                  <a:lnTo>
                    <a:pt x="17765" y="4894"/>
                  </a:lnTo>
                  <a:lnTo>
                    <a:pt x="19229" y="4894"/>
                  </a:lnTo>
                  <a:cubicBezTo>
                    <a:pt x="19360" y="5358"/>
                    <a:pt x="19789" y="5691"/>
                    <a:pt x="20289" y="5691"/>
                  </a:cubicBezTo>
                  <a:cubicBezTo>
                    <a:pt x="20908" y="5691"/>
                    <a:pt x="21408" y="5191"/>
                    <a:pt x="21408" y="4572"/>
                  </a:cubicBezTo>
                  <a:cubicBezTo>
                    <a:pt x="21408" y="3965"/>
                    <a:pt x="20908" y="3465"/>
                    <a:pt x="20289" y="3465"/>
                  </a:cubicBezTo>
                  <a:cubicBezTo>
                    <a:pt x="19801" y="3465"/>
                    <a:pt x="19372" y="3786"/>
                    <a:pt x="19229" y="4239"/>
                  </a:cubicBezTo>
                  <a:lnTo>
                    <a:pt x="17765" y="4239"/>
                  </a:lnTo>
                  <a:lnTo>
                    <a:pt x="17765" y="3893"/>
                  </a:lnTo>
                  <a:lnTo>
                    <a:pt x="17289" y="3893"/>
                  </a:lnTo>
                  <a:lnTo>
                    <a:pt x="17289" y="3465"/>
                  </a:lnTo>
                  <a:cubicBezTo>
                    <a:pt x="17289" y="3203"/>
                    <a:pt x="17086" y="3000"/>
                    <a:pt x="16824" y="3000"/>
                  </a:cubicBezTo>
                  <a:lnTo>
                    <a:pt x="16824" y="1084"/>
                  </a:lnTo>
                  <a:cubicBezTo>
                    <a:pt x="16824" y="488"/>
                    <a:pt x="16336" y="0"/>
                    <a:pt x="15741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95" name="Google Shape;4095;p59"/>
            <p:cNvGrpSpPr/>
            <p:nvPr/>
          </p:nvGrpSpPr>
          <p:grpSpPr>
            <a:xfrm>
              <a:off x="4700075" y="3262363"/>
              <a:ext cx="560225" cy="709950"/>
              <a:chOff x="556300" y="1021375"/>
              <a:chExt cx="560225" cy="709950"/>
            </a:xfrm>
          </p:grpSpPr>
          <p:sp>
            <p:nvSpPr>
              <p:cNvPr id="4096" name="Google Shape;4096;p59"/>
              <p:cNvSpPr/>
              <p:nvPr/>
            </p:nvSpPr>
            <p:spPr>
              <a:xfrm>
                <a:off x="837000" y="1292525"/>
                <a:ext cx="166700" cy="70600"/>
              </a:xfrm>
              <a:custGeom>
                <a:avLst/>
                <a:gdLst/>
                <a:ahLst/>
                <a:cxnLst/>
                <a:rect l="l" t="t" r="r" b="b"/>
                <a:pathLst>
                  <a:path w="6668" h="2824" extrusionOk="0">
                    <a:moveTo>
                      <a:pt x="207" y="0"/>
                    </a:moveTo>
                    <a:cubicBezTo>
                      <a:pt x="138" y="0"/>
                      <a:pt x="69" y="1"/>
                      <a:pt x="0" y="2"/>
                    </a:cubicBezTo>
                    <a:lnTo>
                      <a:pt x="412" y="2"/>
                    </a:lnTo>
                    <a:cubicBezTo>
                      <a:pt x="343" y="1"/>
                      <a:pt x="275" y="0"/>
                      <a:pt x="207" y="0"/>
                    </a:cubicBezTo>
                    <a:close/>
                    <a:moveTo>
                      <a:pt x="412" y="2"/>
                    </a:moveTo>
                    <a:cubicBezTo>
                      <a:pt x="425" y="2"/>
                      <a:pt x="439" y="2"/>
                      <a:pt x="452" y="2"/>
                    </a:cubicBezTo>
                    <a:lnTo>
                      <a:pt x="452" y="2"/>
                    </a:lnTo>
                    <a:cubicBezTo>
                      <a:pt x="449" y="2"/>
                      <a:pt x="445" y="2"/>
                      <a:pt x="441" y="2"/>
                    </a:cubicBezTo>
                    <a:close/>
                    <a:moveTo>
                      <a:pt x="452" y="2"/>
                    </a:moveTo>
                    <a:cubicBezTo>
                      <a:pt x="1156" y="37"/>
                      <a:pt x="1188" y="1085"/>
                      <a:pt x="548" y="1168"/>
                    </a:cubicBezTo>
                    <a:cubicBezTo>
                      <a:pt x="2513" y="1204"/>
                      <a:pt x="4477" y="1573"/>
                      <a:pt x="6013" y="2823"/>
                    </a:cubicBezTo>
                    <a:lnTo>
                      <a:pt x="6668" y="1823"/>
                    </a:lnTo>
                    <a:cubicBezTo>
                      <a:pt x="4941" y="442"/>
                      <a:pt x="2651" y="30"/>
                      <a:pt x="452" y="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7" name="Google Shape;4097;p59"/>
              <p:cNvSpPr/>
              <p:nvPr/>
            </p:nvSpPr>
            <p:spPr>
              <a:xfrm>
                <a:off x="987325" y="1338100"/>
                <a:ext cx="449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1870" extrusionOk="0">
                    <a:moveTo>
                      <a:pt x="655" y="0"/>
                    </a:moveTo>
                    <a:lnTo>
                      <a:pt x="0" y="988"/>
                    </a:lnTo>
                    <a:cubicBezTo>
                      <a:pt x="167" y="1119"/>
                      <a:pt x="322" y="1262"/>
                      <a:pt x="476" y="1417"/>
                    </a:cubicBezTo>
                    <a:cubicBezTo>
                      <a:pt x="619" y="1560"/>
                      <a:pt x="750" y="1715"/>
                      <a:pt x="881" y="1869"/>
                    </a:cubicBezTo>
                    <a:lnTo>
                      <a:pt x="1798" y="1179"/>
                    </a:lnTo>
                    <a:cubicBezTo>
                      <a:pt x="1643" y="988"/>
                      <a:pt x="1476" y="786"/>
                      <a:pt x="1298" y="595"/>
                    </a:cubicBezTo>
                    <a:cubicBezTo>
                      <a:pt x="1095" y="381"/>
                      <a:pt x="881" y="179"/>
                      <a:pt x="6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8" name="Google Shape;4098;p59"/>
              <p:cNvSpPr/>
              <p:nvPr/>
            </p:nvSpPr>
            <p:spPr>
              <a:xfrm>
                <a:off x="1009350" y="1367550"/>
                <a:ext cx="45250" cy="47950"/>
              </a:xfrm>
              <a:custGeom>
                <a:avLst/>
                <a:gdLst/>
                <a:ahLst/>
                <a:cxnLst/>
                <a:rect l="l" t="t" r="r" b="b"/>
                <a:pathLst>
                  <a:path w="1810" h="1918" extrusionOk="0">
                    <a:moveTo>
                      <a:pt x="917" y="1"/>
                    </a:moveTo>
                    <a:lnTo>
                      <a:pt x="0" y="691"/>
                    </a:lnTo>
                    <a:cubicBezTo>
                      <a:pt x="310" y="1084"/>
                      <a:pt x="548" y="1489"/>
                      <a:pt x="750" y="1918"/>
                    </a:cubicBezTo>
                    <a:lnTo>
                      <a:pt x="1810" y="1513"/>
                    </a:lnTo>
                    <a:cubicBezTo>
                      <a:pt x="1584" y="989"/>
                      <a:pt x="1286" y="489"/>
                      <a:pt x="9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9" name="Google Shape;4099;p59"/>
              <p:cNvSpPr/>
              <p:nvPr/>
            </p:nvSpPr>
            <p:spPr>
              <a:xfrm>
                <a:off x="823600" y="1321725"/>
                <a:ext cx="137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49" h="13" extrusionOk="0">
                    <a:moveTo>
                      <a:pt x="1" y="0"/>
                    </a:moveTo>
                    <a:cubicBezTo>
                      <a:pt x="36" y="0"/>
                      <a:pt x="72" y="12"/>
                      <a:pt x="108" y="12"/>
                    </a:cubicBezTo>
                    <a:cubicBezTo>
                      <a:pt x="251" y="0"/>
                      <a:pt x="405" y="0"/>
                      <a:pt x="548" y="0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0" name="Google Shape;4100;p59"/>
              <p:cNvSpPr/>
              <p:nvPr/>
            </p:nvSpPr>
            <p:spPr>
              <a:xfrm>
                <a:off x="1028100" y="1405350"/>
                <a:ext cx="39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2061" extrusionOk="0">
                    <a:moveTo>
                      <a:pt x="1060" y="1"/>
                    </a:moveTo>
                    <a:lnTo>
                      <a:pt x="0" y="406"/>
                    </a:lnTo>
                    <a:cubicBezTo>
                      <a:pt x="238" y="942"/>
                      <a:pt x="405" y="1489"/>
                      <a:pt x="512" y="2061"/>
                    </a:cubicBezTo>
                    <a:lnTo>
                      <a:pt x="1596" y="1692"/>
                    </a:lnTo>
                    <a:cubicBezTo>
                      <a:pt x="1477" y="1108"/>
                      <a:pt x="1298" y="549"/>
                      <a:pt x="10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1" name="Google Shape;4101;p59"/>
              <p:cNvSpPr/>
              <p:nvPr/>
            </p:nvSpPr>
            <p:spPr>
              <a:xfrm>
                <a:off x="1047150" y="1542875"/>
                <a:ext cx="29175" cy="31875"/>
              </a:xfrm>
              <a:custGeom>
                <a:avLst/>
                <a:gdLst/>
                <a:ahLst/>
                <a:cxnLst/>
                <a:rect l="l" t="t" r="r" b="b"/>
                <a:pathLst>
                  <a:path w="1167" h="1275" extrusionOk="0">
                    <a:moveTo>
                      <a:pt x="0" y="1"/>
                    </a:moveTo>
                    <a:lnTo>
                      <a:pt x="0" y="703"/>
                    </a:lnTo>
                    <a:cubicBezTo>
                      <a:pt x="0" y="1084"/>
                      <a:pt x="292" y="1275"/>
                      <a:pt x="584" y="1275"/>
                    </a:cubicBezTo>
                    <a:cubicBezTo>
                      <a:pt x="875" y="1275"/>
                      <a:pt x="1167" y="1084"/>
                      <a:pt x="1167" y="703"/>
                    </a:cubicBezTo>
                    <a:cubicBezTo>
                      <a:pt x="1167" y="477"/>
                      <a:pt x="1167" y="239"/>
                      <a:pt x="11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2" name="Google Shape;4102;p59"/>
              <p:cNvSpPr/>
              <p:nvPr/>
            </p:nvSpPr>
            <p:spPr>
              <a:xfrm>
                <a:off x="1045950" y="1495850"/>
                <a:ext cx="30375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1882" extrusionOk="0">
                    <a:moveTo>
                      <a:pt x="1155" y="0"/>
                    </a:moveTo>
                    <a:lnTo>
                      <a:pt x="1" y="120"/>
                    </a:lnTo>
                    <a:cubicBezTo>
                      <a:pt x="36" y="703"/>
                      <a:pt x="48" y="1298"/>
                      <a:pt x="48" y="1882"/>
                    </a:cubicBezTo>
                    <a:lnTo>
                      <a:pt x="1215" y="1882"/>
                    </a:lnTo>
                    <a:cubicBezTo>
                      <a:pt x="1215" y="1251"/>
                      <a:pt x="1191" y="620"/>
                      <a:pt x="115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3" name="Google Shape;4103;p59"/>
              <p:cNvSpPr/>
              <p:nvPr/>
            </p:nvSpPr>
            <p:spPr>
              <a:xfrm>
                <a:off x="1040900" y="1447625"/>
                <a:ext cx="336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1346" h="2049" extrusionOk="0">
                    <a:moveTo>
                      <a:pt x="1084" y="1"/>
                    </a:moveTo>
                    <a:lnTo>
                      <a:pt x="0" y="370"/>
                    </a:lnTo>
                    <a:cubicBezTo>
                      <a:pt x="107" y="917"/>
                      <a:pt x="167" y="1477"/>
                      <a:pt x="203" y="2049"/>
                    </a:cubicBezTo>
                    <a:lnTo>
                      <a:pt x="1346" y="1929"/>
                    </a:lnTo>
                    <a:cubicBezTo>
                      <a:pt x="1310" y="1275"/>
                      <a:pt x="1227" y="632"/>
                      <a:pt x="10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4" name="Google Shape;4104;p59"/>
              <p:cNvSpPr/>
              <p:nvPr/>
            </p:nvSpPr>
            <p:spPr>
              <a:xfrm>
                <a:off x="599475" y="1447625"/>
                <a:ext cx="342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1370" h="2049" extrusionOk="0">
                    <a:moveTo>
                      <a:pt x="250" y="1"/>
                    </a:moveTo>
                    <a:cubicBezTo>
                      <a:pt x="119" y="632"/>
                      <a:pt x="48" y="1275"/>
                      <a:pt x="0" y="1929"/>
                    </a:cubicBezTo>
                    <a:lnTo>
                      <a:pt x="1155" y="2049"/>
                    </a:lnTo>
                    <a:cubicBezTo>
                      <a:pt x="1191" y="1477"/>
                      <a:pt x="1262" y="917"/>
                      <a:pt x="1369" y="370"/>
                    </a:cubicBezTo>
                    <a:lnTo>
                      <a:pt x="2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5" name="Google Shape;4105;p59"/>
              <p:cNvSpPr/>
              <p:nvPr/>
            </p:nvSpPr>
            <p:spPr>
              <a:xfrm>
                <a:off x="597975" y="1495850"/>
                <a:ext cx="30400" cy="47050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882" extrusionOk="0">
                    <a:moveTo>
                      <a:pt x="60" y="0"/>
                    </a:moveTo>
                    <a:cubicBezTo>
                      <a:pt x="13" y="632"/>
                      <a:pt x="1" y="1263"/>
                      <a:pt x="1" y="1882"/>
                    </a:cubicBezTo>
                    <a:lnTo>
                      <a:pt x="1167" y="1882"/>
                    </a:lnTo>
                    <a:cubicBezTo>
                      <a:pt x="1167" y="1298"/>
                      <a:pt x="1179" y="703"/>
                      <a:pt x="1215" y="120"/>
                    </a:cubicBez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6" name="Google Shape;4106;p59"/>
              <p:cNvSpPr/>
              <p:nvPr/>
            </p:nvSpPr>
            <p:spPr>
              <a:xfrm>
                <a:off x="605725" y="1405350"/>
                <a:ext cx="411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2061" extrusionOk="0">
                    <a:moveTo>
                      <a:pt x="536" y="1"/>
                    </a:moveTo>
                    <a:cubicBezTo>
                      <a:pt x="298" y="537"/>
                      <a:pt x="131" y="1108"/>
                      <a:pt x="0" y="1692"/>
                    </a:cubicBezTo>
                    <a:lnTo>
                      <a:pt x="1119" y="2061"/>
                    </a:lnTo>
                    <a:cubicBezTo>
                      <a:pt x="1238" y="1501"/>
                      <a:pt x="1405" y="942"/>
                      <a:pt x="1643" y="418"/>
                    </a:cubicBezTo>
                    <a:lnTo>
                      <a:pt x="53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7" name="Google Shape;4107;p59"/>
              <p:cNvSpPr/>
              <p:nvPr/>
            </p:nvSpPr>
            <p:spPr>
              <a:xfrm>
                <a:off x="597975" y="1542875"/>
                <a:ext cx="29200" cy="31875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1275" extrusionOk="0">
                    <a:moveTo>
                      <a:pt x="1" y="1"/>
                    </a:moveTo>
                    <a:cubicBezTo>
                      <a:pt x="1" y="239"/>
                      <a:pt x="1" y="477"/>
                      <a:pt x="1" y="703"/>
                    </a:cubicBezTo>
                    <a:cubicBezTo>
                      <a:pt x="1" y="1084"/>
                      <a:pt x="292" y="1275"/>
                      <a:pt x="584" y="1275"/>
                    </a:cubicBezTo>
                    <a:cubicBezTo>
                      <a:pt x="876" y="1275"/>
                      <a:pt x="1167" y="1084"/>
                      <a:pt x="1167" y="703"/>
                    </a:cubicBezTo>
                    <a:lnTo>
                      <a:pt x="116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8" name="Google Shape;4108;p59"/>
              <p:cNvSpPr/>
              <p:nvPr/>
            </p:nvSpPr>
            <p:spPr>
              <a:xfrm>
                <a:off x="641725" y="1338400"/>
                <a:ext cx="452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1870" extrusionOk="0">
                    <a:moveTo>
                      <a:pt x="1168" y="0"/>
                    </a:moveTo>
                    <a:cubicBezTo>
                      <a:pt x="941" y="179"/>
                      <a:pt x="715" y="369"/>
                      <a:pt x="513" y="583"/>
                    </a:cubicBezTo>
                    <a:cubicBezTo>
                      <a:pt x="322" y="774"/>
                      <a:pt x="156" y="964"/>
                      <a:pt x="1" y="1167"/>
                    </a:cubicBezTo>
                    <a:lnTo>
                      <a:pt x="941" y="1869"/>
                    </a:lnTo>
                    <a:cubicBezTo>
                      <a:pt x="1061" y="1715"/>
                      <a:pt x="1192" y="1560"/>
                      <a:pt x="1334" y="1405"/>
                    </a:cubicBezTo>
                    <a:cubicBezTo>
                      <a:pt x="1489" y="1250"/>
                      <a:pt x="1644" y="1107"/>
                      <a:pt x="1811" y="976"/>
                    </a:cubicBez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9" name="Google Shape;4109;p59"/>
              <p:cNvSpPr/>
              <p:nvPr/>
            </p:nvSpPr>
            <p:spPr>
              <a:xfrm>
                <a:off x="837300" y="1321725"/>
                <a:ext cx="13425" cy="325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3" extrusionOk="0">
                    <a:moveTo>
                      <a:pt x="0" y="0"/>
                    </a:moveTo>
                    <a:cubicBezTo>
                      <a:pt x="143" y="0"/>
                      <a:pt x="286" y="0"/>
                      <a:pt x="429" y="12"/>
                    </a:cubicBezTo>
                    <a:cubicBezTo>
                      <a:pt x="465" y="12"/>
                      <a:pt x="500" y="0"/>
                      <a:pt x="536" y="0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0" name="Google Shape;4110;p59"/>
              <p:cNvSpPr/>
              <p:nvPr/>
            </p:nvSpPr>
            <p:spPr>
              <a:xfrm>
                <a:off x="619125" y="1367550"/>
                <a:ext cx="46150" cy="4825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1930" extrusionOk="0">
                    <a:moveTo>
                      <a:pt x="905" y="1"/>
                    </a:moveTo>
                    <a:cubicBezTo>
                      <a:pt x="524" y="465"/>
                      <a:pt x="226" y="977"/>
                      <a:pt x="0" y="1513"/>
                    </a:cubicBezTo>
                    <a:lnTo>
                      <a:pt x="1107" y="1930"/>
                    </a:lnTo>
                    <a:cubicBezTo>
                      <a:pt x="1298" y="1501"/>
                      <a:pt x="1548" y="1096"/>
                      <a:pt x="1845" y="703"/>
                    </a:cubicBezTo>
                    <a:lnTo>
                      <a:pt x="90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1" name="Google Shape;4111;p59"/>
              <p:cNvSpPr/>
              <p:nvPr/>
            </p:nvSpPr>
            <p:spPr>
              <a:xfrm>
                <a:off x="670900" y="1292525"/>
                <a:ext cx="166125" cy="70300"/>
              </a:xfrm>
              <a:custGeom>
                <a:avLst/>
                <a:gdLst/>
                <a:ahLst/>
                <a:cxnLst/>
                <a:rect l="l" t="t" r="r" b="b"/>
                <a:pathLst>
                  <a:path w="6645" h="2812" extrusionOk="0">
                    <a:moveTo>
                      <a:pt x="6446" y="1"/>
                    </a:moveTo>
                    <a:cubicBezTo>
                      <a:pt x="6380" y="1"/>
                      <a:pt x="6315" y="1"/>
                      <a:pt x="6249" y="2"/>
                    </a:cubicBezTo>
                    <a:lnTo>
                      <a:pt x="6644" y="2"/>
                    </a:lnTo>
                    <a:cubicBezTo>
                      <a:pt x="6578" y="1"/>
                      <a:pt x="6512" y="1"/>
                      <a:pt x="6446" y="1"/>
                    </a:cubicBezTo>
                    <a:close/>
                    <a:moveTo>
                      <a:pt x="6216" y="2"/>
                    </a:moveTo>
                    <a:cubicBezTo>
                      <a:pt x="6211" y="2"/>
                      <a:pt x="6207" y="2"/>
                      <a:pt x="6203" y="2"/>
                    </a:cubicBezTo>
                    <a:lnTo>
                      <a:pt x="6203" y="2"/>
                    </a:lnTo>
                    <a:cubicBezTo>
                      <a:pt x="6218" y="2"/>
                      <a:pt x="6234" y="2"/>
                      <a:pt x="6249" y="2"/>
                    </a:cubicBezTo>
                    <a:close/>
                    <a:moveTo>
                      <a:pt x="6203" y="2"/>
                    </a:moveTo>
                    <a:lnTo>
                      <a:pt x="6203" y="2"/>
                    </a:lnTo>
                    <a:cubicBezTo>
                      <a:pt x="3979" y="31"/>
                      <a:pt x="1754" y="462"/>
                      <a:pt x="1" y="1835"/>
                    </a:cubicBezTo>
                    <a:lnTo>
                      <a:pt x="644" y="2811"/>
                    </a:lnTo>
                    <a:cubicBezTo>
                      <a:pt x="2144" y="1549"/>
                      <a:pt x="4156" y="1204"/>
                      <a:pt x="6109" y="1168"/>
                    </a:cubicBezTo>
                    <a:cubicBezTo>
                      <a:pt x="5470" y="1074"/>
                      <a:pt x="5501" y="38"/>
                      <a:pt x="6203" y="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2" name="Google Shape;4112;p59"/>
              <p:cNvSpPr/>
              <p:nvPr/>
            </p:nvSpPr>
            <p:spPr>
              <a:xfrm>
                <a:off x="807525" y="1292550"/>
                <a:ext cx="59250" cy="29200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168" extrusionOk="0">
                    <a:moveTo>
                      <a:pt x="751" y="1"/>
                    </a:moveTo>
                    <a:cubicBezTo>
                      <a:pt x="36" y="24"/>
                      <a:pt x="1" y="1072"/>
                      <a:pt x="644" y="1167"/>
                    </a:cubicBezTo>
                    <a:lnTo>
                      <a:pt x="1191" y="1167"/>
                    </a:lnTo>
                    <a:cubicBezTo>
                      <a:pt x="1281" y="1161"/>
                      <a:pt x="1370" y="1158"/>
                      <a:pt x="1459" y="1158"/>
                    </a:cubicBezTo>
                    <a:cubicBezTo>
                      <a:pt x="1548" y="1158"/>
                      <a:pt x="1638" y="1161"/>
                      <a:pt x="1727" y="1167"/>
                    </a:cubicBezTo>
                    <a:cubicBezTo>
                      <a:pt x="2370" y="1084"/>
                      <a:pt x="2334" y="24"/>
                      <a:pt x="1620" y="1"/>
                    </a:cubicBezTo>
                    <a:close/>
                  </a:path>
                </a:pathLst>
              </a:custGeom>
              <a:solidFill>
                <a:srgbClr val="7070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3" name="Google Shape;4113;p59"/>
              <p:cNvSpPr/>
              <p:nvPr/>
            </p:nvSpPr>
            <p:spPr>
              <a:xfrm>
                <a:off x="917950" y="1635750"/>
                <a:ext cx="32775" cy="40500"/>
              </a:xfrm>
              <a:custGeom>
                <a:avLst/>
                <a:gdLst/>
                <a:ahLst/>
                <a:cxnLst/>
                <a:rect l="l" t="t" r="r" b="b"/>
                <a:pathLst>
                  <a:path w="1311" h="1620" extrusionOk="0">
                    <a:moveTo>
                      <a:pt x="84" y="0"/>
                    </a:moveTo>
                    <a:cubicBezTo>
                      <a:pt x="96" y="453"/>
                      <a:pt x="60" y="893"/>
                      <a:pt x="1" y="1334"/>
                    </a:cubicBezTo>
                    <a:lnTo>
                      <a:pt x="1215" y="1620"/>
                    </a:lnTo>
                    <a:cubicBezTo>
                      <a:pt x="1287" y="1108"/>
                      <a:pt x="1311" y="560"/>
                      <a:pt x="12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4" name="Google Shape;4114;p59"/>
              <p:cNvSpPr/>
              <p:nvPr/>
            </p:nvSpPr>
            <p:spPr>
              <a:xfrm>
                <a:off x="723600" y="1635750"/>
                <a:ext cx="32450" cy="40200"/>
              </a:xfrm>
              <a:custGeom>
                <a:avLst/>
                <a:gdLst/>
                <a:ahLst/>
                <a:cxnLst/>
                <a:rect l="l" t="t" r="r" b="b"/>
                <a:pathLst>
                  <a:path w="1298" h="1608" extrusionOk="0">
                    <a:moveTo>
                      <a:pt x="12" y="0"/>
                    </a:moveTo>
                    <a:cubicBezTo>
                      <a:pt x="0" y="560"/>
                      <a:pt x="36" y="1108"/>
                      <a:pt x="83" y="1608"/>
                    </a:cubicBezTo>
                    <a:lnTo>
                      <a:pt x="1298" y="1322"/>
                    </a:lnTo>
                    <a:cubicBezTo>
                      <a:pt x="1262" y="881"/>
                      <a:pt x="1250" y="441"/>
                      <a:pt x="126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5" name="Google Shape;4115;p59"/>
              <p:cNvSpPr/>
              <p:nvPr/>
            </p:nvSpPr>
            <p:spPr>
              <a:xfrm>
                <a:off x="904275" y="1554775"/>
                <a:ext cx="42575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1728" extrusionOk="0">
                    <a:moveTo>
                      <a:pt x="1215" y="1"/>
                    </a:moveTo>
                    <a:lnTo>
                      <a:pt x="0" y="263"/>
                    </a:lnTo>
                    <a:cubicBezTo>
                      <a:pt x="60" y="382"/>
                      <a:pt x="119" y="501"/>
                      <a:pt x="167" y="620"/>
                    </a:cubicBezTo>
                    <a:cubicBezTo>
                      <a:pt x="298" y="953"/>
                      <a:pt x="393" y="1299"/>
                      <a:pt x="465" y="1656"/>
                    </a:cubicBezTo>
                    <a:lnTo>
                      <a:pt x="1703" y="1727"/>
                    </a:lnTo>
                    <a:cubicBezTo>
                      <a:pt x="1596" y="1120"/>
                      <a:pt x="1441" y="537"/>
                      <a:pt x="1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6" name="Google Shape;4116;p59"/>
              <p:cNvSpPr/>
              <p:nvPr/>
            </p:nvSpPr>
            <p:spPr>
              <a:xfrm>
                <a:off x="726575" y="1554500"/>
                <a:ext cx="41700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668" h="1727" extrusionOk="0">
                    <a:moveTo>
                      <a:pt x="405" y="0"/>
                    </a:moveTo>
                    <a:cubicBezTo>
                      <a:pt x="214" y="548"/>
                      <a:pt x="84" y="1131"/>
                      <a:pt x="0" y="1726"/>
                    </a:cubicBezTo>
                    <a:lnTo>
                      <a:pt x="1298" y="1667"/>
                    </a:lnTo>
                    <a:cubicBezTo>
                      <a:pt x="1310" y="1584"/>
                      <a:pt x="1322" y="1488"/>
                      <a:pt x="1346" y="1405"/>
                    </a:cubicBezTo>
                    <a:cubicBezTo>
                      <a:pt x="1417" y="1036"/>
                      <a:pt x="1524" y="655"/>
                      <a:pt x="1667" y="274"/>
                    </a:cubicBezTo>
                    <a:lnTo>
                      <a:pt x="4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7" name="Google Shape;4117;p59"/>
              <p:cNvSpPr/>
              <p:nvPr/>
            </p:nvSpPr>
            <p:spPr>
              <a:xfrm>
                <a:off x="725675" y="1668775"/>
                <a:ext cx="34075" cy="37100"/>
              </a:xfrm>
              <a:custGeom>
                <a:avLst/>
                <a:gdLst/>
                <a:ahLst/>
                <a:cxnLst/>
                <a:rect l="l" t="t" r="r" b="b"/>
                <a:pathLst>
                  <a:path w="1363" h="1484" extrusionOk="0">
                    <a:moveTo>
                      <a:pt x="1215" y="1"/>
                    </a:moveTo>
                    <a:lnTo>
                      <a:pt x="0" y="287"/>
                    </a:lnTo>
                    <a:cubicBezTo>
                      <a:pt x="24" y="561"/>
                      <a:pt x="48" y="823"/>
                      <a:pt x="84" y="1061"/>
                    </a:cubicBezTo>
                    <a:cubicBezTo>
                      <a:pt x="127" y="1355"/>
                      <a:pt x="346" y="1483"/>
                      <a:pt x="587" y="1483"/>
                    </a:cubicBezTo>
                    <a:cubicBezTo>
                      <a:pt x="950" y="1483"/>
                      <a:pt x="1363" y="1194"/>
                      <a:pt x="1298" y="751"/>
                    </a:cubicBezTo>
                    <a:cubicBezTo>
                      <a:pt x="1263" y="501"/>
                      <a:pt x="1239" y="251"/>
                      <a:pt x="1215" y="1"/>
                    </a:cubicBez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8" name="Google Shape;4118;p59"/>
              <p:cNvSpPr/>
              <p:nvPr/>
            </p:nvSpPr>
            <p:spPr>
              <a:xfrm>
                <a:off x="912350" y="1669075"/>
                <a:ext cx="36000" cy="3680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1472" extrusionOk="0">
                    <a:moveTo>
                      <a:pt x="225" y="1"/>
                    </a:moveTo>
                    <a:cubicBezTo>
                      <a:pt x="189" y="251"/>
                      <a:pt x="142" y="501"/>
                      <a:pt x="94" y="739"/>
                    </a:cubicBezTo>
                    <a:cubicBezTo>
                      <a:pt x="1" y="1182"/>
                      <a:pt x="398" y="1471"/>
                      <a:pt x="765" y="1471"/>
                    </a:cubicBezTo>
                    <a:cubicBezTo>
                      <a:pt x="1010" y="1471"/>
                      <a:pt x="1242" y="1343"/>
                      <a:pt x="1308" y="1049"/>
                    </a:cubicBezTo>
                    <a:cubicBezTo>
                      <a:pt x="1356" y="811"/>
                      <a:pt x="1404" y="549"/>
                      <a:pt x="1439" y="287"/>
                    </a:cubicBezTo>
                    <a:lnTo>
                      <a:pt x="225" y="1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9" name="Google Shape;4119;p59"/>
              <p:cNvSpPr/>
              <p:nvPr/>
            </p:nvSpPr>
            <p:spPr>
              <a:xfrm>
                <a:off x="915875" y="1596150"/>
                <a:ext cx="34550" cy="39625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1585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08" y="525"/>
                      <a:pt x="167" y="1061"/>
                      <a:pt x="167" y="1584"/>
                    </a:cubicBezTo>
                    <a:lnTo>
                      <a:pt x="1382" y="1584"/>
                    </a:lnTo>
                    <a:cubicBezTo>
                      <a:pt x="1370" y="1084"/>
                      <a:pt x="1322" y="572"/>
                      <a:pt x="1239" y="72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0" name="Google Shape;4120;p59"/>
              <p:cNvSpPr/>
              <p:nvPr/>
            </p:nvSpPr>
            <p:spPr>
              <a:xfrm>
                <a:off x="723900" y="1596150"/>
                <a:ext cx="35125" cy="39625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1585" extrusionOk="0">
                    <a:moveTo>
                      <a:pt x="1405" y="1"/>
                    </a:moveTo>
                    <a:lnTo>
                      <a:pt x="107" y="72"/>
                    </a:lnTo>
                    <a:cubicBezTo>
                      <a:pt x="36" y="572"/>
                      <a:pt x="0" y="1084"/>
                      <a:pt x="0" y="1584"/>
                    </a:cubicBezTo>
                    <a:lnTo>
                      <a:pt x="1250" y="1584"/>
                    </a:lnTo>
                    <a:cubicBezTo>
                      <a:pt x="1262" y="1049"/>
                      <a:pt x="1322" y="525"/>
                      <a:pt x="140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1" name="Google Shape;4121;p59"/>
              <p:cNvSpPr/>
              <p:nvPr/>
            </p:nvSpPr>
            <p:spPr>
              <a:xfrm>
                <a:off x="736675" y="1484225"/>
                <a:ext cx="197975" cy="77425"/>
              </a:xfrm>
              <a:custGeom>
                <a:avLst/>
                <a:gdLst/>
                <a:ahLst/>
                <a:cxnLst/>
                <a:rect l="l" t="t" r="r" b="b"/>
                <a:pathLst>
                  <a:path w="7919" h="3097" extrusionOk="0">
                    <a:moveTo>
                      <a:pt x="3934" y="0"/>
                    </a:moveTo>
                    <a:cubicBezTo>
                      <a:pt x="3730" y="0"/>
                      <a:pt x="3519" y="12"/>
                      <a:pt x="3299" y="37"/>
                    </a:cubicBezTo>
                    <a:cubicBezTo>
                      <a:pt x="1525" y="227"/>
                      <a:pt x="525" y="1370"/>
                      <a:pt x="1" y="2811"/>
                    </a:cubicBezTo>
                    <a:lnTo>
                      <a:pt x="1263" y="3097"/>
                    </a:lnTo>
                    <a:cubicBezTo>
                      <a:pt x="1608" y="2228"/>
                      <a:pt x="2180" y="1466"/>
                      <a:pt x="3204" y="1227"/>
                    </a:cubicBezTo>
                    <a:cubicBezTo>
                      <a:pt x="3434" y="1174"/>
                      <a:pt x="3658" y="1149"/>
                      <a:pt x="3875" y="1149"/>
                    </a:cubicBezTo>
                    <a:cubicBezTo>
                      <a:pt x="5157" y="1149"/>
                      <a:pt x="6175" y="2026"/>
                      <a:pt x="6704" y="3085"/>
                    </a:cubicBezTo>
                    <a:lnTo>
                      <a:pt x="7919" y="2823"/>
                    </a:lnTo>
                    <a:cubicBezTo>
                      <a:pt x="7247" y="1219"/>
                      <a:pt x="5993" y="0"/>
                      <a:pt x="39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2" name="Google Shape;4122;p59"/>
              <p:cNvSpPr/>
              <p:nvPr/>
            </p:nvSpPr>
            <p:spPr>
              <a:xfrm>
                <a:off x="703350" y="1279450"/>
                <a:ext cx="267625" cy="263450"/>
              </a:xfrm>
              <a:custGeom>
                <a:avLst/>
                <a:gdLst/>
                <a:ahLst/>
                <a:cxnLst/>
                <a:rect l="l" t="t" r="r" b="b"/>
                <a:pathLst>
                  <a:path w="10705" h="10538" extrusionOk="0">
                    <a:moveTo>
                      <a:pt x="0" y="1"/>
                    </a:moveTo>
                    <a:lnTo>
                      <a:pt x="0" y="10538"/>
                    </a:lnTo>
                    <a:lnTo>
                      <a:pt x="10704" y="10538"/>
                    </a:lnTo>
                    <a:lnTo>
                      <a:pt x="107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3" name="Google Shape;4123;p59"/>
              <p:cNvSpPr/>
              <p:nvPr/>
            </p:nvSpPr>
            <p:spPr>
              <a:xfrm>
                <a:off x="788775" y="1237775"/>
                <a:ext cx="96775" cy="640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2561" extrusionOk="0">
                    <a:moveTo>
                      <a:pt x="1" y="1"/>
                    </a:moveTo>
                    <a:lnTo>
                      <a:pt x="1" y="2561"/>
                    </a:lnTo>
                    <a:lnTo>
                      <a:pt x="3870" y="2561"/>
                    </a:lnTo>
                    <a:lnTo>
                      <a:pt x="387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4" name="Google Shape;4124;p59"/>
              <p:cNvSpPr/>
              <p:nvPr/>
            </p:nvSpPr>
            <p:spPr>
              <a:xfrm>
                <a:off x="988500" y="1127350"/>
                <a:ext cx="75325" cy="16100"/>
              </a:xfrm>
              <a:custGeom>
                <a:avLst/>
                <a:gdLst/>
                <a:ahLst/>
                <a:cxnLst/>
                <a:rect l="l" t="t" r="r" b="b"/>
                <a:pathLst>
                  <a:path w="3013" h="644" extrusionOk="0">
                    <a:moveTo>
                      <a:pt x="1" y="1"/>
                    </a:moveTo>
                    <a:lnTo>
                      <a:pt x="1" y="644"/>
                    </a:lnTo>
                    <a:lnTo>
                      <a:pt x="3013" y="644"/>
                    </a:lnTo>
                    <a:lnTo>
                      <a:pt x="30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5" name="Google Shape;4125;p59"/>
              <p:cNvSpPr/>
              <p:nvPr/>
            </p:nvSpPr>
            <p:spPr>
              <a:xfrm>
                <a:off x="976900" y="1118725"/>
                <a:ext cx="23825" cy="33350"/>
              </a:xfrm>
              <a:custGeom>
                <a:avLst/>
                <a:gdLst/>
                <a:ahLst/>
                <a:cxnLst/>
                <a:rect l="l" t="t" r="r" b="b"/>
                <a:pathLst>
                  <a:path w="953" h="1334" extrusionOk="0">
                    <a:moveTo>
                      <a:pt x="0" y="0"/>
                    </a:moveTo>
                    <a:lnTo>
                      <a:pt x="0" y="1334"/>
                    </a:lnTo>
                    <a:lnTo>
                      <a:pt x="953" y="1334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6" name="Google Shape;4126;p59"/>
              <p:cNvSpPr/>
              <p:nvPr/>
            </p:nvSpPr>
            <p:spPr>
              <a:xfrm>
                <a:off x="965275" y="1096400"/>
                <a:ext cx="232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3192" extrusionOk="0">
                    <a:moveTo>
                      <a:pt x="465" y="0"/>
                    </a:moveTo>
                    <a:cubicBezTo>
                      <a:pt x="215" y="0"/>
                      <a:pt x="1" y="203"/>
                      <a:pt x="1" y="465"/>
                    </a:cubicBezTo>
                    <a:lnTo>
                      <a:pt x="1" y="2727"/>
                    </a:lnTo>
                    <a:cubicBezTo>
                      <a:pt x="1" y="2977"/>
                      <a:pt x="215" y="3191"/>
                      <a:pt x="465" y="3191"/>
                    </a:cubicBezTo>
                    <a:cubicBezTo>
                      <a:pt x="727" y="3191"/>
                      <a:pt x="930" y="2977"/>
                      <a:pt x="930" y="2727"/>
                    </a:cubicBezTo>
                    <a:lnTo>
                      <a:pt x="930" y="465"/>
                    </a:lnTo>
                    <a:cubicBezTo>
                      <a:pt x="930" y="203"/>
                      <a:pt x="727" y="0"/>
                      <a:pt x="4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7" name="Google Shape;4127;p59"/>
              <p:cNvSpPr/>
              <p:nvPr/>
            </p:nvSpPr>
            <p:spPr>
              <a:xfrm>
                <a:off x="1035825" y="1108000"/>
                <a:ext cx="55700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2228" extrusionOk="0">
                    <a:moveTo>
                      <a:pt x="1120" y="1"/>
                    </a:moveTo>
                    <a:cubicBezTo>
                      <a:pt x="501" y="1"/>
                      <a:pt x="1" y="501"/>
                      <a:pt x="1" y="1108"/>
                    </a:cubicBezTo>
                    <a:cubicBezTo>
                      <a:pt x="1" y="1727"/>
                      <a:pt x="501" y="2227"/>
                      <a:pt x="1120" y="2227"/>
                    </a:cubicBezTo>
                    <a:cubicBezTo>
                      <a:pt x="1727" y="2227"/>
                      <a:pt x="2227" y="1727"/>
                      <a:pt x="2227" y="1108"/>
                    </a:cubicBezTo>
                    <a:cubicBezTo>
                      <a:pt x="2227" y="501"/>
                      <a:pt x="1727" y="1"/>
                      <a:pt x="112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8" name="Google Shape;4128;p59"/>
              <p:cNvSpPr/>
              <p:nvPr/>
            </p:nvSpPr>
            <p:spPr>
              <a:xfrm>
                <a:off x="1063800" y="1108000"/>
                <a:ext cx="27725" cy="55700"/>
              </a:xfrm>
              <a:custGeom>
                <a:avLst/>
                <a:gdLst/>
                <a:ahLst/>
                <a:cxnLst/>
                <a:rect l="l" t="t" r="r" b="b"/>
                <a:pathLst>
                  <a:path w="1109" h="2228" extrusionOk="0">
                    <a:moveTo>
                      <a:pt x="1" y="1"/>
                    </a:moveTo>
                    <a:lnTo>
                      <a:pt x="1" y="2227"/>
                    </a:lnTo>
                    <a:cubicBezTo>
                      <a:pt x="608" y="2227"/>
                      <a:pt x="1108" y="1727"/>
                      <a:pt x="1108" y="1108"/>
                    </a:cubicBezTo>
                    <a:cubicBezTo>
                      <a:pt x="1108" y="489"/>
                      <a:pt x="608" y="1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9" name="Google Shape;4129;p59"/>
              <p:cNvSpPr/>
              <p:nvPr/>
            </p:nvSpPr>
            <p:spPr>
              <a:xfrm>
                <a:off x="611075" y="1128850"/>
                <a:ext cx="75325" cy="16375"/>
              </a:xfrm>
              <a:custGeom>
                <a:avLst/>
                <a:gdLst/>
                <a:ahLst/>
                <a:cxnLst/>
                <a:rect l="l" t="t" r="r" b="b"/>
                <a:pathLst>
                  <a:path w="3013" h="655" extrusionOk="0">
                    <a:moveTo>
                      <a:pt x="1" y="0"/>
                    </a:moveTo>
                    <a:lnTo>
                      <a:pt x="1" y="655"/>
                    </a:lnTo>
                    <a:lnTo>
                      <a:pt x="3013" y="655"/>
                    </a:lnTo>
                    <a:lnTo>
                      <a:pt x="301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0" name="Google Shape;4130;p59"/>
              <p:cNvSpPr/>
              <p:nvPr/>
            </p:nvSpPr>
            <p:spPr>
              <a:xfrm>
                <a:off x="674175" y="1120200"/>
                <a:ext cx="2385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954" h="1347" extrusionOk="0">
                    <a:moveTo>
                      <a:pt x="1" y="1"/>
                    </a:moveTo>
                    <a:lnTo>
                      <a:pt x="1" y="1346"/>
                    </a:lnTo>
                    <a:lnTo>
                      <a:pt x="953" y="1346"/>
                    </a:lnTo>
                    <a:lnTo>
                      <a:pt x="95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1" name="Google Shape;4131;p59"/>
              <p:cNvSpPr/>
              <p:nvPr/>
            </p:nvSpPr>
            <p:spPr>
              <a:xfrm>
                <a:off x="686375" y="1096400"/>
                <a:ext cx="23250" cy="79800"/>
              </a:xfrm>
              <a:custGeom>
                <a:avLst/>
                <a:gdLst/>
                <a:ahLst/>
                <a:cxnLst/>
                <a:rect l="l" t="t" r="r" b="b"/>
                <a:pathLst>
                  <a:path w="930" h="3192" extrusionOk="0">
                    <a:moveTo>
                      <a:pt x="465" y="0"/>
                    </a:moveTo>
                    <a:cubicBezTo>
                      <a:pt x="203" y="0"/>
                      <a:pt x="1" y="203"/>
                      <a:pt x="1" y="465"/>
                    </a:cubicBezTo>
                    <a:lnTo>
                      <a:pt x="1" y="2727"/>
                    </a:lnTo>
                    <a:cubicBezTo>
                      <a:pt x="1" y="2977"/>
                      <a:pt x="203" y="3191"/>
                      <a:pt x="465" y="3191"/>
                    </a:cubicBezTo>
                    <a:cubicBezTo>
                      <a:pt x="715" y="3191"/>
                      <a:pt x="930" y="2977"/>
                      <a:pt x="930" y="2727"/>
                    </a:cubicBezTo>
                    <a:lnTo>
                      <a:pt x="930" y="465"/>
                    </a:lnTo>
                    <a:cubicBezTo>
                      <a:pt x="930" y="203"/>
                      <a:pt x="715" y="0"/>
                      <a:pt x="4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2" name="Google Shape;4132;p59"/>
              <p:cNvSpPr/>
              <p:nvPr/>
            </p:nvSpPr>
            <p:spPr>
              <a:xfrm>
                <a:off x="583400" y="1108900"/>
                <a:ext cx="55675" cy="55675"/>
              </a:xfrm>
              <a:custGeom>
                <a:avLst/>
                <a:gdLst/>
                <a:ahLst/>
                <a:cxnLst/>
                <a:rect l="l" t="t" r="r" b="b"/>
                <a:pathLst>
                  <a:path w="2227" h="2227" extrusionOk="0">
                    <a:moveTo>
                      <a:pt x="1119" y="0"/>
                    </a:moveTo>
                    <a:cubicBezTo>
                      <a:pt x="500" y="0"/>
                      <a:pt x="0" y="500"/>
                      <a:pt x="0" y="1108"/>
                    </a:cubicBezTo>
                    <a:cubicBezTo>
                      <a:pt x="0" y="1727"/>
                      <a:pt x="500" y="2227"/>
                      <a:pt x="1119" y="2227"/>
                    </a:cubicBezTo>
                    <a:cubicBezTo>
                      <a:pt x="1727" y="2227"/>
                      <a:pt x="2227" y="1727"/>
                      <a:pt x="2227" y="1108"/>
                    </a:cubicBezTo>
                    <a:cubicBezTo>
                      <a:pt x="2227" y="500"/>
                      <a:pt x="1727" y="0"/>
                      <a:pt x="11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3" name="Google Shape;4133;p59"/>
              <p:cNvSpPr/>
              <p:nvPr/>
            </p:nvSpPr>
            <p:spPr>
              <a:xfrm>
                <a:off x="583400" y="1108900"/>
                <a:ext cx="28000" cy="5567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227" extrusionOk="0">
                    <a:moveTo>
                      <a:pt x="1119" y="0"/>
                    </a:moveTo>
                    <a:cubicBezTo>
                      <a:pt x="500" y="0"/>
                      <a:pt x="0" y="500"/>
                      <a:pt x="0" y="1108"/>
                    </a:cubicBezTo>
                    <a:cubicBezTo>
                      <a:pt x="0" y="1727"/>
                      <a:pt x="500" y="2227"/>
                      <a:pt x="1119" y="2227"/>
                    </a:cubicBezTo>
                    <a:lnTo>
                      <a:pt x="111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4" name="Google Shape;4134;p59"/>
              <p:cNvSpPr/>
              <p:nvPr/>
            </p:nvSpPr>
            <p:spPr>
              <a:xfrm>
                <a:off x="697400" y="1021375"/>
                <a:ext cx="279525" cy="236975"/>
              </a:xfrm>
              <a:custGeom>
                <a:avLst/>
                <a:gdLst/>
                <a:ahLst/>
                <a:cxnLst/>
                <a:rect l="l" t="t" r="r" b="b"/>
                <a:pathLst>
                  <a:path w="11181" h="9479" extrusionOk="0">
                    <a:moveTo>
                      <a:pt x="1084" y="1"/>
                    </a:moveTo>
                    <a:cubicBezTo>
                      <a:pt x="489" y="1"/>
                      <a:pt x="0" y="477"/>
                      <a:pt x="0" y="1084"/>
                    </a:cubicBezTo>
                    <a:lnTo>
                      <a:pt x="0" y="8395"/>
                    </a:lnTo>
                    <a:cubicBezTo>
                      <a:pt x="0" y="8990"/>
                      <a:pt x="489" y="9478"/>
                      <a:pt x="1084" y="9478"/>
                    </a:cubicBezTo>
                    <a:lnTo>
                      <a:pt x="10097" y="9478"/>
                    </a:lnTo>
                    <a:cubicBezTo>
                      <a:pt x="10692" y="9478"/>
                      <a:pt x="11180" y="8990"/>
                      <a:pt x="11180" y="8395"/>
                    </a:cubicBezTo>
                    <a:lnTo>
                      <a:pt x="11180" y="1084"/>
                    </a:lnTo>
                    <a:cubicBezTo>
                      <a:pt x="11180" y="477"/>
                      <a:pt x="10692" y="1"/>
                      <a:pt x="100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5" name="Google Shape;4135;p59"/>
              <p:cNvSpPr/>
              <p:nvPr/>
            </p:nvSpPr>
            <p:spPr>
              <a:xfrm>
                <a:off x="723000" y="1160975"/>
                <a:ext cx="228325" cy="72075"/>
              </a:xfrm>
              <a:custGeom>
                <a:avLst/>
                <a:gdLst/>
                <a:ahLst/>
                <a:cxnLst/>
                <a:rect l="l" t="t" r="r" b="b"/>
                <a:pathLst>
                  <a:path w="9133" h="2883" extrusionOk="0">
                    <a:moveTo>
                      <a:pt x="1381" y="1"/>
                    </a:moveTo>
                    <a:cubicBezTo>
                      <a:pt x="619" y="1"/>
                      <a:pt x="0" y="644"/>
                      <a:pt x="0" y="1442"/>
                    </a:cubicBezTo>
                    <a:cubicBezTo>
                      <a:pt x="0" y="2227"/>
                      <a:pt x="619" y="2882"/>
                      <a:pt x="1381" y="2882"/>
                    </a:cubicBezTo>
                    <a:lnTo>
                      <a:pt x="7739" y="2882"/>
                    </a:lnTo>
                    <a:cubicBezTo>
                      <a:pt x="8513" y="2882"/>
                      <a:pt x="9132" y="2227"/>
                      <a:pt x="9132" y="1442"/>
                    </a:cubicBezTo>
                    <a:cubicBezTo>
                      <a:pt x="9132" y="644"/>
                      <a:pt x="8513" y="1"/>
                      <a:pt x="77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6" name="Google Shape;4136;p59"/>
              <p:cNvSpPr/>
              <p:nvPr/>
            </p:nvSpPr>
            <p:spPr>
              <a:xfrm>
                <a:off x="750650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489" y="1"/>
                    </a:moveTo>
                    <a:cubicBezTo>
                      <a:pt x="230" y="1"/>
                      <a:pt x="1" y="339"/>
                      <a:pt x="240" y="577"/>
                    </a:cubicBezTo>
                    <a:cubicBezTo>
                      <a:pt x="787" y="1125"/>
                      <a:pt x="1335" y="1697"/>
                      <a:pt x="1895" y="2232"/>
                    </a:cubicBezTo>
                    <a:cubicBezTo>
                      <a:pt x="1966" y="2299"/>
                      <a:pt x="2046" y="2327"/>
                      <a:pt x="2122" y="2327"/>
                    </a:cubicBezTo>
                    <a:cubicBezTo>
                      <a:pt x="2389" y="2327"/>
                      <a:pt x="2621" y="1987"/>
                      <a:pt x="2371" y="1756"/>
                    </a:cubicBezTo>
                    <a:cubicBezTo>
                      <a:pt x="1811" y="1220"/>
                      <a:pt x="1264" y="649"/>
                      <a:pt x="716" y="101"/>
                    </a:cubicBezTo>
                    <a:cubicBezTo>
                      <a:pt x="645" y="30"/>
                      <a:pt x="566" y="1"/>
                      <a:pt x="4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7" name="Google Shape;4137;p59"/>
              <p:cNvSpPr/>
              <p:nvPr/>
            </p:nvSpPr>
            <p:spPr>
              <a:xfrm>
                <a:off x="750375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2133" y="1"/>
                    </a:moveTo>
                    <a:cubicBezTo>
                      <a:pt x="2056" y="1"/>
                      <a:pt x="1976" y="30"/>
                      <a:pt x="1906" y="101"/>
                    </a:cubicBezTo>
                    <a:cubicBezTo>
                      <a:pt x="1358" y="649"/>
                      <a:pt x="810" y="1220"/>
                      <a:pt x="251" y="1756"/>
                    </a:cubicBezTo>
                    <a:cubicBezTo>
                      <a:pt x="1" y="1987"/>
                      <a:pt x="240" y="2327"/>
                      <a:pt x="504" y="2327"/>
                    </a:cubicBezTo>
                    <a:cubicBezTo>
                      <a:pt x="580" y="2327"/>
                      <a:pt x="658" y="2299"/>
                      <a:pt x="727" y="2232"/>
                    </a:cubicBezTo>
                    <a:cubicBezTo>
                      <a:pt x="1287" y="1697"/>
                      <a:pt x="1834" y="1125"/>
                      <a:pt x="2382" y="577"/>
                    </a:cubicBezTo>
                    <a:cubicBezTo>
                      <a:pt x="2621" y="339"/>
                      <a:pt x="2392" y="1"/>
                      <a:pt x="21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8" name="Google Shape;4138;p59"/>
              <p:cNvSpPr/>
              <p:nvPr/>
            </p:nvSpPr>
            <p:spPr>
              <a:xfrm>
                <a:off x="854550" y="1078700"/>
                <a:ext cx="6552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1" h="2327" extrusionOk="0">
                    <a:moveTo>
                      <a:pt x="488" y="1"/>
                    </a:moveTo>
                    <a:cubicBezTo>
                      <a:pt x="229" y="1"/>
                      <a:pt x="0" y="339"/>
                      <a:pt x="239" y="577"/>
                    </a:cubicBezTo>
                    <a:cubicBezTo>
                      <a:pt x="787" y="1125"/>
                      <a:pt x="1334" y="1697"/>
                      <a:pt x="1894" y="2232"/>
                    </a:cubicBezTo>
                    <a:cubicBezTo>
                      <a:pt x="1963" y="2299"/>
                      <a:pt x="2041" y="2327"/>
                      <a:pt x="2117" y="2327"/>
                    </a:cubicBezTo>
                    <a:cubicBezTo>
                      <a:pt x="2381" y="2327"/>
                      <a:pt x="2620" y="1987"/>
                      <a:pt x="2370" y="1756"/>
                    </a:cubicBezTo>
                    <a:cubicBezTo>
                      <a:pt x="1811" y="1220"/>
                      <a:pt x="1263" y="649"/>
                      <a:pt x="715" y="101"/>
                    </a:cubicBezTo>
                    <a:cubicBezTo>
                      <a:pt x="644" y="30"/>
                      <a:pt x="565" y="1"/>
                      <a:pt x="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9" name="Google Shape;4139;p59"/>
              <p:cNvSpPr/>
              <p:nvPr/>
            </p:nvSpPr>
            <p:spPr>
              <a:xfrm>
                <a:off x="854275" y="1078700"/>
                <a:ext cx="65500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620" h="2327" extrusionOk="0">
                    <a:moveTo>
                      <a:pt x="2132" y="1"/>
                    </a:moveTo>
                    <a:cubicBezTo>
                      <a:pt x="2055" y="1"/>
                      <a:pt x="1976" y="30"/>
                      <a:pt x="1905" y="101"/>
                    </a:cubicBezTo>
                    <a:cubicBezTo>
                      <a:pt x="1357" y="649"/>
                      <a:pt x="810" y="1220"/>
                      <a:pt x="250" y="1756"/>
                    </a:cubicBezTo>
                    <a:cubicBezTo>
                      <a:pt x="0" y="1987"/>
                      <a:pt x="239" y="2327"/>
                      <a:pt x="504" y="2327"/>
                    </a:cubicBezTo>
                    <a:cubicBezTo>
                      <a:pt x="579" y="2327"/>
                      <a:pt x="657" y="2299"/>
                      <a:pt x="726" y="2232"/>
                    </a:cubicBezTo>
                    <a:cubicBezTo>
                      <a:pt x="1286" y="1697"/>
                      <a:pt x="1834" y="1125"/>
                      <a:pt x="2381" y="577"/>
                    </a:cubicBezTo>
                    <a:cubicBezTo>
                      <a:pt x="2620" y="339"/>
                      <a:pt x="2391" y="1"/>
                      <a:pt x="2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0" name="Google Shape;4140;p59"/>
              <p:cNvSpPr/>
              <p:nvPr/>
            </p:nvSpPr>
            <p:spPr>
              <a:xfrm>
                <a:off x="734900" y="1170500"/>
                <a:ext cx="28000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2121" extrusionOk="0">
                    <a:moveTo>
                      <a:pt x="1060" y="1"/>
                    </a:moveTo>
                    <a:cubicBezTo>
                      <a:pt x="477" y="1"/>
                      <a:pt x="1" y="477"/>
                      <a:pt x="1" y="1061"/>
                    </a:cubicBezTo>
                    <a:cubicBezTo>
                      <a:pt x="1" y="1644"/>
                      <a:pt x="477" y="2120"/>
                      <a:pt x="1060" y="2120"/>
                    </a:cubicBezTo>
                    <a:lnTo>
                      <a:pt x="1120" y="2120"/>
                    </a:lnTo>
                    <a:lnTo>
                      <a:pt x="112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1" name="Google Shape;4141;p59"/>
              <p:cNvSpPr/>
              <p:nvPr/>
            </p:nvSpPr>
            <p:spPr>
              <a:xfrm>
                <a:off x="762875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1489" y="2120"/>
                    </a:lnTo>
                    <a:lnTo>
                      <a:pt x="148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2" name="Google Shape;4142;p59"/>
              <p:cNvSpPr/>
              <p:nvPr/>
            </p:nvSpPr>
            <p:spPr>
              <a:xfrm>
                <a:off x="800100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0" y="1"/>
                    </a:moveTo>
                    <a:lnTo>
                      <a:pt x="0" y="2120"/>
                    </a:lnTo>
                    <a:lnTo>
                      <a:pt x="1488" y="2120"/>
                    </a:lnTo>
                    <a:lnTo>
                      <a:pt x="148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3" name="Google Shape;4143;p59"/>
              <p:cNvSpPr/>
              <p:nvPr/>
            </p:nvSpPr>
            <p:spPr>
              <a:xfrm>
                <a:off x="874200" y="1170500"/>
                <a:ext cx="372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1489" y="2120"/>
                    </a:lnTo>
                    <a:lnTo>
                      <a:pt x="148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4" name="Google Shape;4144;p59"/>
              <p:cNvSpPr/>
              <p:nvPr/>
            </p:nvSpPr>
            <p:spPr>
              <a:xfrm>
                <a:off x="911400" y="1170500"/>
                <a:ext cx="280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121" h="2121" extrusionOk="0">
                    <a:moveTo>
                      <a:pt x="1" y="1"/>
                    </a:moveTo>
                    <a:lnTo>
                      <a:pt x="1" y="2120"/>
                    </a:lnTo>
                    <a:lnTo>
                      <a:pt x="60" y="2120"/>
                    </a:lnTo>
                    <a:cubicBezTo>
                      <a:pt x="644" y="2120"/>
                      <a:pt x="1120" y="1644"/>
                      <a:pt x="1120" y="1061"/>
                    </a:cubicBezTo>
                    <a:cubicBezTo>
                      <a:pt x="1120" y="465"/>
                      <a:pt x="644" y="1"/>
                      <a:pt x="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5" name="Google Shape;4145;p59"/>
              <p:cNvSpPr/>
              <p:nvPr/>
            </p:nvSpPr>
            <p:spPr>
              <a:xfrm>
                <a:off x="837300" y="1170500"/>
                <a:ext cx="36925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2121" extrusionOk="0">
                    <a:moveTo>
                      <a:pt x="0" y="1"/>
                    </a:moveTo>
                    <a:lnTo>
                      <a:pt x="0" y="2120"/>
                    </a:lnTo>
                    <a:lnTo>
                      <a:pt x="1477" y="2120"/>
                    </a:lnTo>
                    <a:lnTo>
                      <a:pt x="14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6" name="Google Shape;4146;p59"/>
              <p:cNvSpPr/>
              <p:nvPr/>
            </p:nvSpPr>
            <p:spPr>
              <a:xfrm>
                <a:off x="667025" y="1279450"/>
                <a:ext cx="339950" cy="42300"/>
              </a:xfrm>
              <a:custGeom>
                <a:avLst/>
                <a:gdLst/>
                <a:ahLst/>
                <a:cxnLst/>
                <a:rect l="l" t="t" r="r" b="b"/>
                <a:pathLst>
                  <a:path w="13598" h="1692" extrusionOk="0">
                    <a:moveTo>
                      <a:pt x="1" y="1"/>
                    </a:moveTo>
                    <a:lnTo>
                      <a:pt x="1" y="1691"/>
                    </a:lnTo>
                    <a:lnTo>
                      <a:pt x="13598" y="1691"/>
                    </a:lnTo>
                    <a:lnTo>
                      <a:pt x="135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7" name="Google Shape;4147;p59"/>
              <p:cNvSpPr/>
              <p:nvPr/>
            </p:nvSpPr>
            <p:spPr>
              <a:xfrm>
                <a:off x="667025" y="1301775"/>
                <a:ext cx="339950" cy="18775"/>
              </a:xfrm>
              <a:custGeom>
                <a:avLst/>
                <a:gdLst/>
                <a:ahLst/>
                <a:cxnLst/>
                <a:rect l="l" t="t" r="r" b="b"/>
                <a:pathLst>
                  <a:path w="13598" h="751" extrusionOk="0">
                    <a:moveTo>
                      <a:pt x="1" y="1"/>
                    </a:moveTo>
                    <a:lnTo>
                      <a:pt x="1" y="751"/>
                    </a:lnTo>
                    <a:lnTo>
                      <a:pt x="13598" y="751"/>
                    </a:lnTo>
                    <a:lnTo>
                      <a:pt x="1359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8" name="Google Shape;4148;p59"/>
              <p:cNvSpPr/>
              <p:nvPr/>
            </p:nvSpPr>
            <p:spPr>
              <a:xfrm>
                <a:off x="738175" y="1405350"/>
                <a:ext cx="197975" cy="112850"/>
              </a:xfrm>
              <a:custGeom>
                <a:avLst/>
                <a:gdLst/>
                <a:ahLst/>
                <a:cxnLst/>
                <a:rect l="l" t="t" r="r" b="b"/>
                <a:pathLst>
                  <a:path w="7919" h="4514" extrusionOk="0">
                    <a:moveTo>
                      <a:pt x="1477" y="1"/>
                    </a:moveTo>
                    <a:cubicBezTo>
                      <a:pt x="667" y="1"/>
                      <a:pt x="1" y="668"/>
                      <a:pt x="1" y="1477"/>
                    </a:cubicBezTo>
                    <a:lnTo>
                      <a:pt x="1" y="3037"/>
                    </a:lnTo>
                    <a:cubicBezTo>
                      <a:pt x="1" y="3847"/>
                      <a:pt x="667" y="4513"/>
                      <a:pt x="1477" y="4513"/>
                    </a:cubicBezTo>
                    <a:lnTo>
                      <a:pt x="6442" y="4513"/>
                    </a:lnTo>
                    <a:cubicBezTo>
                      <a:pt x="7251" y="4513"/>
                      <a:pt x="7918" y="3847"/>
                      <a:pt x="7918" y="3037"/>
                    </a:cubicBezTo>
                    <a:lnTo>
                      <a:pt x="7918" y="1477"/>
                    </a:lnTo>
                    <a:cubicBezTo>
                      <a:pt x="7918" y="668"/>
                      <a:pt x="7251" y="1"/>
                      <a:pt x="64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9" name="Google Shape;4149;p59"/>
              <p:cNvSpPr/>
              <p:nvPr/>
            </p:nvSpPr>
            <p:spPr>
              <a:xfrm>
                <a:off x="738175" y="1348200"/>
                <a:ext cx="37225" cy="3695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478" extrusionOk="0">
                    <a:moveTo>
                      <a:pt x="739" y="1"/>
                    </a:moveTo>
                    <a:cubicBezTo>
                      <a:pt x="334" y="1"/>
                      <a:pt x="1" y="334"/>
                      <a:pt x="1" y="739"/>
                    </a:cubicBezTo>
                    <a:cubicBezTo>
                      <a:pt x="1" y="1144"/>
                      <a:pt x="334" y="1477"/>
                      <a:pt x="739" y="1477"/>
                    </a:cubicBezTo>
                    <a:cubicBezTo>
                      <a:pt x="1155" y="1477"/>
                      <a:pt x="1489" y="1144"/>
                      <a:pt x="1489" y="739"/>
                    </a:cubicBezTo>
                    <a:cubicBezTo>
                      <a:pt x="1489" y="334"/>
                      <a:pt x="1155" y="1"/>
                      <a:pt x="73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0" name="Google Shape;4150;p59"/>
              <p:cNvSpPr/>
              <p:nvPr/>
            </p:nvSpPr>
            <p:spPr>
              <a:xfrm>
                <a:off x="808425" y="1348200"/>
                <a:ext cx="127725" cy="36950"/>
              </a:xfrm>
              <a:custGeom>
                <a:avLst/>
                <a:gdLst/>
                <a:ahLst/>
                <a:cxnLst/>
                <a:rect l="l" t="t" r="r" b="b"/>
                <a:pathLst>
                  <a:path w="5109" h="1478" extrusionOk="0">
                    <a:moveTo>
                      <a:pt x="0" y="1"/>
                    </a:moveTo>
                    <a:lnTo>
                      <a:pt x="0" y="1477"/>
                    </a:lnTo>
                    <a:lnTo>
                      <a:pt x="5108" y="1477"/>
                    </a:lnTo>
                    <a:lnTo>
                      <a:pt x="510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1" name="Google Shape;4151;p59"/>
              <p:cNvSpPr/>
              <p:nvPr/>
            </p:nvSpPr>
            <p:spPr>
              <a:xfrm>
                <a:off x="907250" y="1665800"/>
                <a:ext cx="48250" cy="55100"/>
              </a:xfrm>
              <a:custGeom>
                <a:avLst/>
                <a:gdLst/>
                <a:ahLst/>
                <a:cxnLst/>
                <a:rect l="l" t="t" r="r" b="b"/>
                <a:pathLst>
                  <a:path w="1930" h="2204" extrusionOk="0">
                    <a:moveTo>
                      <a:pt x="965" y="1"/>
                    </a:moveTo>
                    <a:cubicBezTo>
                      <a:pt x="429" y="1"/>
                      <a:pt x="0" y="441"/>
                      <a:pt x="0" y="977"/>
                    </a:cubicBezTo>
                    <a:lnTo>
                      <a:pt x="0" y="1239"/>
                    </a:lnTo>
                    <a:cubicBezTo>
                      <a:pt x="0" y="1775"/>
                      <a:pt x="429" y="2204"/>
                      <a:pt x="965" y="2204"/>
                    </a:cubicBezTo>
                    <a:cubicBezTo>
                      <a:pt x="1500" y="2204"/>
                      <a:pt x="1929" y="1775"/>
                      <a:pt x="1929" y="1239"/>
                    </a:cubicBezTo>
                    <a:lnTo>
                      <a:pt x="1929" y="977"/>
                    </a:lnTo>
                    <a:cubicBezTo>
                      <a:pt x="1929" y="441"/>
                      <a:pt x="1500" y="1"/>
                      <a:pt x="96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2" name="Google Shape;4152;p59"/>
              <p:cNvSpPr/>
              <p:nvPr/>
            </p:nvSpPr>
            <p:spPr>
              <a:xfrm>
                <a:off x="717625" y="1665800"/>
                <a:ext cx="48550" cy="55100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2204" extrusionOk="0">
                    <a:moveTo>
                      <a:pt x="977" y="1"/>
                    </a:moveTo>
                    <a:cubicBezTo>
                      <a:pt x="442" y="1"/>
                      <a:pt x="1" y="441"/>
                      <a:pt x="1" y="977"/>
                    </a:cubicBezTo>
                    <a:lnTo>
                      <a:pt x="1" y="1239"/>
                    </a:lnTo>
                    <a:cubicBezTo>
                      <a:pt x="1" y="1775"/>
                      <a:pt x="442" y="2204"/>
                      <a:pt x="977" y="2204"/>
                    </a:cubicBezTo>
                    <a:cubicBezTo>
                      <a:pt x="1513" y="2204"/>
                      <a:pt x="1942" y="1775"/>
                      <a:pt x="1942" y="1239"/>
                    </a:cubicBezTo>
                    <a:lnTo>
                      <a:pt x="1942" y="977"/>
                    </a:lnTo>
                    <a:cubicBezTo>
                      <a:pt x="1942" y="441"/>
                      <a:pt x="1513" y="1"/>
                      <a:pt x="9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3" name="Google Shape;4153;p59"/>
              <p:cNvSpPr/>
              <p:nvPr/>
            </p:nvSpPr>
            <p:spPr>
              <a:xfrm>
                <a:off x="659600" y="1695575"/>
                <a:ext cx="11610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4644" h="1430" extrusionOk="0">
                    <a:moveTo>
                      <a:pt x="0" y="1"/>
                    </a:moveTo>
                    <a:lnTo>
                      <a:pt x="0" y="1429"/>
                    </a:lnTo>
                    <a:lnTo>
                      <a:pt x="4644" y="1429"/>
                    </a:lnTo>
                    <a:lnTo>
                      <a:pt x="464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4" name="Google Shape;4154;p59"/>
              <p:cNvSpPr/>
              <p:nvPr/>
            </p:nvSpPr>
            <p:spPr>
              <a:xfrm>
                <a:off x="898600" y="1695575"/>
                <a:ext cx="1161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4645" h="1430" extrusionOk="0">
                    <a:moveTo>
                      <a:pt x="1" y="1"/>
                    </a:moveTo>
                    <a:lnTo>
                      <a:pt x="1" y="1429"/>
                    </a:lnTo>
                    <a:lnTo>
                      <a:pt x="4644" y="1429"/>
                    </a:lnTo>
                    <a:lnTo>
                      <a:pt x="464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5" name="Google Shape;4155;p59"/>
              <p:cNvSpPr/>
              <p:nvPr/>
            </p:nvSpPr>
            <p:spPr>
              <a:xfrm>
                <a:off x="556300" y="1549725"/>
                <a:ext cx="109875" cy="929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3716" extrusionOk="0">
                    <a:moveTo>
                      <a:pt x="2192" y="1"/>
                    </a:moveTo>
                    <a:cubicBezTo>
                      <a:pt x="989" y="1"/>
                      <a:pt x="1" y="989"/>
                      <a:pt x="1" y="2191"/>
                    </a:cubicBezTo>
                    <a:lnTo>
                      <a:pt x="1" y="3703"/>
                    </a:lnTo>
                    <a:lnTo>
                      <a:pt x="1168" y="3703"/>
                    </a:lnTo>
                    <a:lnTo>
                      <a:pt x="1168" y="2191"/>
                    </a:lnTo>
                    <a:cubicBezTo>
                      <a:pt x="1168" y="1632"/>
                      <a:pt x="1632" y="1167"/>
                      <a:pt x="2192" y="1167"/>
                    </a:cubicBezTo>
                    <a:cubicBezTo>
                      <a:pt x="2763" y="1167"/>
                      <a:pt x="3227" y="1632"/>
                      <a:pt x="3227" y="2191"/>
                    </a:cubicBezTo>
                    <a:lnTo>
                      <a:pt x="3227" y="3715"/>
                    </a:lnTo>
                    <a:lnTo>
                      <a:pt x="4394" y="3715"/>
                    </a:lnTo>
                    <a:lnTo>
                      <a:pt x="4394" y="2191"/>
                    </a:lnTo>
                    <a:cubicBezTo>
                      <a:pt x="4394" y="989"/>
                      <a:pt x="3406" y="1"/>
                      <a:pt x="21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6" name="Google Shape;4156;p59"/>
              <p:cNvSpPr/>
              <p:nvPr/>
            </p:nvSpPr>
            <p:spPr>
              <a:xfrm>
                <a:off x="1006950" y="1549725"/>
                <a:ext cx="109575" cy="92900"/>
              </a:xfrm>
              <a:custGeom>
                <a:avLst/>
                <a:gdLst/>
                <a:ahLst/>
                <a:cxnLst/>
                <a:rect l="l" t="t" r="r" b="b"/>
                <a:pathLst>
                  <a:path w="4383" h="3716" extrusionOk="0">
                    <a:moveTo>
                      <a:pt x="2192" y="1"/>
                    </a:moveTo>
                    <a:cubicBezTo>
                      <a:pt x="977" y="1"/>
                      <a:pt x="1" y="989"/>
                      <a:pt x="1" y="2191"/>
                    </a:cubicBezTo>
                    <a:lnTo>
                      <a:pt x="1" y="3703"/>
                    </a:lnTo>
                    <a:lnTo>
                      <a:pt x="1168" y="3703"/>
                    </a:lnTo>
                    <a:lnTo>
                      <a:pt x="1168" y="2191"/>
                    </a:lnTo>
                    <a:cubicBezTo>
                      <a:pt x="1168" y="1632"/>
                      <a:pt x="1632" y="1167"/>
                      <a:pt x="2192" y="1167"/>
                    </a:cubicBezTo>
                    <a:cubicBezTo>
                      <a:pt x="2763" y="1167"/>
                      <a:pt x="3216" y="1632"/>
                      <a:pt x="3216" y="2191"/>
                    </a:cubicBezTo>
                    <a:lnTo>
                      <a:pt x="3216" y="3715"/>
                    </a:lnTo>
                    <a:lnTo>
                      <a:pt x="4382" y="3715"/>
                    </a:lnTo>
                    <a:lnTo>
                      <a:pt x="4382" y="2191"/>
                    </a:lnTo>
                    <a:cubicBezTo>
                      <a:pt x="4382" y="989"/>
                      <a:pt x="3406" y="1"/>
                      <a:pt x="21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57" name="Google Shape;4157;p59"/>
          <p:cNvGrpSpPr/>
          <p:nvPr/>
        </p:nvGrpSpPr>
        <p:grpSpPr>
          <a:xfrm>
            <a:off x="2455006" y="1479386"/>
            <a:ext cx="1827052" cy="2304120"/>
            <a:chOff x="8922625" y="3320713"/>
            <a:chExt cx="512900" cy="646825"/>
          </a:xfrm>
        </p:grpSpPr>
        <p:sp>
          <p:nvSpPr>
            <p:cNvPr id="4158" name="Google Shape;4158;p59"/>
            <p:cNvSpPr/>
            <p:nvPr/>
          </p:nvSpPr>
          <p:spPr>
            <a:xfrm>
              <a:off x="8922625" y="3320713"/>
              <a:ext cx="512900" cy="646825"/>
            </a:xfrm>
            <a:custGeom>
              <a:avLst/>
              <a:gdLst/>
              <a:ahLst/>
              <a:cxnLst/>
              <a:rect l="l" t="t" r="r" b="b"/>
              <a:pathLst>
                <a:path w="20516" h="25873" extrusionOk="0">
                  <a:moveTo>
                    <a:pt x="10264" y="1"/>
                  </a:moveTo>
                  <a:cubicBezTo>
                    <a:pt x="7811" y="1"/>
                    <a:pt x="5823" y="1989"/>
                    <a:pt x="5823" y="4442"/>
                  </a:cubicBezTo>
                  <a:lnTo>
                    <a:pt x="5823" y="4942"/>
                  </a:lnTo>
                  <a:cubicBezTo>
                    <a:pt x="5097" y="4942"/>
                    <a:pt x="4513" y="5525"/>
                    <a:pt x="4513" y="6240"/>
                  </a:cubicBezTo>
                  <a:cubicBezTo>
                    <a:pt x="4513" y="6966"/>
                    <a:pt x="5097" y="7549"/>
                    <a:pt x="5823" y="7549"/>
                  </a:cubicBezTo>
                  <a:lnTo>
                    <a:pt x="5823" y="9133"/>
                  </a:lnTo>
                  <a:lnTo>
                    <a:pt x="5073" y="9133"/>
                  </a:lnTo>
                  <a:cubicBezTo>
                    <a:pt x="4704" y="9133"/>
                    <a:pt x="4406" y="9430"/>
                    <a:pt x="4406" y="9800"/>
                  </a:cubicBezTo>
                  <a:cubicBezTo>
                    <a:pt x="4406" y="10169"/>
                    <a:pt x="4704" y="10478"/>
                    <a:pt x="5073" y="10478"/>
                  </a:cubicBezTo>
                  <a:lnTo>
                    <a:pt x="6406" y="10478"/>
                  </a:lnTo>
                  <a:lnTo>
                    <a:pt x="6311" y="11121"/>
                  </a:lnTo>
                  <a:cubicBezTo>
                    <a:pt x="6240" y="11109"/>
                    <a:pt x="6156" y="11109"/>
                    <a:pt x="6085" y="11109"/>
                  </a:cubicBezTo>
                  <a:cubicBezTo>
                    <a:pt x="5418" y="11109"/>
                    <a:pt x="4859" y="11490"/>
                    <a:pt x="4609" y="12050"/>
                  </a:cubicBezTo>
                  <a:lnTo>
                    <a:pt x="3537" y="12050"/>
                  </a:lnTo>
                  <a:lnTo>
                    <a:pt x="1311" y="14479"/>
                  </a:lnTo>
                  <a:lnTo>
                    <a:pt x="1311" y="17455"/>
                  </a:lnTo>
                  <a:lnTo>
                    <a:pt x="1156" y="17455"/>
                  </a:lnTo>
                  <a:cubicBezTo>
                    <a:pt x="941" y="17455"/>
                    <a:pt x="775" y="17622"/>
                    <a:pt x="775" y="17836"/>
                  </a:cubicBezTo>
                  <a:cubicBezTo>
                    <a:pt x="775" y="18039"/>
                    <a:pt x="953" y="18217"/>
                    <a:pt x="1156" y="18217"/>
                  </a:cubicBezTo>
                  <a:lnTo>
                    <a:pt x="1346" y="18217"/>
                  </a:lnTo>
                  <a:cubicBezTo>
                    <a:pt x="1382" y="18420"/>
                    <a:pt x="1501" y="18598"/>
                    <a:pt x="1680" y="18705"/>
                  </a:cubicBezTo>
                  <a:cubicBezTo>
                    <a:pt x="727" y="18884"/>
                    <a:pt x="1" y="19717"/>
                    <a:pt x="1" y="20718"/>
                  </a:cubicBezTo>
                  <a:lnTo>
                    <a:pt x="1144" y="20718"/>
                  </a:lnTo>
                  <a:cubicBezTo>
                    <a:pt x="1144" y="20217"/>
                    <a:pt x="1549" y="19813"/>
                    <a:pt x="2049" y="19813"/>
                  </a:cubicBezTo>
                  <a:cubicBezTo>
                    <a:pt x="2549" y="19813"/>
                    <a:pt x="2966" y="20217"/>
                    <a:pt x="2966" y="20718"/>
                  </a:cubicBezTo>
                  <a:lnTo>
                    <a:pt x="4097" y="20718"/>
                  </a:lnTo>
                  <a:cubicBezTo>
                    <a:pt x="4097" y="19717"/>
                    <a:pt x="3370" y="18884"/>
                    <a:pt x="2418" y="18705"/>
                  </a:cubicBezTo>
                  <a:cubicBezTo>
                    <a:pt x="2596" y="18598"/>
                    <a:pt x="2727" y="18420"/>
                    <a:pt x="2751" y="18217"/>
                  </a:cubicBezTo>
                  <a:lnTo>
                    <a:pt x="2942" y="18217"/>
                  </a:lnTo>
                  <a:cubicBezTo>
                    <a:pt x="3156" y="18217"/>
                    <a:pt x="3323" y="18039"/>
                    <a:pt x="3323" y="17836"/>
                  </a:cubicBezTo>
                  <a:cubicBezTo>
                    <a:pt x="3323" y="17622"/>
                    <a:pt x="3156" y="17455"/>
                    <a:pt x="2942" y="17455"/>
                  </a:cubicBezTo>
                  <a:lnTo>
                    <a:pt x="2727" y="17455"/>
                  </a:lnTo>
                  <a:lnTo>
                    <a:pt x="2727" y="15026"/>
                  </a:lnTo>
                  <a:lnTo>
                    <a:pt x="4156" y="13467"/>
                  </a:lnTo>
                  <a:lnTo>
                    <a:pt x="4632" y="13467"/>
                  </a:lnTo>
                  <a:cubicBezTo>
                    <a:pt x="4871" y="13919"/>
                    <a:pt x="5299" y="14252"/>
                    <a:pt x="5823" y="14336"/>
                  </a:cubicBezTo>
                  <a:lnTo>
                    <a:pt x="5061" y="19313"/>
                  </a:lnTo>
                  <a:lnTo>
                    <a:pt x="6442" y="19313"/>
                  </a:lnTo>
                  <a:lnTo>
                    <a:pt x="6442" y="20908"/>
                  </a:lnTo>
                  <a:cubicBezTo>
                    <a:pt x="6252" y="21063"/>
                    <a:pt x="6121" y="21301"/>
                    <a:pt x="6121" y="21563"/>
                  </a:cubicBezTo>
                  <a:lnTo>
                    <a:pt x="6121" y="21622"/>
                  </a:lnTo>
                  <a:lnTo>
                    <a:pt x="5359" y="21622"/>
                  </a:lnTo>
                  <a:lnTo>
                    <a:pt x="4359" y="23277"/>
                  </a:lnTo>
                  <a:lnTo>
                    <a:pt x="4359" y="25111"/>
                  </a:lnTo>
                  <a:lnTo>
                    <a:pt x="4359" y="25873"/>
                  </a:lnTo>
                  <a:lnTo>
                    <a:pt x="9562" y="25873"/>
                  </a:lnTo>
                  <a:lnTo>
                    <a:pt x="9562" y="25111"/>
                  </a:lnTo>
                  <a:lnTo>
                    <a:pt x="9562" y="23277"/>
                  </a:lnTo>
                  <a:lnTo>
                    <a:pt x="8573" y="21622"/>
                  </a:lnTo>
                  <a:lnTo>
                    <a:pt x="7799" y="21622"/>
                  </a:lnTo>
                  <a:lnTo>
                    <a:pt x="7799" y="21563"/>
                  </a:lnTo>
                  <a:cubicBezTo>
                    <a:pt x="7799" y="21301"/>
                    <a:pt x="7680" y="21063"/>
                    <a:pt x="7478" y="20908"/>
                  </a:cubicBezTo>
                  <a:lnTo>
                    <a:pt x="7478" y="19313"/>
                  </a:lnTo>
                  <a:lnTo>
                    <a:pt x="13026" y="19313"/>
                  </a:lnTo>
                  <a:lnTo>
                    <a:pt x="13026" y="20908"/>
                  </a:lnTo>
                  <a:cubicBezTo>
                    <a:pt x="12836" y="21063"/>
                    <a:pt x="12705" y="21301"/>
                    <a:pt x="12705" y="21563"/>
                  </a:cubicBezTo>
                  <a:lnTo>
                    <a:pt x="12705" y="21622"/>
                  </a:lnTo>
                  <a:lnTo>
                    <a:pt x="11943" y="21622"/>
                  </a:lnTo>
                  <a:lnTo>
                    <a:pt x="10955" y="23277"/>
                  </a:lnTo>
                  <a:lnTo>
                    <a:pt x="10955" y="25111"/>
                  </a:lnTo>
                  <a:lnTo>
                    <a:pt x="10955" y="25873"/>
                  </a:lnTo>
                  <a:lnTo>
                    <a:pt x="16158" y="25873"/>
                  </a:lnTo>
                  <a:lnTo>
                    <a:pt x="16158" y="25111"/>
                  </a:lnTo>
                  <a:lnTo>
                    <a:pt x="16158" y="23277"/>
                  </a:lnTo>
                  <a:lnTo>
                    <a:pt x="15158" y="21622"/>
                  </a:lnTo>
                  <a:lnTo>
                    <a:pt x="14396" y="21622"/>
                  </a:lnTo>
                  <a:lnTo>
                    <a:pt x="14396" y="21563"/>
                  </a:lnTo>
                  <a:cubicBezTo>
                    <a:pt x="14396" y="21301"/>
                    <a:pt x="14265" y="21063"/>
                    <a:pt x="14074" y="20908"/>
                  </a:cubicBezTo>
                  <a:lnTo>
                    <a:pt x="14074" y="19313"/>
                  </a:lnTo>
                  <a:lnTo>
                    <a:pt x="15455" y="19313"/>
                  </a:lnTo>
                  <a:lnTo>
                    <a:pt x="15169" y="17491"/>
                  </a:lnTo>
                  <a:lnTo>
                    <a:pt x="14693" y="14336"/>
                  </a:lnTo>
                  <a:cubicBezTo>
                    <a:pt x="15217" y="14252"/>
                    <a:pt x="15646" y="13919"/>
                    <a:pt x="15884" y="13467"/>
                  </a:cubicBezTo>
                  <a:lnTo>
                    <a:pt x="16360" y="13467"/>
                  </a:lnTo>
                  <a:lnTo>
                    <a:pt x="17789" y="15026"/>
                  </a:lnTo>
                  <a:lnTo>
                    <a:pt x="17789" y="17455"/>
                  </a:lnTo>
                  <a:lnTo>
                    <a:pt x="17574" y="17455"/>
                  </a:lnTo>
                  <a:cubicBezTo>
                    <a:pt x="17360" y="17455"/>
                    <a:pt x="17193" y="17622"/>
                    <a:pt x="17193" y="17836"/>
                  </a:cubicBezTo>
                  <a:cubicBezTo>
                    <a:pt x="17193" y="18039"/>
                    <a:pt x="17360" y="18217"/>
                    <a:pt x="17574" y="18217"/>
                  </a:cubicBezTo>
                  <a:lnTo>
                    <a:pt x="17753" y="18217"/>
                  </a:lnTo>
                  <a:cubicBezTo>
                    <a:pt x="17789" y="18420"/>
                    <a:pt x="17920" y="18598"/>
                    <a:pt x="18098" y="18705"/>
                  </a:cubicBezTo>
                  <a:cubicBezTo>
                    <a:pt x="17146" y="18884"/>
                    <a:pt x="16420" y="19717"/>
                    <a:pt x="16420" y="20718"/>
                  </a:cubicBezTo>
                  <a:lnTo>
                    <a:pt x="17551" y="20718"/>
                  </a:lnTo>
                  <a:cubicBezTo>
                    <a:pt x="17551" y="20217"/>
                    <a:pt x="17967" y="19813"/>
                    <a:pt x="18467" y="19813"/>
                  </a:cubicBezTo>
                  <a:cubicBezTo>
                    <a:pt x="18968" y="19813"/>
                    <a:pt x="19372" y="20217"/>
                    <a:pt x="19372" y="20718"/>
                  </a:cubicBezTo>
                  <a:lnTo>
                    <a:pt x="20515" y="20718"/>
                  </a:lnTo>
                  <a:cubicBezTo>
                    <a:pt x="20515" y="19717"/>
                    <a:pt x="19789" y="18884"/>
                    <a:pt x="18837" y="18705"/>
                  </a:cubicBezTo>
                  <a:cubicBezTo>
                    <a:pt x="19015" y="18598"/>
                    <a:pt x="19134" y="18420"/>
                    <a:pt x="19170" y="18217"/>
                  </a:cubicBezTo>
                  <a:lnTo>
                    <a:pt x="19360" y="18217"/>
                  </a:lnTo>
                  <a:cubicBezTo>
                    <a:pt x="19563" y="18217"/>
                    <a:pt x="19741" y="18039"/>
                    <a:pt x="19741" y="17836"/>
                  </a:cubicBezTo>
                  <a:cubicBezTo>
                    <a:pt x="19741" y="17622"/>
                    <a:pt x="19575" y="17455"/>
                    <a:pt x="19360" y="17455"/>
                  </a:cubicBezTo>
                  <a:lnTo>
                    <a:pt x="19206" y="17455"/>
                  </a:lnTo>
                  <a:lnTo>
                    <a:pt x="19206" y="14479"/>
                  </a:lnTo>
                  <a:lnTo>
                    <a:pt x="16979" y="12050"/>
                  </a:lnTo>
                  <a:lnTo>
                    <a:pt x="15908" y="12050"/>
                  </a:lnTo>
                  <a:cubicBezTo>
                    <a:pt x="15658" y="11490"/>
                    <a:pt x="15086" y="11109"/>
                    <a:pt x="14431" y="11109"/>
                  </a:cubicBezTo>
                  <a:cubicBezTo>
                    <a:pt x="14360" y="11109"/>
                    <a:pt x="14276" y="11109"/>
                    <a:pt x="14205" y="11121"/>
                  </a:cubicBezTo>
                  <a:lnTo>
                    <a:pt x="14110" y="10478"/>
                  </a:lnTo>
                  <a:lnTo>
                    <a:pt x="15443" y="10478"/>
                  </a:lnTo>
                  <a:cubicBezTo>
                    <a:pt x="15812" y="10478"/>
                    <a:pt x="16110" y="10169"/>
                    <a:pt x="16110" y="9800"/>
                  </a:cubicBezTo>
                  <a:cubicBezTo>
                    <a:pt x="16110" y="9430"/>
                    <a:pt x="15812" y="9133"/>
                    <a:pt x="15443" y="9133"/>
                  </a:cubicBezTo>
                  <a:lnTo>
                    <a:pt x="14693" y="9133"/>
                  </a:lnTo>
                  <a:lnTo>
                    <a:pt x="14693" y="7549"/>
                  </a:lnTo>
                  <a:cubicBezTo>
                    <a:pt x="15419" y="7549"/>
                    <a:pt x="16003" y="6966"/>
                    <a:pt x="16003" y="6240"/>
                  </a:cubicBezTo>
                  <a:cubicBezTo>
                    <a:pt x="16003" y="5525"/>
                    <a:pt x="15419" y="4942"/>
                    <a:pt x="14693" y="4942"/>
                  </a:cubicBezTo>
                  <a:lnTo>
                    <a:pt x="14693" y="4442"/>
                  </a:lnTo>
                  <a:cubicBezTo>
                    <a:pt x="14693" y="1989"/>
                    <a:pt x="12705" y="1"/>
                    <a:pt x="10264" y="1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59" name="Google Shape;4159;p59"/>
            <p:cNvGrpSpPr/>
            <p:nvPr/>
          </p:nvGrpSpPr>
          <p:grpSpPr>
            <a:xfrm>
              <a:off x="8922925" y="3320713"/>
              <a:ext cx="512300" cy="646825"/>
              <a:chOff x="4779150" y="1079725"/>
              <a:chExt cx="512300" cy="646825"/>
            </a:xfrm>
          </p:grpSpPr>
          <p:sp>
            <p:nvSpPr>
              <p:cNvPr id="4160" name="Google Shape;4160;p59"/>
              <p:cNvSpPr/>
              <p:nvPr/>
            </p:nvSpPr>
            <p:spPr>
              <a:xfrm>
                <a:off x="4939900" y="1522650"/>
                <a:ext cx="25900" cy="113125"/>
              </a:xfrm>
              <a:custGeom>
                <a:avLst/>
                <a:gdLst/>
                <a:ahLst/>
                <a:cxnLst/>
                <a:rect l="l" t="t" r="r" b="b"/>
                <a:pathLst>
                  <a:path w="1036" h="4525" extrusionOk="0">
                    <a:moveTo>
                      <a:pt x="524" y="0"/>
                    </a:moveTo>
                    <a:cubicBezTo>
                      <a:pt x="238" y="0"/>
                      <a:pt x="0" y="226"/>
                      <a:pt x="0" y="512"/>
                    </a:cubicBezTo>
                    <a:lnTo>
                      <a:pt x="0" y="4001"/>
                    </a:lnTo>
                    <a:cubicBezTo>
                      <a:pt x="0" y="4286"/>
                      <a:pt x="238" y="4524"/>
                      <a:pt x="524" y="4524"/>
                    </a:cubicBezTo>
                    <a:cubicBezTo>
                      <a:pt x="810" y="4524"/>
                      <a:pt x="1036" y="4286"/>
                      <a:pt x="1036" y="4001"/>
                    </a:cubicBezTo>
                    <a:lnTo>
                      <a:pt x="1036" y="512"/>
                    </a:lnTo>
                    <a:cubicBezTo>
                      <a:pt x="1036" y="226"/>
                      <a:pt x="810" y="0"/>
                      <a:pt x="5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1" name="Google Shape;4161;p59"/>
              <p:cNvSpPr/>
              <p:nvPr/>
            </p:nvSpPr>
            <p:spPr>
              <a:xfrm>
                <a:off x="4931850" y="1597950"/>
                <a:ext cx="42000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680" h="3025" extrusionOk="0">
                    <a:moveTo>
                      <a:pt x="846" y="0"/>
                    </a:moveTo>
                    <a:cubicBezTo>
                      <a:pt x="382" y="0"/>
                      <a:pt x="1" y="369"/>
                      <a:pt x="1" y="834"/>
                    </a:cubicBezTo>
                    <a:lnTo>
                      <a:pt x="1" y="2179"/>
                    </a:lnTo>
                    <a:cubicBezTo>
                      <a:pt x="1" y="2643"/>
                      <a:pt x="382" y="3024"/>
                      <a:pt x="846" y="3024"/>
                    </a:cubicBezTo>
                    <a:cubicBezTo>
                      <a:pt x="1310" y="3024"/>
                      <a:pt x="1679" y="2643"/>
                      <a:pt x="1679" y="2179"/>
                    </a:cubicBezTo>
                    <a:lnTo>
                      <a:pt x="1679" y="834"/>
                    </a:lnTo>
                    <a:cubicBezTo>
                      <a:pt x="1679" y="369"/>
                      <a:pt x="1310" y="0"/>
                      <a:pt x="8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2" name="Google Shape;4162;p59"/>
              <p:cNvSpPr/>
              <p:nvPr/>
            </p:nvSpPr>
            <p:spPr>
              <a:xfrm>
                <a:off x="4887800" y="1620275"/>
                <a:ext cx="130100" cy="106275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4251" extrusionOk="0">
                    <a:moveTo>
                      <a:pt x="1001" y="0"/>
                    </a:moveTo>
                    <a:lnTo>
                      <a:pt x="1" y="1655"/>
                    </a:lnTo>
                    <a:lnTo>
                      <a:pt x="1" y="4251"/>
                    </a:lnTo>
                    <a:lnTo>
                      <a:pt x="5204" y="4251"/>
                    </a:lnTo>
                    <a:lnTo>
                      <a:pt x="5204" y="1655"/>
                    </a:lnTo>
                    <a:lnTo>
                      <a:pt x="421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3" name="Google Shape;4163;p59"/>
              <p:cNvSpPr/>
              <p:nvPr/>
            </p:nvSpPr>
            <p:spPr>
              <a:xfrm>
                <a:off x="4910725" y="1658975"/>
                <a:ext cx="8455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2703" extrusionOk="0">
                    <a:moveTo>
                      <a:pt x="1691" y="0"/>
                    </a:moveTo>
                    <a:cubicBezTo>
                      <a:pt x="750" y="0"/>
                      <a:pt x="0" y="750"/>
                      <a:pt x="0" y="1691"/>
                    </a:cubicBezTo>
                    <a:lnTo>
                      <a:pt x="0" y="2703"/>
                    </a:lnTo>
                    <a:lnTo>
                      <a:pt x="3382" y="2703"/>
                    </a:lnTo>
                    <a:lnTo>
                      <a:pt x="3382" y="1691"/>
                    </a:lnTo>
                    <a:cubicBezTo>
                      <a:pt x="3382" y="750"/>
                      <a:pt x="2620" y="0"/>
                      <a:pt x="169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4" name="Google Shape;4164;p59"/>
              <p:cNvSpPr/>
              <p:nvPr/>
            </p:nvSpPr>
            <p:spPr>
              <a:xfrm>
                <a:off x="4887800" y="1707475"/>
                <a:ext cx="130100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763" extrusionOk="0">
                    <a:moveTo>
                      <a:pt x="1" y="1"/>
                    </a:moveTo>
                    <a:lnTo>
                      <a:pt x="1" y="763"/>
                    </a:lnTo>
                    <a:lnTo>
                      <a:pt x="5204" y="763"/>
                    </a:lnTo>
                    <a:lnTo>
                      <a:pt x="52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5" name="Google Shape;4165;p59"/>
              <p:cNvSpPr/>
              <p:nvPr/>
            </p:nvSpPr>
            <p:spPr>
              <a:xfrm>
                <a:off x="4911025" y="1636350"/>
                <a:ext cx="140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60" extrusionOk="0">
                    <a:moveTo>
                      <a:pt x="286" y="0"/>
                    </a:moveTo>
                    <a:cubicBezTo>
                      <a:pt x="119" y="0"/>
                      <a:pt x="0" y="119"/>
                      <a:pt x="0" y="286"/>
                    </a:cubicBezTo>
                    <a:cubicBezTo>
                      <a:pt x="0" y="441"/>
                      <a:pt x="119" y="560"/>
                      <a:pt x="286" y="560"/>
                    </a:cubicBezTo>
                    <a:cubicBezTo>
                      <a:pt x="441" y="560"/>
                      <a:pt x="560" y="441"/>
                      <a:pt x="560" y="286"/>
                    </a:cubicBezTo>
                    <a:cubicBezTo>
                      <a:pt x="560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6" name="Google Shape;4166;p59"/>
              <p:cNvSpPr/>
              <p:nvPr/>
            </p:nvSpPr>
            <p:spPr>
              <a:xfrm>
                <a:off x="4934225" y="1636350"/>
                <a:ext cx="140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0" extrusionOk="0">
                    <a:moveTo>
                      <a:pt x="287" y="0"/>
                    </a:moveTo>
                    <a:cubicBezTo>
                      <a:pt x="120" y="0"/>
                      <a:pt x="1" y="119"/>
                      <a:pt x="1" y="286"/>
                    </a:cubicBezTo>
                    <a:cubicBezTo>
                      <a:pt x="1" y="441"/>
                      <a:pt x="132" y="560"/>
                      <a:pt x="287" y="560"/>
                    </a:cubicBezTo>
                    <a:cubicBezTo>
                      <a:pt x="441" y="560"/>
                      <a:pt x="561" y="441"/>
                      <a:pt x="561" y="286"/>
                    </a:cubicBezTo>
                    <a:cubicBezTo>
                      <a:pt x="561" y="131"/>
                      <a:pt x="441" y="0"/>
                      <a:pt x="2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7" name="Google Shape;4167;p59"/>
              <p:cNvSpPr/>
              <p:nvPr/>
            </p:nvSpPr>
            <p:spPr>
              <a:xfrm>
                <a:off x="4957450" y="1636350"/>
                <a:ext cx="140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0" extrusionOk="0">
                    <a:moveTo>
                      <a:pt x="286" y="0"/>
                    </a:moveTo>
                    <a:cubicBezTo>
                      <a:pt x="132" y="0"/>
                      <a:pt x="1" y="119"/>
                      <a:pt x="1" y="286"/>
                    </a:cubicBezTo>
                    <a:cubicBezTo>
                      <a:pt x="1" y="441"/>
                      <a:pt x="132" y="560"/>
                      <a:pt x="286" y="560"/>
                    </a:cubicBezTo>
                    <a:cubicBezTo>
                      <a:pt x="441" y="560"/>
                      <a:pt x="560" y="441"/>
                      <a:pt x="560" y="286"/>
                    </a:cubicBezTo>
                    <a:cubicBezTo>
                      <a:pt x="560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8" name="Google Shape;4168;p59"/>
              <p:cNvSpPr/>
              <p:nvPr/>
            </p:nvSpPr>
            <p:spPr>
              <a:xfrm>
                <a:off x="4980675" y="1636350"/>
                <a:ext cx="143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72" h="560" extrusionOk="0">
                    <a:moveTo>
                      <a:pt x="286" y="0"/>
                    </a:moveTo>
                    <a:cubicBezTo>
                      <a:pt x="131" y="0"/>
                      <a:pt x="0" y="119"/>
                      <a:pt x="0" y="286"/>
                    </a:cubicBezTo>
                    <a:cubicBezTo>
                      <a:pt x="0" y="441"/>
                      <a:pt x="131" y="560"/>
                      <a:pt x="286" y="560"/>
                    </a:cubicBezTo>
                    <a:cubicBezTo>
                      <a:pt x="441" y="560"/>
                      <a:pt x="572" y="441"/>
                      <a:pt x="572" y="286"/>
                    </a:cubicBezTo>
                    <a:cubicBezTo>
                      <a:pt x="572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9" name="Google Shape;4169;p59"/>
              <p:cNvSpPr/>
              <p:nvPr/>
            </p:nvSpPr>
            <p:spPr>
              <a:xfrm>
                <a:off x="5104800" y="1522650"/>
                <a:ext cx="25925" cy="113125"/>
              </a:xfrm>
              <a:custGeom>
                <a:avLst/>
                <a:gdLst/>
                <a:ahLst/>
                <a:cxnLst/>
                <a:rect l="l" t="t" r="r" b="b"/>
                <a:pathLst>
                  <a:path w="1037" h="4525" extrusionOk="0">
                    <a:moveTo>
                      <a:pt x="512" y="0"/>
                    </a:moveTo>
                    <a:cubicBezTo>
                      <a:pt x="226" y="0"/>
                      <a:pt x="0" y="226"/>
                      <a:pt x="0" y="512"/>
                    </a:cubicBezTo>
                    <a:lnTo>
                      <a:pt x="0" y="4001"/>
                    </a:lnTo>
                    <a:cubicBezTo>
                      <a:pt x="0" y="4286"/>
                      <a:pt x="226" y="4524"/>
                      <a:pt x="512" y="4524"/>
                    </a:cubicBezTo>
                    <a:cubicBezTo>
                      <a:pt x="798" y="4524"/>
                      <a:pt x="1036" y="4286"/>
                      <a:pt x="1036" y="4001"/>
                    </a:cubicBezTo>
                    <a:lnTo>
                      <a:pt x="1036" y="512"/>
                    </a:lnTo>
                    <a:cubicBezTo>
                      <a:pt x="1036" y="226"/>
                      <a:pt x="798" y="0"/>
                      <a:pt x="5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0" name="Google Shape;4170;p59"/>
              <p:cNvSpPr/>
              <p:nvPr/>
            </p:nvSpPr>
            <p:spPr>
              <a:xfrm>
                <a:off x="5096750" y="1597950"/>
                <a:ext cx="42000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680" h="3025" extrusionOk="0">
                    <a:moveTo>
                      <a:pt x="834" y="0"/>
                    </a:moveTo>
                    <a:cubicBezTo>
                      <a:pt x="370" y="0"/>
                      <a:pt x="1" y="369"/>
                      <a:pt x="1" y="834"/>
                    </a:cubicBezTo>
                    <a:lnTo>
                      <a:pt x="1" y="2179"/>
                    </a:lnTo>
                    <a:cubicBezTo>
                      <a:pt x="1" y="2643"/>
                      <a:pt x="370" y="3024"/>
                      <a:pt x="834" y="3024"/>
                    </a:cubicBezTo>
                    <a:cubicBezTo>
                      <a:pt x="1299" y="3024"/>
                      <a:pt x="1680" y="2643"/>
                      <a:pt x="1680" y="2179"/>
                    </a:cubicBezTo>
                    <a:lnTo>
                      <a:pt x="1680" y="834"/>
                    </a:lnTo>
                    <a:cubicBezTo>
                      <a:pt x="1680" y="369"/>
                      <a:pt x="1299" y="0"/>
                      <a:pt x="83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1" name="Google Shape;4171;p59"/>
              <p:cNvSpPr/>
              <p:nvPr/>
            </p:nvSpPr>
            <p:spPr>
              <a:xfrm>
                <a:off x="5052700" y="1620275"/>
                <a:ext cx="130100" cy="106275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4251" extrusionOk="0">
                    <a:moveTo>
                      <a:pt x="989" y="0"/>
                    </a:moveTo>
                    <a:lnTo>
                      <a:pt x="1" y="1655"/>
                    </a:lnTo>
                    <a:lnTo>
                      <a:pt x="1" y="4251"/>
                    </a:lnTo>
                    <a:lnTo>
                      <a:pt x="5204" y="4251"/>
                    </a:lnTo>
                    <a:lnTo>
                      <a:pt x="5204" y="1655"/>
                    </a:lnTo>
                    <a:lnTo>
                      <a:pt x="420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2" name="Google Shape;4172;p59"/>
              <p:cNvSpPr/>
              <p:nvPr/>
            </p:nvSpPr>
            <p:spPr>
              <a:xfrm>
                <a:off x="5075325" y="1658975"/>
                <a:ext cx="84850" cy="67575"/>
              </a:xfrm>
              <a:custGeom>
                <a:avLst/>
                <a:gdLst/>
                <a:ahLst/>
                <a:cxnLst/>
                <a:rect l="l" t="t" r="r" b="b"/>
                <a:pathLst>
                  <a:path w="3394" h="2703" extrusionOk="0">
                    <a:moveTo>
                      <a:pt x="1691" y="0"/>
                    </a:moveTo>
                    <a:cubicBezTo>
                      <a:pt x="762" y="0"/>
                      <a:pt x="0" y="750"/>
                      <a:pt x="0" y="1691"/>
                    </a:cubicBezTo>
                    <a:lnTo>
                      <a:pt x="0" y="2703"/>
                    </a:lnTo>
                    <a:lnTo>
                      <a:pt x="3394" y="2703"/>
                    </a:lnTo>
                    <a:lnTo>
                      <a:pt x="3394" y="1691"/>
                    </a:lnTo>
                    <a:cubicBezTo>
                      <a:pt x="3394" y="750"/>
                      <a:pt x="2632" y="0"/>
                      <a:pt x="169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3" name="Google Shape;4173;p59"/>
              <p:cNvSpPr/>
              <p:nvPr/>
            </p:nvSpPr>
            <p:spPr>
              <a:xfrm>
                <a:off x="5052700" y="1707475"/>
                <a:ext cx="130100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763" extrusionOk="0">
                    <a:moveTo>
                      <a:pt x="1" y="1"/>
                    </a:moveTo>
                    <a:lnTo>
                      <a:pt x="1" y="763"/>
                    </a:lnTo>
                    <a:lnTo>
                      <a:pt x="5204" y="763"/>
                    </a:lnTo>
                    <a:lnTo>
                      <a:pt x="52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4" name="Google Shape;4174;p59"/>
              <p:cNvSpPr/>
              <p:nvPr/>
            </p:nvSpPr>
            <p:spPr>
              <a:xfrm>
                <a:off x="5075625" y="1636350"/>
                <a:ext cx="143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72" h="560" extrusionOk="0">
                    <a:moveTo>
                      <a:pt x="286" y="0"/>
                    </a:moveTo>
                    <a:cubicBezTo>
                      <a:pt x="131" y="0"/>
                      <a:pt x="0" y="119"/>
                      <a:pt x="0" y="286"/>
                    </a:cubicBezTo>
                    <a:cubicBezTo>
                      <a:pt x="0" y="441"/>
                      <a:pt x="131" y="560"/>
                      <a:pt x="286" y="560"/>
                    </a:cubicBezTo>
                    <a:cubicBezTo>
                      <a:pt x="441" y="560"/>
                      <a:pt x="572" y="441"/>
                      <a:pt x="572" y="286"/>
                    </a:cubicBezTo>
                    <a:cubicBezTo>
                      <a:pt x="572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5" name="Google Shape;4175;p59"/>
              <p:cNvSpPr/>
              <p:nvPr/>
            </p:nvSpPr>
            <p:spPr>
              <a:xfrm>
                <a:off x="5099125" y="1636350"/>
                <a:ext cx="140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0" extrusionOk="0">
                    <a:moveTo>
                      <a:pt x="275" y="0"/>
                    </a:moveTo>
                    <a:cubicBezTo>
                      <a:pt x="120" y="0"/>
                      <a:pt x="1" y="119"/>
                      <a:pt x="1" y="286"/>
                    </a:cubicBezTo>
                    <a:cubicBezTo>
                      <a:pt x="1" y="441"/>
                      <a:pt x="120" y="560"/>
                      <a:pt x="275" y="560"/>
                    </a:cubicBezTo>
                    <a:cubicBezTo>
                      <a:pt x="430" y="560"/>
                      <a:pt x="561" y="441"/>
                      <a:pt x="561" y="286"/>
                    </a:cubicBezTo>
                    <a:cubicBezTo>
                      <a:pt x="561" y="131"/>
                      <a:pt x="430" y="0"/>
                      <a:pt x="2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6" name="Google Shape;4176;p59"/>
              <p:cNvSpPr/>
              <p:nvPr/>
            </p:nvSpPr>
            <p:spPr>
              <a:xfrm>
                <a:off x="5122350" y="1636350"/>
                <a:ext cx="1402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0" extrusionOk="0">
                    <a:moveTo>
                      <a:pt x="275" y="0"/>
                    </a:moveTo>
                    <a:cubicBezTo>
                      <a:pt x="120" y="0"/>
                      <a:pt x="1" y="119"/>
                      <a:pt x="1" y="286"/>
                    </a:cubicBezTo>
                    <a:cubicBezTo>
                      <a:pt x="1" y="441"/>
                      <a:pt x="120" y="560"/>
                      <a:pt x="275" y="560"/>
                    </a:cubicBezTo>
                    <a:cubicBezTo>
                      <a:pt x="429" y="560"/>
                      <a:pt x="560" y="441"/>
                      <a:pt x="560" y="286"/>
                    </a:cubicBezTo>
                    <a:cubicBezTo>
                      <a:pt x="560" y="131"/>
                      <a:pt x="429" y="0"/>
                      <a:pt x="2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7" name="Google Shape;4177;p59"/>
              <p:cNvSpPr/>
              <p:nvPr/>
            </p:nvSpPr>
            <p:spPr>
              <a:xfrm>
                <a:off x="5145575" y="1636350"/>
                <a:ext cx="140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560" extrusionOk="0">
                    <a:moveTo>
                      <a:pt x="286" y="0"/>
                    </a:moveTo>
                    <a:cubicBezTo>
                      <a:pt x="119" y="0"/>
                      <a:pt x="0" y="119"/>
                      <a:pt x="0" y="286"/>
                    </a:cubicBezTo>
                    <a:cubicBezTo>
                      <a:pt x="0" y="441"/>
                      <a:pt x="131" y="560"/>
                      <a:pt x="286" y="560"/>
                    </a:cubicBezTo>
                    <a:cubicBezTo>
                      <a:pt x="441" y="560"/>
                      <a:pt x="560" y="441"/>
                      <a:pt x="560" y="286"/>
                    </a:cubicBezTo>
                    <a:cubicBezTo>
                      <a:pt x="560" y="131"/>
                      <a:pt x="441" y="0"/>
                      <a:pt x="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8" name="Google Shape;4178;p59"/>
              <p:cNvSpPr/>
              <p:nvPr/>
            </p:nvSpPr>
            <p:spPr>
              <a:xfrm>
                <a:off x="4891675" y="1203250"/>
                <a:ext cx="65200" cy="6522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609" extrusionOk="0">
                    <a:moveTo>
                      <a:pt x="1310" y="1"/>
                    </a:moveTo>
                    <a:cubicBezTo>
                      <a:pt x="584" y="1"/>
                      <a:pt x="0" y="584"/>
                      <a:pt x="0" y="1310"/>
                    </a:cubicBezTo>
                    <a:cubicBezTo>
                      <a:pt x="0" y="2025"/>
                      <a:pt x="584" y="2608"/>
                      <a:pt x="1310" y="2608"/>
                    </a:cubicBezTo>
                    <a:cubicBezTo>
                      <a:pt x="2024" y="2608"/>
                      <a:pt x="2608" y="2025"/>
                      <a:pt x="2608" y="1310"/>
                    </a:cubicBezTo>
                    <a:cubicBezTo>
                      <a:pt x="2608" y="584"/>
                      <a:pt x="2024" y="1"/>
                      <a:pt x="13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9" name="Google Shape;4179;p59"/>
              <p:cNvSpPr/>
              <p:nvPr/>
            </p:nvSpPr>
            <p:spPr>
              <a:xfrm>
                <a:off x="5113725" y="1203250"/>
                <a:ext cx="65200" cy="65225"/>
              </a:xfrm>
              <a:custGeom>
                <a:avLst/>
                <a:gdLst/>
                <a:ahLst/>
                <a:cxnLst/>
                <a:rect l="l" t="t" r="r" b="b"/>
                <a:pathLst>
                  <a:path w="2608" h="2609" extrusionOk="0">
                    <a:moveTo>
                      <a:pt x="1298" y="1"/>
                    </a:moveTo>
                    <a:cubicBezTo>
                      <a:pt x="584" y="1"/>
                      <a:pt x="0" y="584"/>
                      <a:pt x="0" y="1310"/>
                    </a:cubicBezTo>
                    <a:cubicBezTo>
                      <a:pt x="0" y="2025"/>
                      <a:pt x="584" y="2608"/>
                      <a:pt x="1298" y="2608"/>
                    </a:cubicBezTo>
                    <a:cubicBezTo>
                      <a:pt x="2024" y="2608"/>
                      <a:pt x="2608" y="2025"/>
                      <a:pt x="2608" y="1310"/>
                    </a:cubicBezTo>
                    <a:cubicBezTo>
                      <a:pt x="2608" y="584"/>
                      <a:pt x="2024" y="1"/>
                      <a:pt x="12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0" name="Google Shape;4180;p59"/>
              <p:cNvSpPr/>
              <p:nvPr/>
            </p:nvSpPr>
            <p:spPr>
              <a:xfrm>
                <a:off x="4812200" y="1514300"/>
                <a:ext cx="35750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30" h="1430" extrusionOk="0">
                    <a:moveTo>
                      <a:pt x="715" y="1"/>
                    </a:moveTo>
                    <a:cubicBezTo>
                      <a:pt x="322" y="1"/>
                      <a:pt x="0" y="322"/>
                      <a:pt x="0" y="715"/>
                    </a:cubicBezTo>
                    <a:cubicBezTo>
                      <a:pt x="0" y="1108"/>
                      <a:pt x="322" y="1429"/>
                      <a:pt x="715" y="1429"/>
                    </a:cubicBezTo>
                    <a:cubicBezTo>
                      <a:pt x="1108" y="1429"/>
                      <a:pt x="1429" y="1108"/>
                      <a:pt x="1429" y="715"/>
                    </a:cubicBezTo>
                    <a:cubicBezTo>
                      <a:pt x="1429" y="322"/>
                      <a:pt x="1108" y="1"/>
                      <a:pt x="7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1" name="Google Shape;4181;p59"/>
              <p:cNvSpPr/>
              <p:nvPr/>
            </p:nvSpPr>
            <p:spPr>
              <a:xfrm>
                <a:off x="4811600" y="1380950"/>
                <a:ext cx="135150" cy="135175"/>
              </a:xfrm>
              <a:custGeom>
                <a:avLst/>
                <a:gdLst/>
                <a:ahLst/>
                <a:cxnLst/>
                <a:rect l="l" t="t" r="r" b="b"/>
                <a:pathLst>
                  <a:path w="5406" h="5407" extrusionOk="0">
                    <a:moveTo>
                      <a:pt x="2227" y="1"/>
                    </a:moveTo>
                    <a:lnTo>
                      <a:pt x="1" y="2430"/>
                    </a:lnTo>
                    <a:lnTo>
                      <a:pt x="1" y="5406"/>
                    </a:lnTo>
                    <a:lnTo>
                      <a:pt x="1417" y="5406"/>
                    </a:lnTo>
                    <a:lnTo>
                      <a:pt x="1417" y="2977"/>
                    </a:lnTo>
                    <a:lnTo>
                      <a:pt x="2846" y="1418"/>
                    </a:lnTo>
                    <a:lnTo>
                      <a:pt x="5406" y="1418"/>
                    </a:lnTo>
                    <a:lnTo>
                      <a:pt x="540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2" name="Google Shape;4182;p59"/>
              <p:cNvSpPr/>
              <p:nvPr/>
            </p:nvSpPr>
            <p:spPr>
              <a:xfrm>
                <a:off x="4890175" y="1357450"/>
                <a:ext cx="81300" cy="81275"/>
              </a:xfrm>
              <a:custGeom>
                <a:avLst/>
                <a:gdLst/>
                <a:ahLst/>
                <a:cxnLst/>
                <a:rect l="l" t="t" r="r" b="b"/>
                <a:pathLst>
                  <a:path w="3252" h="3251" extrusionOk="0">
                    <a:moveTo>
                      <a:pt x="1632" y="0"/>
                    </a:moveTo>
                    <a:cubicBezTo>
                      <a:pt x="727" y="0"/>
                      <a:pt x="1" y="726"/>
                      <a:pt x="1" y="1619"/>
                    </a:cubicBezTo>
                    <a:cubicBezTo>
                      <a:pt x="1" y="2524"/>
                      <a:pt x="727" y="3250"/>
                      <a:pt x="1632" y="3250"/>
                    </a:cubicBezTo>
                    <a:cubicBezTo>
                      <a:pt x="2525" y="3250"/>
                      <a:pt x="3251" y="2524"/>
                      <a:pt x="3251" y="1619"/>
                    </a:cubicBezTo>
                    <a:cubicBezTo>
                      <a:pt x="3251" y="726"/>
                      <a:pt x="2525" y="0"/>
                      <a:pt x="16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3" name="Google Shape;4183;p59"/>
              <p:cNvSpPr/>
              <p:nvPr/>
            </p:nvSpPr>
            <p:spPr>
              <a:xfrm>
                <a:off x="4798200" y="1516100"/>
                <a:ext cx="6372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2549" h="763" extrusionOk="0">
                    <a:moveTo>
                      <a:pt x="382" y="0"/>
                    </a:moveTo>
                    <a:cubicBezTo>
                      <a:pt x="179" y="0"/>
                      <a:pt x="1" y="167"/>
                      <a:pt x="1" y="381"/>
                    </a:cubicBezTo>
                    <a:cubicBezTo>
                      <a:pt x="1" y="584"/>
                      <a:pt x="179" y="762"/>
                      <a:pt x="382" y="762"/>
                    </a:cubicBezTo>
                    <a:lnTo>
                      <a:pt x="2168" y="762"/>
                    </a:lnTo>
                    <a:cubicBezTo>
                      <a:pt x="2382" y="762"/>
                      <a:pt x="2549" y="584"/>
                      <a:pt x="2549" y="381"/>
                    </a:cubicBezTo>
                    <a:cubicBezTo>
                      <a:pt x="2549" y="167"/>
                      <a:pt x="2382" y="0"/>
                      <a:pt x="216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4" name="Google Shape;4184;p59"/>
              <p:cNvSpPr/>
              <p:nvPr/>
            </p:nvSpPr>
            <p:spPr>
              <a:xfrm>
                <a:off x="4779150" y="1546450"/>
                <a:ext cx="1021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4085" h="2049" extrusionOk="0">
                    <a:moveTo>
                      <a:pt x="2037" y="1"/>
                    </a:moveTo>
                    <a:cubicBezTo>
                      <a:pt x="918" y="1"/>
                      <a:pt x="1" y="917"/>
                      <a:pt x="1" y="2048"/>
                    </a:cubicBezTo>
                    <a:lnTo>
                      <a:pt x="1132" y="2048"/>
                    </a:lnTo>
                    <a:cubicBezTo>
                      <a:pt x="1132" y="1548"/>
                      <a:pt x="1537" y="1144"/>
                      <a:pt x="2037" y="1144"/>
                    </a:cubicBezTo>
                    <a:cubicBezTo>
                      <a:pt x="2537" y="1144"/>
                      <a:pt x="2954" y="1548"/>
                      <a:pt x="2954" y="2048"/>
                    </a:cubicBezTo>
                    <a:lnTo>
                      <a:pt x="4085" y="2048"/>
                    </a:lnTo>
                    <a:cubicBezTo>
                      <a:pt x="4085" y="917"/>
                      <a:pt x="3168" y="1"/>
                      <a:pt x="203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5" name="Google Shape;4185;p59"/>
              <p:cNvSpPr/>
              <p:nvPr/>
            </p:nvSpPr>
            <p:spPr>
              <a:xfrm>
                <a:off x="4910425" y="1377675"/>
                <a:ext cx="408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1632" extrusionOk="0">
                    <a:moveTo>
                      <a:pt x="822" y="1"/>
                    </a:moveTo>
                    <a:cubicBezTo>
                      <a:pt x="370" y="1"/>
                      <a:pt x="0" y="370"/>
                      <a:pt x="0" y="810"/>
                    </a:cubicBezTo>
                    <a:cubicBezTo>
                      <a:pt x="0" y="1263"/>
                      <a:pt x="370" y="1632"/>
                      <a:pt x="822" y="1632"/>
                    </a:cubicBezTo>
                    <a:cubicBezTo>
                      <a:pt x="1262" y="1632"/>
                      <a:pt x="1632" y="1263"/>
                      <a:pt x="1632" y="810"/>
                    </a:cubicBezTo>
                    <a:cubicBezTo>
                      <a:pt x="1632" y="370"/>
                      <a:pt x="1262" y="1"/>
                      <a:pt x="82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6" name="Google Shape;4186;p59"/>
              <p:cNvSpPr/>
              <p:nvPr/>
            </p:nvSpPr>
            <p:spPr>
              <a:xfrm>
                <a:off x="5222375" y="1514300"/>
                <a:ext cx="360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430" extrusionOk="0">
                    <a:moveTo>
                      <a:pt x="726" y="1"/>
                    </a:moveTo>
                    <a:cubicBezTo>
                      <a:pt x="322" y="1"/>
                      <a:pt x="0" y="322"/>
                      <a:pt x="0" y="715"/>
                    </a:cubicBezTo>
                    <a:cubicBezTo>
                      <a:pt x="0" y="1108"/>
                      <a:pt x="322" y="1429"/>
                      <a:pt x="726" y="1429"/>
                    </a:cubicBezTo>
                    <a:cubicBezTo>
                      <a:pt x="1119" y="1429"/>
                      <a:pt x="1441" y="1108"/>
                      <a:pt x="1441" y="715"/>
                    </a:cubicBezTo>
                    <a:cubicBezTo>
                      <a:pt x="1441" y="322"/>
                      <a:pt x="1119" y="1"/>
                      <a:pt x="7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7" name="Google Shape;4187;p59"/>
              <p:cNvSpPr/>
              <p:nvPr/>
            </p:nvSpPr>
            <p:spPr>
              <a:xfrm>
                <a:off x="5123850" y="1380950"/>
                <a:ext cx="135150" cy="135175"/>
              </a:xfrm>
              <a:custGeom>
                <a:avLst/>
                <a:gdLst/>
                <a:ahLst/>
                <a:cxnLst/>
                <a:rect l="l" t="t" r="r" b="b"/>
                <a:pathLst>
                  <a:path w="5406" h="5407" extrusionOk="0">
                    <a:moveTo>
                      <a:pt x="0" y="1"/>
                    </a:moveTo>
                    <a:lnTo>
                      <a:pt x="0" y="1418"/>
                    </a:lnTo>
                    <a:lnTo>
                      <a:pt x="2560" y="1418"/>
                    </a:lnTo>
                    <a:lnTo>
                      <a:pt x="3989" y="2977"/>
                    </a:lnTo>
                    <a:lnTo>
                      <a:pt x="3989" y="5406"/>
                    </a:lnTo>
                    <a:lnTo>
                      <a:pt x="5406" y="5406"/>
                    </a:lnTo>
                    <a:lnTo>
                      <a:pt x="5406" y="2430"/>
                    </a:lnTo>
                    <a:lnTo>
                      <a:pt x="317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8" name="Google Shape;4188;p59"/>
              <p:cNvSpPr/>
              <p:nvPr/>
            </p:nvSpPr>
            <p:spPr>
              <a:xfrm>
                <a:off x="5099125" y="1357450"/>
                <a:ext cx="81300" cy="81275"/>
              </a:xfrm>
              <a:custGeom>
                <a:avLst/>
                <a:gdLst/>
                <a:ahLst/>
                <a:cxnLst/>
                <a:rect l="l" t="t" r="r" b="b"/>
                <a:pathLst>
                  <a:path w="3252" h="3251" extrusionOk="0">
                    <a:moveTo>
                      <a:pt x="1620" y="0"/>
                    </a:moveTo>
                    <a:cubicBezTo>
                      <a:pt x="727" y="0"/>
                      <a:pt x="1" y="726"/>
                      <a:pt x="1" y="1619"/>
                    </a:cubicBezTo>
                    <a:cubicBezTo>
                      <a:pt x="1" y="2524"/>
                      <a:pt x="727" y="3250"/>
                      <a:pt x="1620" y="3250"/>
                    </a:cubicBezTo>
                    <a:cubicBezTo>
                      <a:pt x="2525" y="3250"/>
                      <a:pt x="3251" y="2524"/>
                      <a:pt x="3251" y="1619"/>
                    </a:cubicBezTo>
                    <a:cubicBezTo>
                      <a:pt x="3251" y="726"/>
                      <a:pt x="2525" y="0"/>
                      <a:pt x="16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9" name="Google Shape;4189;p59"/>
              <p:cNvSpPr/>
              <p:nvPr/>
            </p:nvSpPr>
            <p:spPr>
              <a:xfrm>
                <a:off x="5208675" y="1516100"/>
                <a:ext cx="63725" cy="19075"/>
              </a:xfrm>
              <a:custGeom>
                <a:avLst/>
                <a:gdLst/>
                <a:ahLst/>
                <a:cxnLst/>
                <a:rect l="l" t="t" r="r" b="b"/>
                <a:pathLst>
                  <a:path w="2549" h="763" extrusionOk="0">
                    <a:moveTo>
                      <a:pt x="381" y="0"/>
                    </a:moveTo>
                    <a:cubicBezTo>
                      <a:pt x="167" y="0"/>
                      <a:pt x="0" y="167"/>
                      <a:pt x="0" y="381"/>
                    </a:cubicBezTo>
                    <a:cubicBezTo>
                      <a:pt x="0" y="584"/>
                      <a:pt x="167" y="762"/>
                      <a:pt x="381" y="762"/>
                    </a:cubicBezTo>
                    <a:lnTo>
                      <a:pt x="2167" y="762"/>
                    </a:lnTo>
                    <a:cubicBezTo>
                      <a:pt x="2382" y="762"/>
                      <a:pt x="2548" y="584"/>
                      <a:pt x="2548" y="381"/>
                    </a:cubicBezTo>
                    <a:cubicBezTo>
                      <a:pt x="2548" y="167"/>
                      <a:pt x="2382" y="0"/>
                      <a:pt x="216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0" name="Google Shape;4190;p59"/>
              <p:cNvSpPr/>
              <p:nvPr/>
            </p:nvSpPr>
            <p:spPr>
              <a:xfrm>
                <a:off x="5189325" y="1546450"/>
                <a:ext cx="1021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4085" h="2049" extrusionOk="0">
                    <a:moveTo>
                      <a:pt x="2048" y="1"/>
                    </a:moveTo>
                    <a:cubicBezTo>
                      <a:pt x="917" y="1"/>
                      <a:pt x="1" y="917"/>
                      <a:pt x="1" y="2048"/>
                    </a:cubicBezTo>
                    <a:lnTo>
                      <a:pt x="1132" y="2048"/>
                    </a:lnTo>
                    <a:cubicBezTo>
                      <a:pt x="1132" y="1548"/>
                      <a:pt x="1548" y="1144"/>
                      <a:pt x="2048" y="1144"/>
                    </a:cubicBezTo>
                    <a:cubicBezTo>
                      <a:pt x="2549" y="1144"/>
                      <a:pt x="2953" y="1548"/>
                      <a:pt x="2953" y="2048"/>
                    </a:cubicBezTo>
                    <a:lnTo>
                      <a:pt x="4084" y="2048"/>
                    </a:lnTo>
                    <a:cubicBezTo>
                      <a:pt x="4084" y="917"/>
                      <a:pt x="3168" y="1"/>
                      <a:pt x="204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1" name="Google Shape;4191;p59"/>
              <p:cNvSpPr/>
              <p:nvPr/>
            </p:nvSpPr>
            <p:spPr>
              <a:xfrm>
                <a:off x="5119375" y="1377675"/>
                <a:ext cx="40800" cy="40800"/>
              </a:xfrm>
              <a:custGeom>
                <a:avLst/>
                <a:gdLst/>
                <a:ahLst/>
                <a:cxnLst/>
                <a:rect l="l" t="t" r="r" b="b"/>
                <a:pathLst>
                  <a:path w="1632" h="1632" extrusionOk="0">
                    <a:moveTo>
                      <a:pt x="810" y="1"/>
                    </a:moveTo>
                    <a:cubicBezTo>
                      <a:pt x="370" y="1"/>
                      <a:pt x="1" y="370"/>
                      <a:pt x="1" y="810"/>
                    </a:cubicBezTo>
                    <a:cubicBezTo>
                      <a:pt x="1" y="1263"/>
                      <a:pt x="370" y="1632"/>
                      <a:pt x="810" y="1632"/>
                    </a:cubicBezTo>
                    <a:cubicBezTo>
                      <a:pt x="1263" y="1632"/>
                      <a:pt x="1632" y="1263"/>
                      <a:pt x="1632" y="810"/>
                    </a:cubicBezTo>
                    <a:cubicBezTo>
                      <a:pt x="1632" y="370"/>
                      <a:pt x="1263" y="1"/>
                      <a:pt x="8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2" name="Google Shape;4192;p59"/>
              <p:cNvSpPr/>
              <p:nvPr/>
            </p:nvSpPr>
            <p:spPr>
              <a:xfrm>
                <a:off x="4905375" y="1324700"/>
                <a:ext cx="259875" cy="237850"/>
              </a:xfrm>
              <a:custGeom>
                <a:avLst/>
                <a:gdLst/>
                <a:ahLst/>
                <a:cxnLst/>
                <a:rect l="l" t="t" r="r" b="b"/>
                <a:pathLst>
                  <a:path w="10395" h="9514" extrusionOk="0">
                    <a:moveTo>
                      <a:pt x="1453" y="0"/>
                    </a:moveTo>
                    <a:lnTo>
                      <a:pt x="0" y="9513"/>
                    </a:lnTo>
                    <a:lnTo>
                      <a:pt x="10394" y="9513"/>
                    </a:lnTo>
                    <a:lnTo>
                      <a:pt x="89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3" name="Google Shape;4193;p59"/>
              <p:cNvSpPr/>
              <p:nvPr/>
            </p:nvSpPr>
            <p:spPr>
              <a:xfrm>
                <a:off x="4970250" y="1278850"/>
                <a:ext cx="130100" cy="124150"/>
              </a:xfrm>
              <a:custGeom>
                <a:avLst/>
                <a:gdLst/>
                <a:ahLst/>
                <a:cxnLst/>
                <a:rect l="l" t="t" r="r" b="b"/>
                <a:pathLst>
                  <a:path w="5204" h="4966" extrusionOk="0">
                    <a:moveTo>
                      <a:pt x="596" y="1"/>
                    </a:moveTo>
                    <a:cubicBezTo>
                      <a:pt x="263" y="1"/>
                      <a:pt x="1" y="275"/>
                      <a:pt x="1" y="596"/>
                    </a:cubicBezTo>
                    <a:lnTo>
                      <a:pt x="1" y="4370"/>
                    </a:lnTo>
                    <a:cubicBezTo>
                      <a:pt x="1" y="4704"/>
                      <a:pt x="263" y="4966"/>
                      <a:pt x="596" y="4966"/>
                    </a:cubicBezTo>
                    <a:lnTo>
                      <a:pt x="4608" y="4966"/>
                    </a:lnTo>
                    <a:cubicBezTo>
                      <a:pt x="4942" y="4966"/>
                      <a:pt x="5204" y="4704"/>
                      <a:pt x="5204" y="4370"/>
                    </a:cubicBezTo>
                    <a:lnTo>
                      <a:pt x="5204" y="596"/>
                    </a:lnTo>
                    <a:cubicBezTo>
                      <a:pt x="5204" y="275"/>
                      <a:pt x="4942" y="1"/>
                      <a:pt x="46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4" name="Google Shape;4194;p59"/>
              <p:cNvSpPr/>
              <p:nvPr/>
            </p:nvSpPr>
            <p:spPr>
              <a:xfrm>
                <a:off x="4905375" y="1516975"/>
                <a:ext cx="259875" cy="45575"/>
              </a:xfrm>
              <a:custGeom>
                <a:avLst/>
                <a:gdLst/>
                <a:ahLst/>
                <a:cxnLst/>
                <a:rect l="l" t="t" r="r" b="b"/>
                <a:pathLst>
                  <a:path w="10395" h="1823" extrusionOk="0">
                    <a:moveTo>
                      <a:pt x="286" y="1"/>
                    </a:moveTo>
                    <a:lnTo>
                      <a:pt x="0" y="1822"/>
                    </a:lnTo>
                    <a:lnTo>
                      <a:pt x="10394" y="1822"/>
                    </a:lnTo>
                    <a:lnTo>
                      <a:pt x="1010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5" name="Google Shape;4195;p59"/>
              <p:cNvSpPr/>
              <p:nvPr/>
            </p:nvSpPr>
            <p:spPr>
              <a:xfrm>
                <a:off x="4924425" y="1079725"/>
                <a:ext cx="221775" cy="229225"/>
              </a:xfrm>
              <a:custGeom>
                <a:avLst/>
                <a:gdLst/>
                <a:ahLst/>
                <a:cxnLst/>
                <a:rect l="l" t="t" r="r" b="b"/>
                <a:pathLst>
                  <a:path w="8871" h="9169" extrusionOk="0">
                    <a:moveTo>
                      <a:pt x="4441" y="1"/>
                    </a:moveTo>
                    <a:cubicBezTo>
                      <a:pt x="1988" y="1"/>
                      <a:pt x="0" y="1989"/>
                      <a:pt x="0" y="4442"/>
                    </a:cubicBezTo>
                    <a:lnTo>
                      <a:pt x="0" y="9168"/>
                    </a:lnTo>
                    <a:lnTo>
                      <a:pt x="8870" y="9168"/>
                    </a:lnTo>
                    <a:lnTo>
                      <a:pt x="8870" y="4442"/>
                    </a:lnTo>
                    <a:cubicBezTo>
                      <a:pt x="8870" y="1989"/>
                      <a:pt x="6882" y="1"/>
                      <a:pt x="44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6" name="Google Shape;4196;p59"/>
              <p:cNvSpPr/>
              <p:nvPr/>
            </p:nvSpPr>
            <p:spPr>
              <a:xfrm>
                <a:off x="4958350" y="1113350"/>
                <a:ext cx="153900" cy="195600"/>
              </a:xfrm>
              <a:custGeom>
                <a:avLst/>
                <a:gdLst/>
                <a:ahLst/>
                <a:cxnLst/>
                <a:rect l="l" t="t" r="r" b="b"/>
                <a:pathLst>
                  <a:path w="6156" h="7824" extrusionOk="0">
                    <a:moveTo>
                      <a:pt x="3084" y="1"/>
                    </a:moveTo>
                    <a:cubicBezTo>
                      <a:pt x="1381" y="1"/>
                      <a:pt x="0" y="1370"/>
                      <a:pt x="0" y="3073"/>
                    </a:cubicBezTo>
                    <a:lnTo>
                      <a:pt x="0" y="7823"/>
                    </a:lnTo>
                    <a:lnTo>
                      <a:pt x="6156" y="7823"/>
                    </a:lnTo>
                    <a:lnTo>
                      <a:pt x="6156" y="3073"/>
                    </a:lnTo>
                    <a:cubicBezTo>
                      <a:pt x="6156" y="1370"/>
                      <a:pt x="4775" y="1"/>
                      <a:pt x="308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7" name="Google Shape;4197;p59"/>
              <p:cNvSpPr/>
              <p:nvPr/>
            </p:nvSpPr>
            <p:spPr>
              <a:xfrm>
                <a:off x="4977700" y="1223500"/>
                <a:ext cx="247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89" extrusionOk="0">
                    <a:moveTo>
                      <a:pt x="500" y="0"/>
                    </a:moveTo>
                    <a:cubicBezTo>
                      <a:pt x="226" y="0"/>
                      <a:pt x="0" y="227"/>
                      <a:pt x="0" y="500"/>
                    </a:cubicBezTo>
                    <a:cubicBezTo>
                      <a:pt x="0" y="774"/>
                      <a:pt x="226" y="988"/>
                      <a:pt x="500" y="988"/>
                    </a:cubicBezTo>
                    <a:cubicBezTo>
                      <a:pt x="774" y="988"/>
                      <a:pt x="988" y="774"/>
                      <a:pt x="988" y="500"/>
                    </a:cubicBezTo>
                    <a:cubicBezTo>
                      <a:pt x="988" y="227"/>
                      <a:pt x="774" y="0"/>
                      <a:pt x="5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8" name="Google Shape;4198;p59"/>
              <p:cNvSpPr/>
              <p:nvPr/>
            </p:nvSpPr>
            <p:spPr>
              <a:xfrm>
                <a:off x="5068175" y="1223500"/>
                <a:ext cx="247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89" h="989" extrusionOk="0">
                    <a:moveTo>
                      <a:pt x="489" y="0"/>
                    </a:moveTo>
                    <a:cubicBezTo>
                      <a:pt x="215" y="0"/>
                      <a:pt x="1" y="227"/>
                      <a:pt x="1" y="500"/>
                    </a:cubicBezTo>
                    <a:cubicBezTo>
                      <a:pt x="1" y="774"/>
                      <a:pt x="215" y="988"/>
                      <a:pt x="489" y="988"/>
                    </a:cubicBezTo>
                    <a:cubicBezTo>
                      <a:pt x="763" y="988"/>
                      <a:pt x="989" y="774"/>
                      <a:pt x="989" y="500"/>
                    </a:cubicBezTo>
                    <a:cubicBezTo>
                      <a:pt x="989" y="227"/>
                      <a:pt x="763" y="0"/>
                      <a:pt x="48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9" name="Google Shape;4199;p59"/>
              <p:cNvSpPr/>
              <p:nvPr/>
            </p:nvSpPr>
            <p:spPr>
              <a:xfrm>
                <a:off x="4977700" y="1270525"/>
                <a:ext cx="115200" cy="18175"/>
              </a:xfrm>
              <a:custGeom>
                <a:avLst/>
                <a:gdLst/>
                <a:ahLst/>
                <a:cxnLst/>
                <a:rect l="l" t="t" r="r" b="b"/>
                <a:pathLst>
                  <a:path w="4608" h="727" extrusionOk="0">
                    <a:moveTo>
                      <a:pt x="369" y="0"/>
                    </a:moveTo>
                    <a:cubicBezTo>
                      <a:pt x="167" y="0"/>
                      <a:pt x="0" y="155"/>
                      <a:pt x="0" y="358"/>
                    </a:cubicBezTo>
                    <a:cubicBezTo>
                      <a:pt x="0" y="560"/>
                      <a:pt x="167" y="727"/>
                      <a:pt x="369" y="727"/>
                    </a:cubicBezTo>
                    <a:lnTo>
                      <a:pt x="4239" y="727"/>
                    </a:lnTo>
                    <a:cubicBezTo>
                      <a:pt x="4441" y="727"/>
                      <a:pt x="4608" y="560"/>
                      <a:pt x="4608" y="358"/>
                    </a:cubicBezTo>
                    <a:cubicBezTo>
                      <a:pt x="4608" y="155"/>
                      <a:pt x="4441" y="0"/>
                      <a:pt x="42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0" name="Google Shape;4200;p59"/>
              <p:cNvSpPr/>
              <p:nvPr/>
            </p:nvSpPr>
            <p:spPr>
              <a:xfrm>
                <a:off x="4889000" y="1308025"/>
                <a:ext cx="29260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11704" h="1347" extrusionOk="0">
                    <a:moveTo>
                      <a:pt x="667" y="1"/>
                    </a:moveTo>
                    <a:cubicBezTo>
                      <a:pt x="298" y="1"/>
                      <a:pt x="0" y="298"/>
                      <a:pt x="0" y="667"/>
                    </a:cubicBezTo>
                    <a:cubicBezTo>
                      <a:pt x="0" y="1036"/>
                      <a:pt x="298" y="1346"/>
                      <a:pt x="667" y="1346"/>
                    </a:cubicBezTo>
                    <a:lnTo>
                      <a:pt x="11037" y="1346"/>
                    </a:lnTo>
                    <a:cubicBezTo>
                      <a:pt x="11406" y="1346"/>
                      <a:pt x="11704" y="1036"/>
                      <a:pt x="11704" y="667"/>
                    </a:cubicBezTo>
                    <a:cubicBezTo>
                      <a:pt x="11704" y="298"/>
                      <a:pt x="11406" y="1"/>
                      <a:pt x="1103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1" name="Google Shape;4201;p59"/>
              <p:cNvSpPr/>
              <p:nvPr/>
            </p:nvSpPr>
            <p:spPr>
              <a:xfrm>
                <a:off x="4930375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50" y="1"/>
                    </a:moveTo>
                    <a:cubicBezTo>
                      <a:pt x="119" y="1"/>
                      <a:pt x="0" y="108"/>
                      <a:pt x="0" y="251"/>
                    </a:cubicBezTo>
                    <a:cubicBezTo>
                      <a:pt x="0" y="394"/>
                      <a:pt x="119" y="513"/>
                      <a:pt x="250" y="513"/>
                    </a:cubicBezTo>
                    <a:cubicBezTo>
                      <a:pt x="393" y="513"/>
                      <a:pt x="512" y="394"/>
                      <a:pt x="512" y="251"/>
                    </a:cubicBezTo>
                    <a:cubicBezTo>
                      <a:pt x="512" y="108"/>
                      <a:pt x="393" y="1"/>
                      <a:pt x="2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2" name="Google Shape;4202;p59"/>
              <p:cNvSpPr/>
              <p:nvPr/>
            </p:nvSpPr>
            <p:spPr>
              <a:xfrm>
                <a:off x="4955075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70" y="0"/>
                    </a:moveTo>
                    <a:cubicBezTo>
                      <a:pt x="264" y="0"/>
                      <a:pt x="257" y="0"/>
                      <a:pt x="250" y="1"/>
                    </a:cubicBezTo>
                    <a:cubicBezTo>
                      <a:pt x="108" y="1"/>
                      <a:pt x="0" y="108"/>
                      <a:pt x="0" y="251"/>
                    </a:cubicBezTo>
                    <a:cubicBezTo>
                      <a:pt x="0" y="394"/>
                      <a:pt x="108" y="513"/>
                      <a:pt x="250" y="513"/>
                    </a:cubicBezTo>
                    <a:cubicBezTo>
                      <a:pt x="393" y="513"/>
                      <a:pt x="512" y="394"/>
                      <a:pt x="512" y="251"/>
                    </a:cubicBezTo>
                    <a:cubicBezTo>
                      <a:pt x="512" y="115"/>
                      <a:pt x="404" y="0"/>
                      <a:pt x="2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3" name="Google Shape;4203;p59"/>
              <p:cNvSpPr/>
              <p:nvPr/>
            </p:nvSpPr>
            <p:spPr>
              <a:xfrm>
                <a:off x="4979475" y="1418450"/>
                <a:ext cx="131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513" extrusionOk="0">
                    <a:moveTo>
                      <a:pt x="282" y="0"/>
                    </a:moveTo>
                    <a:cubicBezTo>
                      <a:pt x="276" y="0"/>
                      <a:pt x="269" y="0"/>
                      <a:pt x="263" y="1"/>
                    </a:cubicBezTo>
                    <a:cubicBezTo>
                      <a:pt x="120" y="1"/>
                      <a:pt x="1" y="108"/>
                      <a:pt x="1" y="251"/>
                    </a:cubicBezTo>
                    <a:cubicBezTo>
                      <a:pt x="1" y="394"/>
                      <a:pt x="120" y="513"/>
                      <a:pt x="263" y="513"/>
                    </a:cubicBezTo>
                    <a:cubicBezTo>
                      <a:pt x="405" y="513"/>
                      <a:pt x="525" y="394"/>
                      <a:pt x="525" y="251"/>
                    </a:cubicBezTo>
                    <a:cubicBezTo>
                      <a:pt x="525" y="115"/>
                      <a:pt x="416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4" name="Google Shape;4204;p59"/>
              <p:cNvSpPr/>
              <p:nvPr/>
            </p:nvSpPr>
            <p:spPr>
              <a:xfrm>
                <a:off x="5004175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82" y="0"/>
                    </a:moveTo>
                    <a:cubicBezTo>
                      <a:pt x="276" y="0"/>
                      <a:pt x="269" y="0"/>
                      <a:pt x="263" y="1"/>
                    </a:cubicBezTo>
                    <a:cubicBezTo>
                      <a:pt x="120" y="1"/>
                      <a:pt x="1" y="108"/>
                      <a:pt x="1" y="251"/>
                    </a:cubicBezTo>
                    <a:cubicBezTo>
                      <a:pt x="1" y="394"/>
                      <a:pt x="120" y="513"/>
                      <a:pt x="263" y="513"/>
                    </a:cubicBezTo>
                    <a:cubicBezTo>
                      <a:pt x="406" y="513"/>
                      <a:pt x="513" y="394"/>
                      <a:pt x="513" y="251"/>
                    </a:cubicBezTo>
                    <a:cubicBezTo>
                      <a:pt x="513" y="115"/>
                      <a:pt x="415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5" name="Google Shape;4205;p59"/>
              <p:cNvSpPr/>
              <p:nvPr/>
            </p:nvSpPr>
            <p:spPr>
              <a:xfrm>
                <a:off x="5028900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62" y="1"/>
                    </a:moveTo>
                    <a:cubicBezTo>
                      <a:pt x="119" y="1"/>
                      <a:pt x="0" y="108"/>
                      <a:pt x="0" y="251"/>
                    </a:cubicBezTo>
                    <a:cubicBezTo>
                      <a:pt x="0" y="394"/>
                      <a:pt x="119" y="513"/>
                      <a:pt x="262" y="513"/>
                    </a:cubicBezTo>
                    <a:cubicBezTo>
                      <a:pt x="393" y="513"/>
                      <a:pt x="512" y="394"/>
                      <a:pt x="512" y="251"/>
                    </a:cubicBezTo>
                    <a:cubicBezTo>
                      <a:pt x="512" y="108"/>
                      <a:pt x="393" y="1"/>
                      <a:pt x="2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6" name="Google Shape;4206;p59"/>
              <p:cNvSpPr/>
              <p:nvPr/>
            </p:nvSpPr>
            <p:spPr>
              <a:xfrm>
                <a:off x="5053600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50" y="1"/>
                    </a:moveTo>
                    <a:cubicBezTo>
                      <a:pt x="107" y="1"/>
                      <a:pt x="0" y="108"/>
                      <a:pt x="0" y="251"/>
                    </a:cubicBezTo>
                    <a:cubicBezTo>
                      <a:pt x="0" y="394"/>
                      <a:pt x="107" y="513"/>
                      <a:pt x="250" y="513"/>
                    </a:cubicBezTo>
                    <a:cubicBezTo>
                      <a:pt x="393" y="513"/>
                      <a:pt x="512" y="394"/>
                      <a:pt x="512" y="251"/>
                    </a:cubicBezTo>
                    <a:cubicBezTo>
                      <a:pt x="512" y="108"/>
                      <a:pt x="393" y="1"/>
                      <a:pt x="2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7" name="Google Shape;4207;p59"/>
              <p:cNvSpPr/>
              <p:nvPr/>
            </p:nvSpPr>
            <p:spPr>
              <a:xfrm>
                <a:off x="5078000" y="1418450"/>
                <a:ext cx="131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513" extrusionOk="0">
                    <a:moveTo>
                      <a:pt x="282" y="0"/>
                    </a:moveTo>
                    <a:cubicBezTo>
                      <a:pt x="276" y="0"/>
                      <a:pt x="269" y="0"/>
                      <a:pt x="263" y="1"/>
                    </a:cubicBezTo>
                    <a:cubicBezTo>
                      <a:pt x="120" y="1"/>
                      <a:pt x="1" y="108"/>
                      <a:pt x="1" y="251"/>
                    </a:cubicBezTo>
                    <a:cubicBezTo>
                      <a:pt x="1" y="394"/>
                      <a:pt x="120" y="513"/>
                      <a:pt x="263" y="513"/>
                    </a:cubicBezTo>
                    <a:cubicBezTo>
                      <a:pt x="405" y="513"/>
                      <a:pt x="525" y="394"/>
                      <a:pt x="525" y="251"/>
                    </a:cubicBezTo>
                    <a:cubicBezTo>
                      <a:pt x="525" y="115"/>
                      <a:pt x="416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8" name="Google Shape;4208;p59"/>
              <p:cNvSpPr/>
              <p:nvPr/>
            </p:nvSpPr>
            <p:spPr>
              <a:xfrm>
                <a:off x="5102700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82" y="0"/>
                    </a:moveTo>
                    <a:cubicBezTo>
                      <a:pt x="276" y="0"/>
                      <a:pt x="269" y="0"/>
                      <a:pt x="263" y="1"/>
                    </a:cubicBezTo>
                    <a:cubicBezTo>
                      <a:pt x="120" y="1"/>
                      <a:pt x="1" y="108"/>
                      <a:pt x="1" y="251"/>
                    </a:cubicBezTo>
                    <a:cubicBezTo>
                      <a:pt x="1" y="394"/>
                      <a:pt x="120" y="513"/>
                      <a:pt x="263" y="513"/>
                    </a:cubicBezTo>
                    <a:cubicBezTo>
                      <a:pt x="406" y="513"/>
                      <a:pt x="513" y="394"/>
                      <a:pt x="513" y="251"/>
                    </a:cubicBezTo>
                    <a:cubicBezTo>
                      <a:pt x="513" y="115"/>
                      <a:pt x="415" y="0"/>
                      <a:pt x="2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9" name="Google Shape;4209;p59"/>
              <p:cNvSpPr/>
              <p:nvPr/>
            </p:nvSpPr>
            <p:spPr>
              <a:xfrm>
                <a:off x="5127425" y="1418450"/>
                <a:ext cx="128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13" h="513" extrusionOk="0">
                    <a:moveTo>
                      <a:pt x="280" y="0"/>
                    </a:moveTo>
                    <a:cubicBezTo>
                      <a:pt x="274" y="0"/>
                      <a:pt x="268" y="0"/>
                      <a:pt x="262" y="1"/>
                    </a:cubicBezTo>
                    <a:cubicBezTo>
                      <a:pt x="119" y="1"/>
                      <a:pt x="0" y="108"/>
                      <a:pt x="0" y="251"/>
                    </a:cubicBezTo>
                    <a:cubicBezTo>
                      <a:pt x="0" y="394"/>
                      <a:pt x="119" y="513"/>
                      <a:pt x="262" y="513"/>
                    </a:cubicBezTo>
                    <a:cubicBezTo>
                      <a:pt x="393" y="513"/>
                      <a:pt x="512" y="394"/>
                      <a:pt x="512" y="251"/>
                    </a:cubicBezTo>
                    <a:cubicBezTo>
                      <a:pt x="512" y="115"/>
                      <a:pt x="404" y="0"/>
                      <a:pt x="2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0" name="Google Shape;4210;p59"/>
              <p:cNvSpPr/>
              <p:nvPr/>
            </p:nvSpPr>
            <p:spPr>
              <a:xfrm>
                <a:off x="4916075" y="1478575"/>
                <a:ext cx="238450" cy="13425"/>
              </a:xfrm>
              <a:custGeom>
                <a:avLst/>
                <a:gdLst/>
                <a:ahLst/>
                <a:cxnLst/>
                <a:rect l="l" t="t" r="r" b="b"/>
                <a:pathLst>
                  <a:path w="9538" h="537" extrusionOk="0">
                    <a:moveTo>
                      <a:pt x="84" y="1"/>
                    </a:moveTo>
                    <a:lnTo>
                      <a:pt x="1" y="537"/>
                    </a:lnTo>
                    <a:lnTo>
                      <a:pt x="9538" y="537"/>
                    </a:lnTo>
                    <a:lnTo>
                      <a:pt x="94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211" name="Google Shape;4211;p59"/>
          <p:cNvGrpSpPr/>
          <p:nvPr/>
        </p:nvGrpSpPr>
        <p:grpSpPr>
          <a:xfrm>
            <a:off x="1007807" y="36870"/>
            <a:ext cx="1374874" cy="2436434"/>
            <a:chOff x="2225575" y="3305850"/>
            <a:chExt cx="380125" cy="673625"/>
          </a:xfrm>
        </p:grpSpPr>
        <p:sp>
          <p:nvSpPr>
            <p:cNvPr id="4212" name="Google Shape;4212;p59"/>
            <p:cNvSpPr/>
            <p:nvPr/>
          </p:nvSpPr>
          <p:spPr>
            <a:xfrm>
              <a:off x="2225850" y="3306013"/>
              <a:ext cx="379850" cy="673300"/>
            </a:xfrm>
            <a:custGeom>
              <a:avLst/>
              <a:gdLst/>
              <a:ahLst/>
              <a:cxnLst/>
              <a:rect l="l" t="t" r="r" b="b"/>
              <a:pathLst>
                <a:path w="15194" h="26932" extrusionOk="0">
                  <a:moveTo>
                    <a:pt x="8978" y="16395"/>
                  </a:moveTo>
                  <a:lnTo>
                    <a:pt x="8978" y="17097"/>
                  </a:lnTo>
                  <a:lnTo>
                    <a:pt x="8835" y="17097"/>
                  </a:lnTo>
                  <a:cubicBezTo>
                    <a:pt x="8573" y="17097"/>
                    <a:pt x="8359" y="17312"/>
                    <a:pt x="8359" y="17574"/>
                  </a:cubicBezTo>
                  <a:lnTo>
                    <a:pt x="8359" y="17967"/>
                  </a:lnTo>
                  <a:lnTo>
                    <a:pt x="8252" y="17967"/>
                  </a:lnTo>
                  <a:cubicBezTo>
                    <a:pt x="8121" y="17967"/>
                    <a:pt x="8002" y="18074"/>
                    <a:pt x="8002" y="18217"/>
                  </a:cubicBezTo>
                  <a:cubicBezTo>
                    <a:pt x="8002" y="18348"/>
                    <a:pt x="8121" y="18467"/>
                    <a:pt x="8252" y="18467"/>
                  </a:cubicBezTo>
                  <a:lnTo>
                    <a:pt x="8359" y="18467"/>
                  </a:lnTo>
                  <a:lnTo>
                    <a:pt x="8359" y="21634"/>
                  </a:lnTo>
                  <a:lnTo>
                    <a:pt x="8252" y="21634"/>
                  </a:lnTo>
                  <a:cubicBezTo>
                    <a:pt x="8121" y="21634"/>
                    <a:pt x="8002" y="21741"/>
                    <a:pt x="8002" y="21884"/>
                  </a:cubicBezTo>
                  <a:cubicBezTo>
                    <a:pt x="8002" y="22015"/>
                    <a:pt x="8121" y="22134"/>
                    <a:pt x="8252" y="22134"/>
                  </a:cubicBezTo>
                  <a:lnTo>
                    <a:pt x="8359" y="22134"/>
                  </a:lnTo>
                  <a:lnTo>
                    <a:pt x="8359" y="22527"/>
                  </a:lnTo>
                  <a:cubicBezTo>
                    <a:pt x="8359" y="22789"/>
                    <a:pt x="8573" y="22991"/>
                    <a:pt x="8835" y="22991"/>
                  </a:cubicBezTo>
                  <a:lnTo>
                    <a:pt x="8966" y="22991"/>
                  </a:lnTo>
                  <a:lnTo>
                    <a:pt x="8966" y="24086"/>
                  </a:lnTo>
                  <a:cubicBezTo>
                    <a:pt x="8966" y="24086"/>
                    <a:pt x="8978" y="24098"/>
                    <a:pt x="8978" y="24098"/>
                  </a:cubicBezTo>
                  <a:lnTo>
                    <a:pt x="6216" y="24098"/>
                  </a:lnTo>
                  <a:cubicBezTo>
                    <a:pt x="6216" y="24098"/>
                    <a:pt x="6216" y="24086"/>
                    <a:pt x="6216" y="24086"/>
                  </a:cubicBezTo>
                  <a:lnTo>
                    <a:pt x="6216" y="22991"/>
                  </a:lnTo>
                  <a:lnTo>
                    <a:pt x="6359" y="22991"/>
                  </a:lnTo>
                  <a:cubicBezTo>
                    <a:pt x="6621" y="22991"/>
                    <a:pt x="6835" y="22789"/>
                    <a:pt x="6835" y="22527"/>
                  </a:cubicBezTo>
                  <a:lnTo>
                    <a:pt x="6835" y="22134"/>
                  </a:lnTo>
                  <a:lnTo>
                    <a:pt x="6930" y="22134"/>
                  </a:lnTo>
                  <a:cubicBezTo>
                    <a:pt x="7073" y="22134"/>
                    <a:pt x="7180" y="22015"/>
                    <a:pt x="7180" y="21884"/>
                  </a:cubicBezTo>
                  <a:cubicBezTo>
                    <a:pt x="7180" y="21741"/>
                    <a:pt x="7073" y="21634"/>
                    <a:pt x="6930" y="21634"/>
                  </a:cubicBezTo>
                  <a:lnTo>
                    <a:pt x="6835" y="21634"/>
                  </a:lnTo>
                  <a:lnTo>
                    <a:pt x="6835" y="18467"/>
                  </a:lnTo>
                  <a:lnTo>
                    <a:pt x="6930" y="18467"/>
                  </a:lnTo>
                  <a:cubicBezTo>
                    <a:pt x="7073" y="18467"/>
                    <a:pt x="7180" y="18348"/>
                    <a:pt x="7180" y="18217"/>
                  </a:cubicBezTo>
                  <a:cubicBezTo>
                    <a:pt x="7180" y="18074"/>
                    <a:pt x="7073" y="17967"/>
                    <a:pt x="6930" y="17967"/>
                  </a:cubicBezTo>
                  <a:lnTo>
                    <a:pt x="6835" y="17967"/>
                  </a:lnTo>
                  <a:lnTo>
                    <a:pt x="6835" y="17574"/>
                  </a:lnTo>
                  <a:cubicBezTo>
                    <a:pt x="6835" y="17312"/>
                    <a:pt x="6621" y="17097"/>
                    <a:pt x="6359" y="17097"/>
                  </a:cubicBezTo>
                  <a:lnTo>
                    <a:pt x="6216" y="17097"/>
                  </a:lnTo>
                  <a:lnTo>
                    <a:pt x="6216" y="16395"/>
                  </a:lnTo>
                  <a:close/>
                  <a:moveTo>
                    <a:pt x="7597" y="0"/>
                  </a:moveTo>
                  <a:cubicBezTo>
                    <a:pt x="7204" y="0"/>
                    <a:pt x="6895" y="322"/>
                    <a:pt x="6895" y="703"/>
                  </a:cubicBezTo>
                  <a:lnTo>
                    <a:pt x="4811" y="703"/>
                  </a:lnTo>
                  <a:cubicBezTo>
                    <a:pt x="4561" y="703"/>
                    <a:pt x="4359" y="905"/>
                    <a:pt x="4359" y="1167"/>
                  </a:cubicBezTo>
                  <a:lnTo>
                    <a:pt x="4359" y="3203"/>
                  </a:lnTo>
                  <a:cubicBezTo>
                    <a:pt x="4359" y="3119"/>
                    <a:pt x="4287" y="3048"/>
                    <a:pt x="4204" y="3048"/>
                  </a:cubicBezTo>
                  <a:cubicBezTo>
                    <a:pt x="4121" y="3048"/>
                    <a:pt x="4049" y="3119"/>
                    <a:pt x="4049" y="3203"/>
                  </a:cubicBezTo>
                  <a:lnTo>
                    <a:pt x="4049" y="3322"/>
                  </a:lnTo>
                  <a:cubicBezTo>
                    <a:pt x="3775" y="3441"/>
                    <a:pt x="3573" y="3715"/>
                    <a:pt x="3573" y="4036"/>
                  </a:cubicBezTo>
                  <a:cubicBezTo>
                    <a:pt x="3573" y="4358"/>
                    <a:pt x="3775" y="4632"/>
                    <a:pt x="4049" y="4751"/>
                  </a:cubicBezTo>
                  <a:lnTo>
                    <a:pt x="4049" y="4870"/>
                  </a:lnTo>
                  <a:cubicBezTo>
                    <a:pt x="4049" y="4953"/>
                    <a:pt x="4121" y="5013"/>
                    <a:pt x="4204" y="5013"/>
                  </a:cubicBezTo>
                  <a:cubicBezTo>
                    <a:pt x="4287" y="5013"/>
                    <a:pt x="4359" y="4953"/>
                    <a:pt x="4359" y="4870"/>
                  </a:cubicBezTo>
                  <a:lnTo>
                    <a:pt x="4359" y="6906"/>
                  </a:lnTo>
                  <a:cubicBezTo>
                    <a:pt x="4359" y="7156"/>
                    <a:pt x="4561" y="7358"/>
                    <a:pt x="4811" y="7358"/>
                  </a:cubicBezTo>
                  <a:lnTo>
                    <a:pt x="6609" y="7358"/>
                  </a:lnTo>
                  <a:lnTo>
                    <a:pt x="6609" y="7477"/>
                  </a:lnTo>
                  <a:cubicBezTo>
                    <a:pt x="6537" y="7489"/>
                    <a:pt x="6478" y="7549"/>
                    <a:pt x="6478" y="7620"/>
                  </a:cubicBezTo>
                  <a:cubicBezTo>
                    <a:pt x="6478" y="7691"/>
                    <a:pt x="6537" y="7751"/>
                    <a:pt x="6609" y="7763"/>
                  </a:cubicBezTo>
                  <a:lnTo>
                    <a:pt x="6609" y="7906"/>
                  </a:lnTo>
                  <a:cubicBezTo>
                    <a:pt x="6537" y="7906"/>
                    <a:pt x="6478" y="7965"/>
                    <a:pt x="6478" y="8037"/>
                  </a:cubicBezTo>
                  <a:cubicBezTo>
                    <a:pt x="6478" y="8120"/>
                    <a:pt x="6537" y="8180"/>
                    <a:pt x="6609" y="8180"/>
                  </a:cubicBezTo>
                  <a:lnTo>
                    <a:pt x="6609" y="8311"/>
                  </a:lnTo>
                  <a:lnTo>
                    <a:pt x="4537" y="8311"/>
                  </a:lnTo>
                  <a:cubicBezTo>
                    <a:pt x="4323" y="8311"/>
                    <a:pt x="4144" y="8489"/>
                    <a:pt x="4144" y="8703"/>
                  </a:cubicBezTo>
                  <a:lnTo>
                    <a:pt x="4144" y="8799"/>
                  </a:lnTo>
                  <a:lnTo>
                    <a:pt x="3930" y="8799"/>
                  </a:lnTo>
                  <a:lnTo>
                    <a:pt x="3930" y="8763"/>
                  </a:lnTo>
                  <a:cubicBezTo>
                    <a:pt x="3930" y="8692"/>
                    <a:pt x="3870" y="8632"/>
                    <a:pt x="3799" y="8632"/>
                  </a:cubicBezTo>
                  <a:cubicBezTo>
                    <a:pt x="3728" y="8632"/>
                    <a:pt x="3668" y="8692"/>
                    <a:pt x="3668" y="8763"/>
                  </a:cubicBezTo>
                  <a:lnTo>
                    <a:pt x="3668" y="8799"/>
                  </a:lnTo>
                  <a:lnTo>
                    <a:pt x="3466" y="8799"/>
                  </a:lnTo>
                  <a:lnTo>
                    <a:pt x="3466" y="8763"/>
                  </a:lnTo>
                  <a:cubicBezTo>
                    <a:pt x="3466" y="8692"/>
                    <a:pt x="3406" y="8632"/>
                    <a:pt x="3335" y="8632"/>
                  </a:cubicBezTo>
                  <a:cubicBezTo>
                    <a:pt x="3263" y="8632"/>
                    <a:pt x="3204" y="8692"/>
                    <a:pt x="3204" y="8763"/>
                  </a:cubicBezTo>
                  <a:lnTo>
                    <a:pt x="3204" y="8894"/>
                  </a:lnTo>
                  <a:cubicBezTo>
                    <a:pt x="3192" y="8906"/>
                    <a:pt x="3180" y="8918"/>
                    <a:pt x="3168" y="8930"/>
                  </a:cubicBezTo>
                  <a:lnTo>
                    <a:pt x="2501" y="8930"/>
                  </a:lnTo>
                  <a:cubicBezTo>
                    <a:pt x="1477" y="8930"/>
                    <a:pt x="644" y="9751"/>
                    <a:pt x="644" y="10775"/>
                  </a:cubicBezTo>
                  <a:lnTo>
                    <a:pt x="644" y="10966"/>
                  </a:lnTo>
                  <a:lnTo>
                    <a:pt x="572" y="10966"/>
                  </a:lnTo>
                  <a:cubicBezTo>
                    <a:pt x="489" y="10966"/>
                    <a:pt x="430" y="11025"/>
                    <a:pt x="430" y="11109"/>
                  </a:cubicBezTo>
                  <a:cubicBezTo>
                    <a:pt x="430" y="11180"/>
                    <a:pt x="489" y="11251"/>
                    <a:pt x="572" y="11251"/>
                  </a:cubicBezTo>
                  <a:lnTo>
                    <a:pt x="644" y="11251"/>
                  </a:lnTo>
                  <a:lnTo>
                    <a:pt x="644" y="11799"/>
                  </a:lnTo>
                  <a:lnTo>
                    <a:pt x="572" y="11799"/>
                  </a:lnTo>
                  <a:cubicBezTo>
                    <a:pt x="489" y="11799"/>
                    <a:pt x="430" y="11859"/>
                    <a:pt x="430" y="11942"/>
                  </a:cubicBezTo>
                  <a:cubicBezTo>
                    <a:pt x="430" y="12013"/>
                    <a:pt x="489" y="12085"/>
                    <a:pt x="572" y="12085"/>
                  </a:cubicBezTo>
                  <a:lnTo>
                    <a:pt x="644" y="12085"/>
                  </a:lnTo>
                  <a:lnTo>
                    <a:pt x="644" y="12633"/>
                  </a:lnTo>
                  <a:lnTo>
                    <a:pt x="572" y="12633"/>
                  </a:lnTo>
                  <a:cubicBezTo>
                    <a:pt x="489" y="12633"/>
                    <a:pt x="430" y="12692"/>
                    <a:pt x="430" y="12775"/>
                  </a:cubicBezTo>
                  <a:cubicBezTo>
                    <a:pt x="430" y="12847"/>
                    <a:pt x="489" y="12918"/>
                    <a:pt x="572" y="12918"/>
                  </a:cubicBezTo>
                  <a:lnTo>
                    <a:pt x="644" y="12918"/>
                  </a:lnTo>
                  <a:lnTo>
                    <a:pt x="644" y="13466"/>
                  </a:lnTo>
                  <a:lnTo>
                    <a:pt x="572" y="13466"/>
                  </a:lnTo>
                  <a:cubicBezTo>
                    <a:pt x="489" y="13466"/>
                    <a:pt x="430" y="13526"/>
                    <a:pt x="430" y="13609"/>
                  </a:cubicBezTo>
                  <a:cubicBezTo>
                    <a:pt x="430" y="13680"/>
                    <a:pt x="489" y="13752"/>
                    <a:pt x="572" y="13752"/>
                  </a:cubicBezTo>
                  <a:lnTo>
                    <a:pt x="644" y="13752"/>
                  </a:lnTo>
                  <a:lnTo>
                    <a:pt x="644" y="14002"/>
                  </a:lnTo>
                  <a:lnTo>
                    <a:pt x="906" y="14002"/>
                  </a:lnTo>
                  <a:lnTo>
                    <a:pt x="906" y="14395"/>
                  </a:lnTo>
                  <a:lnTo>
                    <a:pt x="739" y="14395"/>
                  </a:lnTo>
                  <a:cubicBezTo>
                    <a:pt x="561" y="14395"/>
                    <a:pt x="430" y="14526"/>
                    <a:pt x="430" y="14704"/>
                  </a:cubicBezTo>
                  <a:cubicBezTo>
                    <a:pt x="430" y="14871"/>
                    <a:pt x="561" y="15014"/>
                    <a:pt x="739" y="15014"/>
                  </a:cubicBezTo>
                  <a:lnTo>
                    <a:pt x="906" y="15014"/>
                  </a:lnTo>
                  <a:lnTo>
                    <a:pt x="906" y="16145"/>
                  </a:lnTo>
                  <a:cubicBezTo>
                    <a:pt x="382" y="16264"/>
                    <a:pt x="1" y="16728"/>
                    <a:pt x="1" y="17288"/>
                  </a:cubicBezTo>
                  <a:lnTo>
                    <a:pt x="477" y="17288"/>
                  </a:lnTo>
                  <a:cubicBezTo>
                    <a:pt x="477" y="16895"/>
                    <a:pt x="787" y="16585"/>
                    <a:pt x="1180" y="16585"/>
                  </a:cubicBezTo>
                  <a:cubicBezTo>
                    <a:pt x="1561" y="16585"/>
                    <a:pt x="1882" y="16895"/>
                    <a:pt x="1882" y="17288"/>
                  </a:cubicBezTo>
                  <a:lnTo>
                    <a:pt x="2358" y="17288"/>
                  </a:lnTo>
                  <a:cubicBezTo>
                    <a:pt x="2358" y="16728"/>
                    <a:pt x="1965" y="16264"/>
                    <a:pt x="1442" y="16145"/>
                  </a:cubicBezTo>
                  <a:lnTo>
                    <a:pt x="1442" y="15014"/>
                  </a:lnTo>
                  <a:lnTo>
                    <a:pt x="1620" y="15014"/>
                  </a:lnTo>
                  <a:cubicBezTo>
                    <a:pt x="1787" y="15014"/>
                    <a:pt x="1930" y="14871"/>
                    <a:pt x="1930" y="14704"/>
                  </a:cubicBezTo>
                  <a:cubicBezTo>
                    <a:pt x="1930" y="14526"/>
                    <a:pt x="1787" y="14395"/>
                    <a:pt x="1620" y="14395"/>
                  </a:cubicBezTo>
                  <a:lnTo>
                    <a:pt x="1442" y="14395"/>
                  </a:lnTo>
                  <a:lnTo>
                    <a:pt x="1442" y="14002"/>
                  </a:lnTo>
                  <a:lnTo>
                    <a:pt x="1704" y="14002"/>
                  </a:lnTo>
                  <a:lnTo>
                    <a:pt x="1704" y="13752"/>
                  </a:lnTo>
                  <a:lnTo>
                    <a:pt x="1787" y="13752"/>
                  </a:lnTo>
                  <a:cubicBezTo>
                    <a:pt x="1858" y="13752"/>
                    <a:pt x="1930" y="13680"/>
                    <a:pt x="1930" y="13609"/>
                  </a:cubicBezTo>
                  <a:cubicBezTo>
                    <a:pt x="1930" y="13526"/>
                    <a:pt x="1870" y="13466"/>
                    <a:pt x="1787" y="13466"/>
                  </a:cubicBezTo>
                  <a:lnTo>
                    <a:pt x="1704" y="13466"/>
                  </a:lnTo>
                  <a:lnTo>
                    <a:pt x="1704" y="12918"/>
                  </a:lnTo>
                  <a:lnTo>
                    <a:pt x="1787" y="12918"/>
                  </a:lnTo>
                  <a:cubicBezTo>
                    <a:pt x="1858" y="12918"/>
                    <a:pt x="1930" y="12847"/>
                    <a:pt x="1930" y="12775"/>
                  </a:cubicBezTo>
                  <a:cubicBezTo>
                    <a:pt x="1930" y="12692"/>
                    <a:pt x="1870" y="12633"/>
                    <a:pt x="1787" y="12633"/>
                  </a:cubicBezTo>
                  <a:lnTo>
                    <a:pt x="1704" y="12633"/>
                  </a:lnTo>
                  <a:lnTo>
                    <a:pt x="1704" y="12085"/>
                  </a:lnTo>
                  <a:lnTo>
                    <a:pt x="1787" y="12085"/>
                  </a:lnTo>
                  <a:cubicBezTo>
                    <a:pt x="1858" y="12085"/>
                    <a:pt x="1930" y="12013"/>
                    <a:pt x="1930" y="11942"/>
                  </a:cubicBezTo>
                  <a:cubicBezTo>
                    <a:pt x="1930" y="11859"/>
                    <a:pt x="1870" y="11799"/>
                    <a:pt x="1787" y="11799"/>
                  </a:cubicBezTo>
                  <a:lnTo>
                    <a:pt x="1704" y="11799"/>
                  </a:lnTo>
                  <a:lnTo>
                    <a:pt x="1704" y="11251"/>
                  </a:lnTo>
                  <a:lnTo>
                    <a:pt x="1787" y="11251"/>
                  </a:lnTo>
                  <a:cubicBezTo>
                    <a:pt x="1858" y="11251"/>
                    <a:pt x="1930" y="11180"/>
                    <a:pt x="1930" y="11109"/>
                  </a:cubicBezTo>
                  <a:cubicBezTo>
                    <a:pt x="1930" y="11025"/>
                    <a:pt x="1870" y="10966"/>
                    <a:pt x="1787" y="10966"/>
                  </a:cubicBezTo>
                  <a:lnTo>
                    <a:pt x="1704" y="10966"/>
                  </a:lnTo>
                  <a:lnTo>
                    <a:pt x="1704" y="10775"/>
                  </a:lnTo>
                  <a:cubicBezTo>
                    <a:pt x="1704" y="10335"/>
                    <a:pt x="2061" y="9977"/>
                    <a:pt x="2501" y="9977"/>
                  </a:cubicBezTo>
                  <a:lnTo>
                    <a:pt x="3168" y="9977"/>
                  </a:lnTo>
                  <a:cubicBezTo>
                    <a:pt x="3180" y="9989"/>
                    <a:pt x="3192" y="10001"/>
                    <a:pt x="3204" y="10013"/>
                  </a:cubicBezTo>
                  <a:lnTo>
                    <a:pt x="3204" y="10144"/>
                  </a:lnTo>
                  <a:cubicBezTo>
                    <a:pt x="3204" y="10216"/>
                    <a:pt x="3263" y="10275"/>
                    <a:pt x="3335" y="10275"/>
                  </a:cubicBezTo>
                  <a:cubicBezTo>
                    <a:pt x="3418" y="10275"/>
                    <a:pt x="3478" y="10216"/>
                    <a:pt x="3478" y="10144"/>
                  </a:cubicBezTo>
                  <a:lnTo>
                    <a:pt x="3478" y="10108"/>
                  </a:lnTo>
                  <a:lnTo>
                    <a:pt x="3668" y="10108"/>
                  </a:lnTo>
                  <a:lnTo>
                    <a:pt x="3668" y="10144"/>
                  </a:lnTo>
                  <a:cubicBezTo>
                    <a:pt x="3668" y="10216"/>
                    <a:pt x="3728" y="10275"/>
                    <a:pt x="3799" y="10275"/>
                  </a:cubicBezTo>
                  <a:cubicBezTo>
                    <a:pt x="3870" y="10275"/>
                    <a:pt x="3930" y="10216"/>
                    <a:pt x="3930" y="10144"/>
                  </a:cubicBezTo>
                  <a:lnTo>
                    <a:pt x="3930" y="10108"/>
                  </a:lnTo>
                  <a:lnTo>
                    <a:pt x="4144" y="10108"/>
                  </a:lnTo>
                  <a:lnTo>
                    <a:pt x="4144" y="13966"/>
                  </a:lnTo>
                  <a:lnTo>
                    <a:pt x="4144" y="14454"/>
                  </a:lnTo>
                  <a:lnTo>
                    <a:pt x="4144" y="14788"/>
                  </a:lnTo>
                  <a:cubicBezTo>
                    <a:pt x="4144" y="15014"/>
                    <a:pt x="4323" y="15180"/>
                    <a:pt x="4537" y="15180"/>
                  </a:cubicBezTo>
                  <a:lnTo>
                    <a:pt x="4799" y="15180"/>
                  </a:lnTo>
                  <a:lnTo>
                    <a:pt x="4799" y="15990"/>
                  </a:lnTo>
                  <a:cubicBezTo>
                    <a:pt x="4799" y="16204"/>
                    <a:pt x="4978" y="16383"/>
                    <a:pt x="5192" y="16383"/>
                  </a:cubicBezTo>
                  <a:lnTo>
                    <a:pt x="5240" y="16383"/>
                  </a:lnTo>
                  <a:lnTo>
                    <a:pt x="5240" y="17097"/>
                  </a:lnTo>
                  <a:lnTo>
                    <a:pt x="5097" y="17097"/>
                  </a:lnTo>
                  <a:cubicBezTo>
                    <a:pt x="4847" y="17097"/>
                    <a:pt x="4632" y="17300"/>
                    <a:pt x="4632" y="17562"/>
                  </a:cubicBezTo>
                  <a:lnTo>
                    <a:pt x="4632" y="17955"/>
                  </a:lnTo>
                  <a:lnTo>
                    <a:pt x="4502" y="17955"/>
                  </a:lnTo>
                  <a:cubicBezTo>
                    <a:pt x="4359" y="17955"/>
                    <a:pt x="4251" y="18074"/>
                    <a:pt x="4251" y="18205"/>
                  </a:cubicBezTo>
                  <a:cubicBezTo>
                    <a:pt x="4251" y="18348"/>
                    <a:pt x="4359" y="18455"/>
                    <a:pt x="4502" y="18455"/>
                  </a:cubicBezTo>
                  <a:lnTo>
                    <a:pt x="4632" y="18455"/>
                  </a:lnTo>
                  <a:lnTo>
                    <a:pt x="4632" y="21622"/>
                  </a:lnTo>
                  <a:lnTo>
                    <a:pt x="4502" y="21622"/>
                  </a:lnTo>
                  <a:cubicBezTo>
                    <a:pt x="4359" y="21622"/>
                    <a:pt x="4251" y="21741"/>
                    <a:pt x="4251" y="21872"/>
                  </a:cubicBezTo>
                  <a:cubicBezTo>
                    <a:pt x="4251" y="22015"/>
                    <a:pt x="4359" y="22122"/>
                    <a:pt x="4502" y="22122"/>
                  </a:cubicBezTo>
                  <a:lnTo>
                    <a:pt x="4632" y="22122"/>
                  </a:lnTo>
                  <a:lnTo>
                    <a:pt x="4632" y="22515"/>
                  </a:lnTo>
                  <a:cubicBezTo>
                    <a:pt x="4632" y="22777"/>
                    <a:pt x="4835" y="22991"/>
                    <a:pt x="5097" y="22991"/>
                  </a:cubicBezTo>
                  <a:lnTo>
                    <a:pt x="5240" y="22991"/>
                  </a:lnTo>
                  <a:lnTo>
                    <a:pt x="5240" y="24074"/>
                  </a:lnTo>
                  <a:cubicBezTo>
                    <a:pt x="5240" y="24086"/>
                    <a:pt x="5240" y="24086"/>
                    <a:pt x="5240" y="24098"/>
                  </a:cubicBezTo>
                  <a:lnTo>
                    <a:pt x="4406" y="24098"/>
                  </a:lnTo>
                  <a:cubicBezTo>
                    <a:pt x="4275" y="24098"/>
                    <a:pt x="4156" y="24182"/>
                    <a:pt x="4097" y="24289"/>
                  </a:cubicBezTo>
                  <a:lnTo>
                    <a:pt x="3370" y="24289"/>
                  </a:lnTo>
                  <a:lnTo>
                    <a:pt x="3370" y="23229"/>
                  </a:lnTo>
                  <a:cubicBezTo>
                    <a:pt x="3549" y="23170"/>
                    <a:pt x="3680" y="22991"/>
                    <a:pt x="3680" y="22777"/>
                  </a:cubicBezTo>
                  <a:lnTo>
                    <a:pt x="3680" y="21515"/>
                  </a:lnTo>
                  <a:lnTo>
                    <a:pt x="3680" y="20645"/>
                  </a:lnTo>
                  <a:cubicBezTo>
                    <a:pt x="3680" y="20384"/>
                    <a:pt x="3466" y="20157"/>
                    <a:pt x="3192" y="20157"/>
                  </a:cubicBezTo>
                  <a:lnTo>
                    <a:pt x="1311" y="20157"/>
                  </a:lnTo>
                  <a:cubicBezTo>
                    <a:pt x="1049" y="20157"/>
                    <a:pt x="822" y="20384"/>
                    <a:pt x="822" y="20645"/>
                  </a:cubicBezTo>
                  <a:lnTo>
                    <a:pt x="822" y="21515"/>
                  </a:lnTo>
                  <a:lnTo>
                    <a:pt x="822" y="22777"/>
                  </a:lnTo>
                  <a:cubicBezTo>
                    <a:pt x="822" y="22991"/>
                    <a:pt x="953" y="23170"/>
                    <a:pt x="1144" y="23229"/>
                  </a:cubicBezTo>
                  <a:lnTo>
                    <a:pt x="1144" y="25694"/>
                  </a:lnTo>
                  <a:lnTo>
                    <a:pt x="1144" y="26444"/>
                  </a:lnTo>
                  <a:cubicBezTo>
                    <a:pt x="1144" y="26718"/>
                    <a:pt x="1358" y="26932"/>
                    <a:pt x="1632" y="26932"/>
                  </a:cubicBezTo>
                  <a:lnTo>
                    <a:pt x="2870" y="26932"/>
                  </a:lnTo>
                  <a:cubicBezTo>
                    <a:pt x="3144" y="26932"/>
                    <a:pt x="3370" y="26718"/>
                    <a:pt x="3370" y="26444"/>
                  </a:cubicBezTo>
                  <a:lnTo>
                    <a:pt x="3370" y="25694"/>
                  </a:lnTo>
                  <a:lnTo>
                    <a:pt x="3370" y="24574"/>
                  </a:lnTo>
                  <a:lnTo>
                    <a:pt x="4097" y="24574"/>
                  </a:lnTo>
                  <a:cubicBezTo>
                    <a:pt x="4156" y="24682"/>
                    <a:pt x="4275" y="24765"/>
                    <a:pt x="4406" y="24765"/>
                  </a:cubicBezTo>
                  <a:lnTo>
                    <a:pt x="4573" y="24765"/>
                  </a:lnTo>
                  <a:lnTo>
                    <a:pt x="4573" y="25241"/>
                  </a:lnTo>
                  <a:cubicBezTo>
                    <a:pt x="4573" y="25456"/>
                    <a:pt x="4752" y="25634"/>
                    <a:pt x="4978" y="25634"/>
                  </a:cubicBezTo>
                  <a:lnTo>
                    <a:pt x="10217" y="25634"/>
                  </a:lnTo>
                  <a:cubicBezTo>
                    <a:pt x="10431" y="25634"/>
                    <a:pt x="10609" y="25456"/>
                    <a:pt x="10609" y="25241"/>
                  </a:cubicBezTo>
                  <a:lnTo>
                    <a:pt x="10609" y="24765"/>
                  </a:lnTo>
                  <a:lnTo>
                    <a:pt x="10788" y="24765"/>
                  </a:lnTo>
                  <a:cubicBezTo>
                    <a:pt x="10919" y="24765"/>
                    <a:pt x="11038" y="24682"/>
                    <a:pt x="11086" y="24574"/>
                  </a:cubicBezTo>
                  <a:lnTo>
                    <a:pt x="11824" y="24574"/>
                  </a:lnTo>
                  <a:lnTo>
                    <a:pt x="11824" y="25694"/>
                  </a:lnTo>
                  <a:lnTo>
                    <a:pt x="11824" y="26444"/>
                  </a:lnTo>
                  <a:cubicBezTo>
                    <a:pt x="11824" y="26718"/>
                    <a:pt x="12050" y="26932"/>
                    <a:pt x="12312" y="26932"/>
                  </a:cubicBezTo>
                  <a:lnTo>
                    <a:pt x="13562" y="26932"/>
                  </a:lnTo>
                  <a:cubicBezTo>
                    <a:pt x="13824" y="26932"/>
                    <a:pt x="14050" y="26718"/>
                    <a:pt x="14050" y="26444"/>
                  </a:cubicBezTo>
                  <a:lnTo>
                    <a:pt x="14050" y="25694"/>
                  </a:lnTo>
                  <a:lnTo>
                    <a:pt x="14050" y="23229"/>
                  </a:lnTo>
                  <a:cubicBezTo>
                    <a:pt x="14229" y="23170"/>
                    <a:pt x="14372" y="22991"/>
                    <a:pt x="14372" y="22777"/>
                  </a:cubicBezTo>
                  <a:lnTo>
                    <a:pt x="14372" y="21515"/>
                  </a:lnTo>
                  <a:lnTo>
                    <a:pt x="14372" y="20645"/>
                  </a:lnTo>
                  <a:cubicBezTo>
                    <a:pt x="14372" y="20384"/>
                    <a:pt x="14146" y="20157"/>
                    <a:pt x="13872" y="20157"/>
                  </a:cubicBezTo>
                  <a:lnTo>
                    <a:pt x="12002" y="20157"/>
                  </a:lnTo>
                  <a:cubicBezTo>
                    <a:pt x="11729" y="20157"/>
                    <a:pt x="11502" y="20384"/>
                    <a:pt x="11502" y="20645"/>
                  </a:cubicBezTo>
                  <a:lnTo>
                    <a:pt x="11502" y="21515"/>
                  </a:lnTo>
                  <a:lnTo>
                    <a:pt x="11502" y="22777"/>
                  </a:lnTo>
                  <a:cubicBezTo>
                    <a:pt x="11502" y="22991"/>
                    <a:pt x="11645" y="23170"/>
                    <a:pt x="11824" y="23229"/>
                  </a:cubicBezTo>
                  <a:lnTo>
                    <a:pt x="11824" y="24289"/>
                  </a:lnTo>
                  <a:lnTo>
                    <a:pt x="11086" y="24289"/>
                  </a:lnTo>
                  <a:cubicBezTo>
                    <a:pt x="11038" y="24182"/>
                    <a:pt x="10919" y="24098"/>
                    <a:pt x="10788" y="24098"/>
                  </a:cubicBezTo>
                  <a:lnTo>
                    <a:pt x="9943" y="24098"/>
                  </a:lnTo>
                  <a:cubicBezTo>
                    <a:pt x="9943" y="24086"/>
                    <a:pt x="9955" y="24086"/>
                    <a:pt x="9955" y="24074"/>
                  </a:cubicBezTo>
                  <a:lnTo>
                    <a:pt x="9955" y="22991"/>
                  </a:lnTo>
                  <a:lnTo>
                    <a:pt x="10086" y="22991"/>
                  </a:lnTo>
                  <a:cubicBezTo>
                    <a:pt x="10347" y="22991"/>
                    <a:pt x="10562" y="22777"/>
                    <a:pt x="10562" y="22515"/>
                  </a:cubicBezTo>
                  <a:lnTo>
                    <a:pt x="10562" y="22122"/>
                  </a:lnTo>
                  <a:lnTo>
                    <a:pt x="10693" y="22122"/>
                  </a:lnTo>
                  <a:cubicBezTo>
                    <a:pt x="10836" y="22122"/>
                    <a:pt x="10943" y="22015"/>
                    <a:pt x="10943" y="21872"/>
                  </a:cubicBezTo>
                  <a:cubicBezTo>
                    <a:pt x="10943" y="21741"/>
                    <a:pt x="10836" y="21622"/>
                    <a:pt x="10693" y="21622"/>
                  </a:cubicBezTo>
                  <a:lnTo>
                    <a:pt x="10562" y="21622"/>
                  </a:lnTo>
                  <a:lnTo>
                    <a:pt x="10562" y="18455"/>
                  </a:lnTo>
                  <a:lnTo>
                    <a:pt x="10693" y="18455"/>
                  </a:lnTo>
                  <a:cubicBezTo>
                    <a:pt x="10836" y="18455"/>
                    <a:pt x="10943" y="18348"/>
                    <a:pt x="10943" y="18205"/>
                  </a:cubicBezTo>
                  <a:cubicBezTo>
                    <a:pt x="10943" y="18074"/>
                    <a:pt x="10836" y="17955"/>
                    <a:pt x="10693" y="17955"/>
                  </a:cubicBezTo>
                  <a:lnTo>
                    <a:pt x="10562" y="17955"/>
                  </a:lnTo>
                  <a:lnTo>
                    <a:pt x="10562" y="17562"/>
                  </a:lnTo>
                  <a:cubicBezTo>
                    <a:pt x="10562" y="17300"/>
                    <a:pt x="10347" y="17097"/>
                    <a:pt x="10086" y="17097"/>
                  </a:cubicBezTo>
                  <a:lnTo>
                    <a:pt x="9955" y="17097"/>
                  </a:lnTo>
                  <a:lnTo>
                    <a:pt x="9955" y="16383"/>
                  </a:lnTo>
                  <a:lnTo>
                    <a:pt x="10002" y="16383"/>
                  </a:lnTo>
                  <a:cubicBezTo>
                    <a:pt x="10217" y="16383"/>
                    <a:pt x="10395" y="16204"/>
                    <a:pt x="10395" y="15990"/>
                  </a:cubicBezTo>
                  <a:lnTo>
                    <a:pt x="10395" y="15180"/>
                  </a:lnTo>
                  <a:lnTo>
                    <a:pt x="10645" y="15180"/>
                  </a:lnTo>
                  <a:cubicBezTo>
                    <a:pt x="10871" y="15180"/>
                    <a:pt x="11050" y="15014"/>
                    <a:pt x="11050" y="14788"/>
                  </a:cubicBezTo>
                  <a:lnTo>
                    <a:pt x="11050" y="14454"/>
                  </a:lnTo>
                  <a:lnTo>
                    <a:pt x="11050" y="13966"/>
                  </a:lnTo>
                  <a:lnTo>
                    <a:pt x="11050" y="10108"/>
                  </a:lnTo>
                  <a:lnTo>
                    <a:pt x="11264" y="10108"/>
                  </a:lnTo>
                  <a:lnTo>
                    <a:pt x="11264" y="10144"/>
                  </a:lnTo>
                  <a:cubicBezTo>
                    <a:pt x="11264" y="10216"/>
                    <a:pt x="11324" y="10275"/>
                    <a:pt x="11395" y="10275"/>
                  </a:cubicBezTo>
                  <a:cubicBezTo>
                    <a:pt x="11467" y="10275"/>
                    <a:pt x="11526" y="10216"/>
                    <a:pt x="11526" y="10144"/>
                  </a:cubicBezTo>
                  <a:lnTo>
                    <a:pt x="11526" y="10108"/>
                  </a:lnTo>
                  <a:lnTo>
                    <a:pt x="11717" y="10108"/>
                  </a:lnTo>
                  <a:lnTo>
                    <a:pt x="11717" y="10144"/>
                  </a:lnTo>
                  <a:cubicBezTo>
                    <a:pt x="11717" y="10216"/>
                    <a:pt x="11776" y="10275"/>
                    <a:pt x="11848" y="10275"/>
                  </a:cubicBezTo>
                  <a:cubicBezTo>
                    <a:pt x="11931" y="10275"/>
                    <a:pt x="11991" y="10216"/>
                    <a:pt x="11991" y="10144"/>
                  </a:cubicBezTo>
                  <a:lnTo>
                    <a:pt x="11991" y="10013"/>
                  </a:lnTo>
                  <a:cubicBezTo>
                    <a:pt x="12002" y="10001"/>
                    <a:pt x="12014" y="9989"/>
                    <a:pt x="12026" y="9977"/>
                  </a:cubicBezTo>
                  <a:lnTo>
                    <a:pt x="12693" y="9977"/>
                  </a:lnTo>
                  <a:cubicBezTo>
                    <a:pt x="13134" y="9977"/>
                    <a:pt x="13479" y="10335"/>
                    <a:pt x="13479" y="10775"/>
                  </a:cubicBezTo>
                  <a:lnTo>
                    <a:pt x="13479" y="10966"/>
                  </a:lnTo>
                  <a:lnTo>
                    <a:pt x="13407" y="10966"/>
                  </a:lnTo>
                  <a:cubicBezTo>
                    <a:pt x="13324" y="10966"/>
                    <a:pt x="13265" y="11025"/>
                    <a:pt x="13265" y="11109"/>
                  </a:cubicBezTo>
                  <a:cubicBezTo>
                    <a:pt x="13265" y="11180"/>
                    <a:pt x="13324" y="11251"/>
                    <a:pt x="13407" y="11251"/>
                  </a:cubicBezTo>
                  <a:lnTo>
                    <a:pt x="13479" y="11251"/>
                  </a:lnTo>
                  <a:lnTo>
                    <a:pt x="13479" y="11799"/>
                  </a:lnTo>
                  <a:lnTo>
                    <a:pt x="13407" y="11799"/>
                  </a:lnTo>
                  <a:cubicBezTo>
                    <a:pt x="13324" y="11799"/>
                    <a:pt x="13265" y="11859"/>
                    <a:pt x="13265" y="11942"/>
                  </a:cubicBezTo>
                  <a:cubicBezTo>
                    <a:pt x="13265" y="12013"/>
                    <a:pt x="13324" y="12085"/>
                    <a:pt x="13407" y="12085"/>
                  </a:cubicBezTo>
                  <a:lnTo>
                    <a:pt x="13479" y="12085"/>
                  </a:lnTo>
                  <a:lnTo>
                    <a:pt x="13479" y="12633"/>
                  </a:lnTo>
                  <a:lnTo>
                    <a:pt x="13407" y="12633"/>
                  </a:lnTo>
                  <a:cubicBezTo>
                    <a:pt x="13324" y="12633"/>
                    <a:pt x="13265" y="12692"/>
                    <a:pt x="13265" y="12775"/>
                  </a:cubicBezTo>
                  <a:cubicBezTo>
                    <a:pt x="13265" y="12847"/>
                    <a:pt x="13324" y="12918"/>
                    <a:pt x="13407" y="12918"/>
                  </a:cubicBezTo>
                  <a:lnTo>
                    <a:pt x="13479" y="12918"/>
                  </a:lnTo>
                  <a:lnTo>
                    <a:pt x="13479" y="13466"/>
                  </a:lnTo>
                  <a:lnTo>
                    <a:pt x="13407" y="13466"/>
                  </a:lnTo>
                  <a:cubicBezTo>
                    <a:pt x="13324" y="13466"/>
                    <a:pt x="13265" y="13526"/>
                    <a:pt x="13265" y="13609"/>
                  </a:cubicBezTo>
                  <a:cubicBezTo>
                    <a:pt x="13265" y="13680"/>
                    <a:pt x="13324" y="13752"/>
                    <a:pt x="13407" y="13752"/>
                  </a:cubicBezTo>
                  <a:lnTo>
                    <a:pt x="13479" y="13752"/>
                  </a:lnTo>
                  <a:lnTo>
                    <a:pt x="13479" y="14002"/>
                  </a:lnTo>
                  <a:lnTo>
                    <a:pt x="13753" y="14002"/>
                  </a:lnTo>
                  <a:lnTo>
                    <a:pt x="13753" y="14395"/>
                  </a:lnTo>
                  <a:lnTo>
                    <a:pt x="13574" y="14395"/>
                  </a:lnTo>
                  <a:cubicBezTo>
                    <a:pt x="13407" y="14395"/>
                    <a:pt x="13265" y="14526"/>
                    <a:pt x="13265" y="14704"/>
                  </a:cubicBezTo>
                  <a:cubicBezTo>
                    <a:pt x="13265" y="14871"/>
                    <a:pt x="13407" y="15014"/>
                    <a:pt x="13574" y="15014"/>
                  </a:cubicBezTo>
                  <a:lnTo>
                    <a:pt x="13753" y="15014"/>
                  </a:lnTo>
                  <a:lnTo>
                    <a:pt x="13753" y="16145"/>
                  </a:lnTo>
                  <a:cubicBezTo>
                    <a:pt x="13229" y="16264"/>
                    <a:pt x="12836" y="16728"/>
                    <a:pt x="12836" y="17288"/>
                  </a:cubicBezTo>
                  <a:lnTo>
                    <a:pt x="13312" y="17288"/>
                  </a:lnTo>
                  <a:cubicBezTo>
                    <a:pt x="13312" y="16895"/>
                    <a:pt x="13622" y="16585"/>
                    <a:pt x="14015" y="16585"/>
                  </a:cubicBezTo>
                  <a:cubicBezTo>
                    <a:pt x="14408" y="16585"/>
                    <a:pt x="14717" y="16895"/>
                    <a:pt x="14717" y="17288"/>
                  </a:cubicBezTo>
                  <a:lnTo>
                    <a:pt x="15193" y="17288"/>
                  </a:lnTo>
                  <a:cubicBezTo>
                    <a:pt x="15193" y="16728"/>
                    <a:pt x="14800" y="16264"/>
                    <a:pt x="14277" y="16145"/>
                  </a:cubicBezTo>
                  <a:lnTo>
                    <a:pt x="14277" y="15014"/>
                  </a:lnTo>
                  <a:lnTo>
                    <a:pt x="14455" y="15014"/>
                  </a:lnTo>
                  <a:cubicBezTo>
                    <a:pt x="14622" y="15014"/>
                    <a:pt x="14765" y="14871"/>
                    <a:pt x="14765" y="14704"/>
                  </a:cubicBezTo>
                  <a:cubicBezTo>
                    <a:pt x="14765" y="14526"/>
                    <a:pt x="14622" y="14395"/>
                    <a:pt x="14455" y="14395"/>
                  </a:cubicBezTo>
                  <a:lnTo>
                    <a:pt x="14277" y="14395"/>
                  </a:lnTo>
                  <a:lnTo>
                    <a:pt x="14277" y="14002"/>
                  </a:lnTo>
                  <a:lnTo>
                    <a:pt x="14538" y="14002"/>
                  </a:lnTo>
                  <a:lnTo>
                    <a:pt x="14538" y="13752"/>
                  </a:lnTo>
                  <a:lnTo>
                    <a:pt x="14622" y="13752"/>
                  </a:lnTo>
                  <a:cubicBezTo>
                    <a:pt x="14693" y="13752"/>
                    <a:pt x="14765" y="13680"/>
                    <a:pt x="14765" y="13609"/>
                  </a:cubicBezTo>
                  <a:cubicBezTo>
                    <a:pt x="14765" y="13526"/>
                    <a:pt x="14705" y="13466"/>
                    <a:pt x="14622" y="13466"/>
                  </a:cubicBezTo>
                  <a:lnTo>
                    <a:pt x="14538" y="13466"/>
                  </a:lnTo>
                  <a:lnTo>
                    <a:pt x="14538" y="12918"/>
                  </a:lnTo>
                  <a:lnTo>
                    <a:pt x="14622" y="12918"/>
                  </a:lnTo>
                  <a:cubicBezTo>
                    <a:pt x="14693" y="12918"/>
                    <a:pt x="14765" y="12847"/>
                    <a:pt x="14765" y="12775"/>
                  </a:cubicBezTo>
                  <a:cubicBezTo>
                    <a:pt x="14765" y="12692"/>
                    <a:pt x="14705" y="12633"/>
                    <a:pt x="14622" y="12633"/>
                  </a:cubicBezTo>
                  <a:lnTo>
                    <a:pt x="14538" y="12633"/>
                  </a:lnTo>
                  <a:lnTo>
                    <a:pt x="14538" y="12085"/>
                  </a:lnTo>
                  <a:lnTo>
                    <a:pt x="14622" y="12085"/>
                  </a:lnTo>
                  <a:cubicBezTo>
                    <a:pt x="14693" y="12085"/>
                    <a:pt x="14765" y="12013"/>
                    <a:pt x="14765" y="11942"/>
                  </a:cubicBezTo>
                  <a:cubicBezTo>
                    <a:pt x="14765" y="11859"/>
                    <a:pt x="14705" y="11799"/>
                    <a:pt x="14622" y="11799"/>
                  </a:cubicBezTo>
                  <a:lnTo>
                    <a:pt x="14538" y="11799"/>
                  </a:lnTo>
                  <a:lnTo>
                    <a:pt x="14538" y="11251"/>
                  </a:lnTo>
                  <a:lnTo>
                    <a:pt x="14622" y="11251"/>
                  </a:lnTo>
                  <a:cubicBezTo>
                    <a:pt x="14693" y="11251"/>
                    <a:pt x="14765" y="11180"/>
                    <a:pt x="14765" y="11109"/>
                  </a:cubicBezTo>
                  <a:cubicBezTo>
                    <a:pt x="14765" y="11025"/>
                    <a:pt x="14705" y="10966"/>
                    <a:pt x="14622" y="10966"/>
                  </a:cubicBezTo>
                  <a:lnTo>
                    <a:pt x="14538" y="10966"/>
                  </a:lnTo>
                  <a:lnTo>
                    <a:pt x="14538" y="10775"/>
                  </a:lnTo>
                  <a:cubicBezTo>
                    <a:pt x="14538" y="9751"/>
                    <a:pt x="13705" y="8930"/>
                    <a:pt x="12693" y="8930"/>
                  </a:cubicBezTo>
                  <a:lnTo>
                    <a:pt x="12026" y="8930"/>
                  </a:lnTo>
                  <a:cubicBezTo>
                    <a:pt x="12014" y="8918"/>
                    <a:pt x="12002" y="8906"/>
                    <a:pt x="11991" y="8894"/>
                  </a:cubicBezTo>
                  <a:lnTo>
                    <a:pt x="11991" y="8763"/>
                  </a:lnTo>
                  <a:cubicBezTo>
                    <a:pt x="11991" y="8692"/>
                    <a:pt x="11931" y="8632"/>
                    <a:pt x="11848" y="8632"/>
                  </a:cubicBezTo>
                  <a:cubicBezTo>
                    <a:pt x="11776" y="8632"/>
                    <a:pt x="11717" y="8692"/>
                    <a:pt x="11717" y="8763"/>
                  </a:cubicBezTo>
                  <a:lnTo>
                    <a:pt x="11717" y="8799"/>
                  </a:lnTo>
                  <a:lnTo>
                    <a:pt x="11526" y="8799"/>
                  </a:lnTo>
                  <a:lnTo>
                    <a:pt x="11526" y="8763"/>
                  </a:lnTo>
                  <a:cubicBezTo>
                    <a:pt x="11526" y="8692"/>
                    <a:pt x="11467" y="8632"/>
                    <a:pt x="11395" y="8632"/>
                  </a:cubicBezTo>
                  <a:cubicBezTo>
                    <a:pt x="11324" y="8632"/>
                    <a:pt x="11264" y="8692"/>
                    <a:pt x="11264" y="8763"/>
                  </a:cubicBezTo>
                  <a:lnTo>
                    <a:pt x="11264" y="8799"/>
                  </a:lnTo>
                  <a:lnTo>
                    <a:pt x="11050" y="8799"/>
                  </a:lnTo>
                  <a:lnTo>
                    <a:pt x="11050" y="8703"/>
                  </a:lnTo>
                  <a:cubicBezTo>
                    <a:pt x="11050" y="8489"/>
                    <a:pt x="10871" y="8311"/>
                    <a:pt x="10645" y="8311"/>
                  </a:cubicBezTo>
                  <a:lnTo>
                    <a:pt x="8573" y="8311"/>
                  </a:lnTo>
                  <a:lnTo>
                    <a:pt x="8573" y="8180"/>
                  </a:lnTo>
                  <a:cubicBezTo>
                    <a:pt x="8645" y="8180"/>
                    <a:pt x="8716" y="8120"/>
                    <a:pt x="8716" y="8037"/>
                  </a:cubicBezTo>
                  <a:cubicBezTo>
                    <a:pt x="8716" y="7965"/>
                    <a:pt x="8657" y="7906"/>
                    <a:pt x="8573" y="7906"/>
                  </a:cubicBezTo>
                  <a:lnTo>
                    <a:pt x="8573" y="7763"/>
                  </a:lnTo>
                  <a:cubicBezTo>
                    <a:pt x="8645" y="7751"/>
                    <a:pt x="8716" y="7691"/>
                    <a:pt x="8716" y="7620"/>
                  </a:cubicBezTo>
                  <a:cubicBezTo>
                    <a:pt x="8716" y="7549"/>
                    <a:pt x="8657" y="7489"/>
                    <a:pt x="8573" y="7477"/>
                  </a:cubicBezTo>
                  <a:lnTo>
                    <a:pt x="8573" y="7358"/>
                  </a:lnTo>
                  <a:lnTo>
                    <a:pt x="10371" y="7358"/>
                  </a:lnTo>
                  <a:cubicBezTo>
                    <a:pt x="10633" y="7358"/>
                    <a:pt x="10836" y="7156"/>
                    <a:pt x="10836" y="6906"/>
                  </a:cubicBezTo>
                  <a:lnTo>
                    <a:pt x="10836" y="4870"/>
                  </a:lnTo>
                  <a:cubicBezTo>
                    <a:pt x="10836" y="4953"/>
                    <a:pt x="10907" y="5013"/>
                    <a:pt x="10990" y="5013"/>
                  </a:cubicBezTo>
                  <a:cubicBezTo>
                    <a:pt x="11074" y="5013"/>
                    <a:pt x="11145" y="4953"/>
                    <a:pt x="11145" y="4870"/>
                  </a:cubicBezTo>
                  <a:lnTo>
                    <a:pt x="11145" y="4751"/>
                  </a:lnTo>
                  <a:cubicBezTo>
                    <a:pt x="11419" y="4632"/>
                    <a:pt x="11610" y="4358"/>
                    <a:pt x="11610" y="4036"/>
                  </a:cubicBezTo>
                  <a:cubicBezTo>
                    <a:pt x="11610" y="3715"/>
                    <a:pt x="11419" y="3441"/>
                    <a:pt x="11145" y="3322"/>
                  </a:cubicBezTo>
                  <a:lnTo>
                    <a:pt x="11145" y="3203"/>
                  </a:lnTo>
                  <a:cubicBezTo>
                    <a:pt x="11145" y="3119"/>
                    <a:pt x="11074" y="3048"/>
                    <a:pt x="10990" y="3048"/>
                  </a:cubicBezTo>
                  <a:cubicBezTo>
                    <a:pt x="10907" y="3048"/>
                    <a:pt x="10836" y="3119"/>
                    <a:pt x="10836" y="3203"/>
                  </a:cubicBezTo>
                  <a:lnTo>
                    <a:pt x="10836" y="1167"/>
                  </a:lnTo>
                  <a:cubicBezTo>
                    <a:pt x="10836" y="905"/>
                    <a:pt x="10633" y="703"/>
                    <a:pt x="10371" y="703"/>
                  </a:cubicBezTo>
                  <a:lnTo>
                    <a:pt x="8300" y="703"/>
                  </a:lnTo>
                  <a:cubicBezTo>
                    <a:pt x="8300" y="322"/>
                    <a:pt x="7978" y="0"/>
                    <a:pt x="7597" y="0"/>
                  </a:cubicBezTo>
                  <a:close/>
                </a:path>
              </a:pathLst>
            </a:custGeom>
            <a:solidFill>
              <a:schemeClr val="accent6"/>
            </a:solidFill>
            <a:ln w="152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66675" dir="2820000" algn="bl" rotWithShape="0">
                <a:schemeClr val="lt2">
                  <a:alpha val="26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13" name="Google Shape;4213;p59"/>
            <p:cNvGrpSpPr/>
            <p:nvPr/>
          </p:nvGrpSpPr>
          <p:grpSpPr>
            <a:xfrm>
              <a:off x="2225575" y="3305850"/>
              <a:ext cx="380125" cy="673625"/>
              <a:chOff x="2225575" y="2801950"/>
              <a:chExt cx="380125" cy="673625"/>
            </a:xfrm>
          </p:grpSpPr>
          <p:sp>
            <p:nvSpPr>
              <p:cNvPr id="4214" name="Google Shape;4214;p59"/>
              <p:cNvSpPr/>
              <p:nvPr/>
            </p:nvSpPr>
            <p:spPr>
              <a:xfrm>
                <a:off x="2356825" y="3197850"/>
                <a:ext cx="244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180" extrusionOk="0">
                    <a:moveTo>
                      <a:pt x="465" y="0"/>
                    </a:moveTo>
                    <a:cubicBezTo>
                      <a:pt x="215" y="0"/>
                      <a:pt x="1" y="203"/>
                      <a:pt x="1" y="465"/>
                    </a:cubicBezTo>
                    <a:lnTo>
                      <a:pt x="1" y="1703"/>
                    </a:lnTo>
                    <a:cubicBezTo>
                      <a:pt x="1" y="1965"/>
                      <a:pt x="215" y="2179"/>
                      <a:pt x="465" y="2179"/>
                    </a:cubicBezTo>
                    <a:lnTo>
                      <a:pt x="513" y="2179"/>
                    </a:lnTo>
                    <a:cubicBezTo>
                      <a:pt x="763" y="2179"/>
                      <a:pt x="977" y="1965"/>
                      <a:pt x="977" y="1703"/>
                    </a:cubicBezTo>
                    <a:lnTo>
                      <a:pt x="977" y="465"/>
                    </a:lnTo>
                    <a:cubicBezTo>
                      <a:pt x="977" y="203"/>
                      <a:pt x="763" y="0"/>
                      <a:pt x="5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5" name="Google Shape;4215;p59"/>
              <p:cNvSpPr/>
              <p:nvPr/>
            </p:nvSpPr>
            <p:spPr>
              <a:xfrm>
                <a:off x="2356825" y="3361250"/>
                <a:ext cx="244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2180" extrusionOk="0">
                    <a:moveTo>
                      <a:pt x="465" y="1"/>
                    </a:moveTo>
                    <a:cubicBezTo>
                      <a:pt x="215" y="1"/>
                      <a:pt x="1" y="215"/>
                      <a:pt x="1" y="477"/>
                    </a:cubicBezTo>
                    <a:lnTo>
                      <a:pt x="1" y="1715"/>
                    </a:lnTo>
                    <a:cubicBezTo>
                      <a:pt x="1" y="1977"/>
                      <a:pt x="215" y="2180"/>
                      <a:pt x="465" y="2180"/>
                    </a:cubicBezTo>
                    <a:lnTo>
                      <a:pt x="513" y="2180"/>
                    </a:lnTo>
                    <a:cubicBezTo>
                      <a:pt x="763" y="2180"/>
                      <a:pt x="977" y="1977"/>
                      <a:pt x="977" y="1715"/>
                    </a:cubicBezTo>
                    <a:lnTo>
                      <a:pt x="977" y="477"/>
                    </a:lnTo>
                    <a:cubicBezTo>
                      <a:pt x="977" y="215"/>
                      <a:pt x="763" y="1"/>
                      <a:pt x="51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6" name="Google Shape;4216;p59"/>
              <p:cNvSpPr/>
              <p:nvPr/>
            </p:nvSpPr>
            <p:spPr>
              <a:xfrm>
                <a:off x="2341650" y="3229400"/>
                <a:ext cx="54800" cy="147350"/>
              </a:xfrm>
              <a:custGeom>
                <a:avLst/>
                <a:gdLst/>
                <a:ahLst/>
                <a:cxnLst/>
                <a:rect l="l" t="t" r="r" b="b"/>
                <a:pathLst>
                  <a:path w="2192" h="5894" extrusionOk="0">
                    <a:moveTo>
                      <a:pt x="465" y="0"/>
                    </a:moveTo>
                    <a:cubicBezTo>
                      <a:pt x="203" y="0"/>
                      <a:pt x="0" y="215"/>
                      <a:pt x="0" y="477"/>
                    </a:cubicBezTo>
                    <a:lnTo>
                      <a:pt x="0" y="5430"/>
                    </a:lnTo>
                    <a:cubicBezTo>
                      <a:pt x="0" y="5692"/>
                      <a:pt x="203" y="5894"/>
                      <a:pt x="465" y="5894"/>
                    </a:cubicBezTo>
                    <a:lnTo>
                      <a:pt x="1727" y="5894"/>
                    </a:lnTo>
                    <a:cubicBezTo>
                      <a:pt x="1989" y="5894"/>
                      <a:pt x="2191" y="5692"/>
                      <a:pt x="2191" y="5430"/>
                    </a:cubicBezTo>
                    <a:lnTo>
                      <a:pt x="2191" y="477"/>
                    </a:lnTo>
                    <a:cubicBezTo>
                      <a:pt x="2191" y="215"/>
                      <a:pt x="1989" y="0"/>
                      <a:pt x="1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7" name="Google Shape;4217;p59"/>
              <p:cNvSpPr/>
              <p:nvPr/>
            </p:nvSpPr>
            <p:spPr>
              <a:xfrm>
                <a:off x="2349100" y="3283275"/>
                <a:ext cx="39900" cy="39900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1596" extrusionOk="0">
                    <a:moveTo>
                      <a:pt x="798" y="0"/>
                    </a:moveTo>
                    <a:cubicBezTo>
                      <a:pt x="357" y="0"/>
                      <a:pt x="0" y="358"/>
                      <a:pt x="0" y="798"/>
                    </a:cubicBezTo>
                    <a:cubicBezTo>
                      <a:pt x="0" y="1239"/>
                      <a:pt x="357" y="1596"/>
                      <a:pt x="798" y="1596"/>
                    </a:cubicBezTo>
                    <a:cubicBezTo>
                      <a:pt x="1238" y="1596"/>
                      <a:pt x="1596" y="1239"/>
                      <a:pt x="1596" y="798"/>
                    </a:cubicBezTo>
                    <a:cubicBezTo>
                      <a:pt x="1596" y="358"/>
                      <a:pt x="1238" y="0"/>
                      <a:pt x="79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8" name="Google Shape;4218;p59"/>
              <p:cNvSpPr/>
              <p:nvPr/>
            </p:nvSpPr>
            <p:spPr>
              <a:xfrm>
                <a:off x="2332125" y="3250525"/>
                <a:ext cx="732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489" extrusionOk="0">
                    <a:moveTo>
                      <a:pt x="251" y="0"/>
                    </a:moveTo>
                    <a:cubicBezTo>
                      <a:pt x="108" y="0"/>
                      <a:pt x="0" y="108"/>
                      <a:pt x="0" y="251"/>
                    </a:cubicBezTo>
                    <a:cubicBezTo>
                      <a:pt x="0" y="381"/>
                      <a:pt x="108" y="489"/>
                      <a:pt x="251" y="489"/>
                    </a:cubicBezTo>
                    <a:lnTo>
                      <a:pt x="2679" y="489"/>
                    </a:lnTo>
                    <a:cubicBezTo>
                      <a:pt x="2822" y="489"/>
                      <a:pt x="2929" y="381"/>
                      <a:pt x="2929" y="251"/>
                    </a:cubicBezTo>
                    <a:cubicBezTo>
                      <a:pt x="2929" y="108"/>
                      <a:pt x="2822" y="0"/>
                      <a:pt x="26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9" name="Google Shape;4219;p59"/>
              <p:cNvSpPr/>
              <p:nvPr/>
            </p:nvSpPr>
            <p:spPr>
              <a:xfrm>
                <a:off x="2332125" y="3342200"/>
                <a:ext cx="73250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501" extrusionOk="0">
                    <a:moveTo>
                      <a:pt x="251" y="1"/>
                    </a:moveTo>
                    <a:cubicBezTo>
                      <a:pt x="108" y="1"/>
                      <a:pt x="0" y="108"/>
                      <a:pt x="0" y="251"/>
                    </a:cubicBezTo>
                    <a:cubicBezTo>
                      <a:pt x="0" y="382"/>
                      <a:pt x="108" y="501"/>
                      <a:pt x="251" y="501"/>
                    </a:cubicBezTo>
                    <a:lnTo>
                      <a:pt x="2679" y="501"/>
                    </a:lnTo>
                    <a:cubicBezTo>
                      <a:pt x="2822" y="501"/>
                      <a:pt x="2929" y="382"/>
                      <a:pt x="2929" y="251"/>
                    </a:cubicBezTo>
                    <a:cubicBezTo>
                      <a:pt x="2929" y="108"/>
                      <a:pt x="2822" y="1"/>
                      <a:pt x="26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0" name="Google Shape;4220;p59"/>
              <p:cNvSpPr/>
              <p:nvPr/>
            </p:nvSpPr>
            <p:spPr>
              <a:xfrm>
                <a:off x="2450000" y="3197850"/>
                <a:ext cx="247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89" h="2180" extrusionOk="0">
                    <a:moveTo>
                      <a:pt x="477" y="0"/>
                    </a:moveTo>
                    <a:cubicBezTo>
                      <a:pt x="215" y="0"/>
                      <a:pt x="0" y="203"/>
                      <a:pt x="0" y="465"/>
                    </a:cubicBezTo>
                    <a:lnTo>
                      <a:pt x="0" y="1703"/>
                    </a:lnTo>
                    <a:cubicBezTo>
                      <a:pt x="0" y="1965"/>
                      <a:pt x="215" y="2179"/>
                      <a:pt x="477" y="2179"/>
                    </a:cubicBezTo>
                    <a:lnTo>
                      <a:pt x="512" y="2179"/>
                    </a:lnTo>
                    <a:cubicBezTo>
                      <a:pt x="774" y="2179"/>
                      <a:pt x="989" y="1965"/>
                      <a:pt x="989" y="1703"/>
                    </a:cubicBezTo>
                    <a:lnTo>
                      <a:pt x="989" y="465"/>
                    </a:lnTo>
                    <a:cubicBezTo>
                      <a:pt x="989" y="203"/>
                      <a:pt x="774" y="0"/>
                      <a:pt x="51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1" name="Google Shape;4221;p59"/>
              <p:cNvSpPr/>
              <p:nvPr/>
            </p:nvSpPr>
            <p:spPr>
              <a:xfrm>
                <a:off x="2450000" y="3361250"/>
                <a:ext cx="24725" cy="54500"/>
              </a:xfrm>
              <a:custGeom>
                <a:avLst/>
                <a:gdLst/>
                <a:ahLst/>
                <a:cxnLst/>
                <a:rect l="l" t="t" r="r" b="b"/>
                <a:pathLst>
                  <a:path w="989" h="2180" extrusionOk="0">
                    <a:moveTo>
                      <a:pt x="477" y="1"/>
                    </a:moveTo>
                    <a:cubicBezTo>
                      <a:pt x="215" y="1"/>
                      <a:pt x="0" y="215"/>
                      <a:pt x="0" y="477"/>
                    </a:cubicBezTo>
                    <a:lnTo>
                      <a:pt x="0" y="1715"/>
                    </a:lnTo>
                    <a:cubicBezTo>
                      <a:pt x="0" y="1977"/>
                      <a:pt x="215" y="2180"/>
                      <a:pt x="477" y="2180"/>
                    </a:cubicBezTo>
                    <a:lnTo>
                      <a:pt x="512" y="2180"/>
                    </a:lnTo>
                    <a:cubicBezTo>
                      <a:pt x="774" y="2180"/>
                      <a:pt x="989" y="1977"/>
                      <a:pt x="989" y="1715"/>
                    </a:cubicBezTo>
                    <a:lnTo>
                      <a:pt x="989" y="477"/>
                    </a:lnTo>
                    <a:cubicBezTo>
                      <a:pt x="989" y="215"/>
                      <a:pt x="774" y="1"/>
                      <a:pt x="51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2" name="Google Shape;4222;p59"/>
              <p:cNvSpPr/>
              <p:nvPr/>
            </p:nvSpPr>
            <p:spPr>
              <a:xfrm>
                <a:off x="2434825" y="3229400"/>
                <a:ext cx="55075" cy="147350"/>
              </a:xfrm>
              <a:custGeom>
                <a:avLst/>
                <a:gdLst/>
                <a:ahLst/>
                <a:cxnLst/>
                <a:rect l="l" t="t" r="r" b="b"/>
                <a:pathLst>
                  <a:path w="2203" h="5894" extrusionOk="0">
                    <a:moveTo>
                      <a:pt x="464" y="0"/>
                    </a:moveTo>
                    <a:cubicBezTo>
                      <a:pt x="214" y="0"/>
                      <a:pt x="0" y="215"/>
                      <a:pt x="0" y="477"/>
                    </a:cubicBezTo>
                    <a:lnTo>
                      <a:pt x="0" y="5430"/>
                    </a:lnTo>
                    <a:cubicBezTo>
                      <a:pt x="0" y="5692"/>
                      <a:pt x="214" y="5894"/>
                      <a:pt x="464" y="5894"/>
                    </a:cubicBezTo>
                    <a:lnTo>
                      <a:pt x="1727" y="5894"/>
                    </a:lnTo>
                    <a:cubicBezTo>
                      <a:pt x="1988" y="5894"/>
                      <a:pt x="2203" y="5692"/>
                      <a:pt x="2203" y="5430"/>
                    </a:cubicBezTo>
                    <a:lnTo>
                      <a:pt x="2203" y="477"/>
                    </a:lnTo>
                    <a:cubicBezTo>
                      <a:pt x="2203" y="215"/>
                      <a:pt x="1988" y="0"/>
                      <a:pt x="1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3" name="Google Shape;4223;p59"/>
              <p:cNvSpPr/>
              <p:nvPr/>
            </p:nvSpPr>
            <p:spPr>
              <a:xfrm>
                <a:off x="2442250" y="3283275"/>
                <a:ext cx="40225" cy="39900"/>
              </a:xfrm>
              <a:custGeom>
                <a:avLst/>
                <a:gdLst/>
                <a:ahLst/>
                <a:cxnLst/>
                <a:rect l="l" t="t" r="r" b="b"/>
                <a:pathLst>
                  <a:path w="1609" h="1596" extrusionOk="0">
                    <a:moveTo>
                      <a:pt x="799" y="0"/>
                    </a:moveTo>
                    <a:cubicBezTo>
                      <a:pt x="358" y="0"/>
                      <a:pt x="1" y="358"/>
                      <a:pt x="1" y="798"/>
                    </a:cubicBezTo>
                    <a:cubicBezTo>
                      <a:pt x="1" y="1239"/>
                      <a:pt x="358" y="1596"/>
                      <a:pt x="799" y="1596"/>
                    </a:cubicBezTo>
                    <a:cubicBezTo>
                      <a:pt x="1251" y="1596"/>
                      <a:pt x="1608" y="1239"/>
                      <a:pt x="1608" y="798"/>
                    </a:cubicBezTo>
                    <a:cubicBezTo>
                      <a:pt x="1608" y="358"/>
                      <a:pt x="1239" y="0"/>
                      <a:pt x="79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4" name="Google Shape;4224;p59"/>
              <p:cNvSpPr/>
              <p:nvPr/>
            </p:nvSpPr>
            <p:spPr>
              <a:xfrm>
                <a:off x="2426175" y="3251125"/>
                <a:ext cx="732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489" extrusionOk="0">
                    <a:moveTo>
                      <a:pt x="251" y="0"/>
                    </a:moveTo>
                    <a:cubicBezTo>
                      <a:pt x="108" y="0"/>
                      <a:pt x="1" y="108"/>
                      <a:pt x="1" y="251"/>
                    </a:cubicBezTo>
                    <a:cubicBezTo>
                      <a:pt x="1" y="381"/>
                      <a:pt x="108" y="489"/>
                      <a:pt x="251" y="489"/>
                    </a:cubicBezTo>
                    <a:lnTo>
                      <a:pt x="2680" y="489"/>
                    </a:lnTo>
                    <a:cubicBezTo>
                      <a:pt x="2811" y="489"/>
                      <a:pt x="2930" y="381"/>
                      <a:pt x="2930" y="251"/>
                    </a:cubicBezTo>
                    <a:cubicBezTo>
                      <a:pt x="2930" y="108"/>
                      <a:pt x="2811" y="0"/>
                      <a:pt x="26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5" name="Google Shape;4225;p59"/>
              <p:cNvSpPr/>
              <p:nvPr/>
            </p:nvSpPr>
            <p:spPr>
              <a:xfrm>
                <a:off x="2426175" y="3342800"/>
                <a:ext cx="73250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501" extrusionOk="0">
                    <a:moveTo>
                      <a:pt x="251" y="1"/>
                    </a:moveTo>
                    <a:cubicBezTo>
                      <a:pt x="108" y="1"/>
                      <a:pt x="1" y="108"/>
                      <a:pt x="1" y="251"/>
                    </a:cubicBezTo>
                    <a:cubicBezTo>
                      <a:pt x="1" y="382"/>
                      <a:pt x="108" y="501"/>
                      <a:pt x="251" y="501"/>
                    </a:cubicBezTo>
                    <a:lnTo>
                      <a:pt x="2680" y="501"/>
                    </a:lnTo>
                    <a:cubicBezTo>
                      <a:pt x="2811" y="501"/>
                      <a:pt x="2930" y="382"/>
                      <a:pt x="2930" y="251"/>
                    </a:cubicBezTo>
                    <a:cubicBezTo>
                      <a:pt x="2930" y="108"/>
                      <a:pt x="2811" y="1"/>
                      <a:pt x="268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6" name="Google Shape;4226;p59"/>
              <p:cNvSpPr/>
              <p:nvPr/>
            </p:nvSpPr>
            <p:spPr>
              <a:xfrm>
                <a:off x="2340150" y="3415725"/>
                <a:ext cx="150950" cy="27400"/>
              </a:xfrm>
              <a:custGeom>
                <a:avLst/>
                <a:gdLst/>
                <a:ahLst/>
                <a:cxnLst/>
                <a:rect l="l" t="t" r="r" b="b"/>
                <a:pathLst>
                  <a:path w="6038" h="1096" extrusionOk="0">
                    <a:moveTo>
                      <a:pt x="1" y="1"/>
                    </a:moveTo>
                    <a:lnTo>
                      <a:pt x="1" y="691"/>
                    </a:lnTo>
                    <a:cubicBezTo>
                      <a:pt x="1" y="917"/>
                      <a:pt x="180" y="1096"/>
                      <a:pt x="394" y="1096"/>
                    </a:cubicBezTo>
                    <a:lnTo>
                      <a:pt x="5645" y="1096"/>
                    </a:lnTo>
                    <a:cubicBezTo>
                      <a:pt x="5859" y="1096"/>
                      <a:pt x="6037" y="917"/>
                      <a:pt x="6037" y="691"/>
                    </a:cubicBezTo>
                    <a:lnTo>
                      <a:pt x="603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7" name="Google Shape;4227;p59"/>
              <p:cNvSpPr/>
              <p:nvPr/>
            </p:nvSpPr>
            <p:spPr>
              <a:xfrm>
                <a:off x="2299675" y="3409475"/>
                <a:ext cx="2319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9276" h="275" extrusionOk="0">
                    <a:moveTo>
                      <a:pt x="155" y="1"/>
                    </a:moveTo>
                    <a:cubicBezTo>
                      <a:pt x="72" y="1"/>
                      <a:pt x="1" y="60"/>
                      <a:pt x="1" y="143"/>
                    </a:cubicBezTo>
                    <a:cubicBezTo>
                      <a:pt x="1" y="215"/>
                      <a:pt x="72" y="274"/>
                      <a:pt x="155" y="274"/>
                    </a:cubicBezTo>
                    <a:lnTo>
                      <a:pt x="9121" y="274"/>
                    </a:lnTo>
                    <a:cubicBezTo>
                      <a:pt x="9204" y="274"/>
                      <a:pt x="9276" y="215"/>
                      <a:pt x="9276" y="143"/>
                    </a:cubicBezTo>
                    <a:cubicBezTo>
                      <a:pt x="9276" y="60"/>
                      <a:pt x="9204" y="1"/>
                      <a:pt x="9121" y="1"/>
                    </a:cubicBezTo>
                    <a:close/>
                  </a:path>
                </a:pathLst>
              </a:custGeom>
              <a:solidFill>
                <a:srgbClr val="B0B0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8" name="Google Shape;4228;p59"/>
              <p:cNvSpPr/>
              <p:nvPr/>
            </p:nvSpPr>
            <p:spPr>
              <a:xfrm>
                <a:off x="2345825" y="3169575"/>
                <a:ext cx="139925" cy="42275"/>
              </a:xfrm>
              <a:custGeom>
                <a:avLst/>
                <a:gdLst/>
                <a:ahLst/>
                <a:cxnLst/>
                <a:rect l="l" t="t" r="r" b="b"/>
                <a:pathLst>
                  <a:path w="5597" h="1691" extrusionOk="0">
                    <a:moveTo>
                      <a:pt x="393" y="0"/>
                    </a:moveTo>
                    <a:cubicBezTo>
                      <a:pt x="179" y="0"/>
                      <a:pt x="0" y="179"/>
                      <a:pt x="0" y="393"/>
                    </a:cubicBezTo>
                    <a:lnTo>
                      <a:pt x="0" y="1286"/>
                    </a:lnTo>
                    <a:cubicBezTo>
                      <a:pt x="0" y="1512"/>
                      <a:pt x="179" y="1691"/>
                      <a:pt x="393" y="1691"/>
                    </a:cubicBezTo>
                    <a:lnTo>
                      <a:pt x="5191" y="1691"/>
                    </a:lnTo>
                    <a:cubicBezTo>
                      <a:pt x="5418" y="1691"/>
                      <a:pt x="5596" y="1512"/>
                      <a:pt x="5596" y="1286"/>
                    </a:cubicBezTo>
                    <a:lnTo>
                      <a:pt x="5596" y="393"/>
                    </a:lnTo>
                    <a:cubicBezTo>
                      <a:pt x="5596" y="179"/>
                      <a:pt x="5418" y="0"/>
                      <a:pt x="519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9" name="Google Shape;4229;p59"/>
              <p:cNvSpPr/>
              <p:nvPr/>
            </p:nvSpPr>
            <p:spPr>
              <a:xfrm>
                <a:off x="2248475" y="3133550"/>
                <a:ext cx="13425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442" extrusionOk="0">
                    <a:moveTo>
                      <a:pt x="1" y="1"/>
                    </a:moveTo>
                    <a:lnTo>
                      <a:pt x="1" y="1441"/>
                    </a:lnTo>
                    <a:lnTo>
                      <a:pt x="537" y="1441"/>
                    </a:lnTo>
                    <a:lnTo>
                      <a:pt x="5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0" name="Google Shape;4230;p59"/>
              <p:cNvSpPr/>
              <p:nvPr/>
            </p:nvSpPr>
            <p:spPr>
              <a:xfrm>
                <a:off x="2248475" y="3173425"/>
                <a:ext cx="134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537" h="1430" extrusionOk="0">
                    <a:moveTo>
                      <a:pt x="1" y="1"/>
                    </a:moveTo>
                    <a:lnTo>
                      <a:pt x="1" y="1430"/>
                    </a:lnTo>
                    <a:lnTo>
                      <a:pt x="537" y="1430"/>
                    </a:lnTo>
                    <a:lnTo>
                      <a:pt x="53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1" name="Google Shape;4231;p59"/>
              <p:cNvSpPr/>
              <p:nvPr/>
            </p:nvSpPr>
            <p:spPr>
              <a:xfrm>
                <a:off x="2225575" y="3204700"/>
                <a:ext cx="59250" cy="29475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1179" extrusionOk="0">
                    <a:moveTo>
                      <a:pt x="1179" y="0"/>
                    </a:moveTo>
                    <a:cubicBezTo>
                      <a:pt x="536" y="0"/>
                      <a:pt x="0" y="524"/>
                      <a:pt x="0" y="1179"/>
                    </a:cubicBezTo>
                    <a:lnTo>
                      <a:pt x="476" y="1179"/>
                    </a:lnTo>
                    <a:cubicBezTo>
                      <a:pt x="476" y="786"/>
                      <a:pt x="798" y="476"/>
                      <a:pt x="1179" y="476"/>
                    </a:cubicBezTo>
                    <a:cubicBezTo>
                      <a:pt x="1572" y="476"/>
                      <a:pt x="1893" y="786"/>
                      <a:pt x="1893" y="1179"/>
                    </a:cubicBezTo>
                    <a:lnTo>
                      <a:pt x="2369" y="1179"/>
                    </a:lnTo>
                    <a:cubicBezTo>
                      <a:pt x="2369" y="524"/>
                      <a:pt x="1834" y="0"/>
                      <a:pt x="117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2" name="Google Shape;4232;p59"/>
              <p:cNvSpPr/>
              <p:nvPr/>
            </p:nvSpPr>
            <p:spPr>
              <a:xfrm>
                <a:off x="2236575" y="3161825"/>
                <a:ext cx="37525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620" extrusionOk="0">
                    <a:moveTo>
                      <a:pt x="310" y="1"/>
                    </a:moveTo>
                    <a:cubicBezTo>
                      <a:pt x="132" y="1"/>
                      <a:pt x="1" y="132"/>
                      <a:pt x="1" y="310"/>
                    </a:cubicBezTo>
                    <a:cubicBezTo>
                      <a:pt x="1" y="477"/>
                      <a:pt x="132" y="620"/>
                      <a:pt x="310" y="620"/>
                    </a:cubicBezTo>
                    <a:lnTo>
                      <a:pt x="1191" y="620"/>
                    </a:lnTo>
                    <a:cubicBezTo>
                      <a:pt x="1358" y="620"/>
                      <a:pt x="1501" y="477"/>
                      <a:pt x="1501" y="310"/>
                    </a:cubicBezTo>
                    <a:cubicBezTo>
                      <a:pt x="1501" y="132"/>
                      <a:pt x="1358" y="1"/>
                      <a:pt x="11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3" name="Google Shape;4233;p59"/>
              <p:cNvSpPr/>
              <p:nvPr/>
            </p:nvSpPr>
            <p:spPr>
              <a:xfrm>
                <a:off x="2241925" y="3025200"/>
                <a:ext cx="90525" cy="126825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5073" extrusionOk="0">
                    <a:moveTo>
                      <a:pt x="1846" y="1"/>
                    </a:moveTo>
                    <a:cubicBezTo>
                      <a:pt x="834" y="1"/>
                      <a:pt x="1" y="834"/>
                      <a:pt x="1" y="1846"/>
                    </a:cubicBezTo>
                    <a:lnTo>
                      <a:pt x="1" y="5073"/>
                    </a:lnTo>
                    <a:lnTo>
                      <a:pt x="1061" y="5073"/>
                    </a:lnTo>
                    <a:lnTo>
                      <a:pt x="1061" y="1846"/>
                    </a:lnTo>
                    <a:cubicBezTo>
                      <a:pt x="1061" y="1418"/>
                      <a:pt x="1418" y="1060"/>
                      <a:pt x="1858" y="1060"/>
                    </a:cubicBezTo>
                    <a:lnTo>
                      <a:pt x="3620" y="1060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4" name="Google Shape;4234;p59"/>
              <p:cNvSpPr/>
              <p:nvPr/>
            </p:nvSpPr>
            <p:spPr>
              <a:xfrm>
                <a:off x="2302350" y="3022225"/>
                <a:ext cx="4140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299" extrusionOk="0">
                    <a:moveTo>
                      <a:pt x="394" y="1"/>
                    </a:moveTo>
                    <a:cubicBezTo>
                      <a:pt x="179" y="1"/>
                      <a:pt x="1" y="167"/>
                      <a:pt x="1" y="394"/>
                    </a:cubicBezTo>
                    <a:lnTo>
                      <a:pt x="1" y="905"/>
                    </a:lnTo>
                    <a:cubicBezTo>
                      <a:pt x="1" y="1120"/>
                      <a:pt x="179" y="1298"/>
                      <a:pt x="394" y="1298"/>
                    </a:cubicBezTo>
                    <a:lnTo>
                      <a:pt x="1263" y="1298"/>
                    </a:lnTo>
                    <a:cubicBezTo>
                      <a:pt x="1477" y="1298"/>
                      <a:pt x="1656" y="1120"/>
                      <a:pt x="1656" y="905"/>
                    </a:cubicBezTo>
                    <a:lnTo>
                      <a:pt x="1656" y="394"/>
                    </a:lnTo>
                    <a:cubicBezTo>
                      <a:pt x="1656" y="167"/>
                      <a:pt x="1477" y="1"/>
                      <a:pt x="126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5" name="Google Shape;4235;p59"/>
              <p:cNvSpPr/>
              <p:nvPr/>
            </p:nvSpPr>
            <p:spPr>
              <a:xfrm>
                <a:off x="2305925" y="3016725"/>
                <a:ext cx="65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644" extrusionOk="0">
                    <a:moveTo>
                      <a:pt x="132" y="0"/>
                    </a:moveTo>
                    <a:cubicBezTo>
                      <a:pt x="60" y="0"/>
                      <a:pt x="1" y="60"/>
                      <a:pt x="1" y="143"/>
                    </a:cubicBezTo>
                    <a:lnTo>
                      <a:pt x="1" y="1512"/>
                    </a:lnTo>
                    <a:cubicBezTo>
                      <a:pt x="1" y="1584"/>
                      <a:pt x="60" y="1643"/>
                      <a:pt x="132" y="1643"/>
                    </a:cubicBezTo>
                    <a:cubicBezTo>
                      <a:pt x="203" y="1643"/>
                      <a:pt x="263" y="1584"/>
                      <a:pt x="263" y="1512"/>
                    </a:cubicBezTo>
                    <a:lnTo>
                      <a:pt x="263" y="143"/>
                    </a:lnTo>
                    <a:cubicBezTo>
                      <a:pt x="263" y="60"/>
                      <a:pt x="203" y="0"/>
                      <a:pt x="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6" name="Google Shape;4236;p59"/>
              <p:cNvSpPr/>
              <p:nvPr/>
            </p:nvSpPr>
            <p:spPr>
              <a:xfrm>
                <a:off x="2317250" y="3016725"/>
                <a:ext cx="6850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74" h="1644" extrusionOk="0">
                    <a:moveTo>
                      <a:pt x="143" y="0"/>
                    </a:moveTo>
                    <a:cubicBezTo>
                      <a:pt x="60" y="0"/>
                      <a:pt x="0" y="60"/>
                      <a:pt x="0" y="143"/>
                    </a:cubicBezTo>
                    <a:lnTo>
                      <a:pt x="0" y="1512"/>
                    </a:lnTo>
                    <a:cubicBezTo>
                      <a:pt x="0" y="1584"/>
                      <a:pt x="60" y="1643"/>
                      <a:pt x="143" y="1643"/>
                    </a:cubicBezTo>
                    <a:cubicBezTo>
                      <a:pt x="214" y="1643"/>
                      <a:pt x="274" y="1584"/>
                      <a:pt x="274" y="1512"/>
                    </a:cubicBezTo>
                    <a:lnTo>
                      <a:pt x="274" y="143"/>
                    </a:lnTo>
                    <a:cubicBezTo>
                      <a:pt x="274" y="60"/>
                      <a:pt x="214" y="0"/>
                      <a:pt x="1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7" name="Google Shape;4237;p59"/>
              <p:cNvSpPr/>
              <p:nvPr/>
            </p:nvSpPr>
            <p:spPr>
              <a:xfrm>
                <a:off x="2236275" y="3076100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1"/>
                    </a:moveTo>
                    <a:cubicBezTo>
                      <a:pt x="72" y="1"/>
                      <a:pt x="1" y="72"/>
                      <a:pt x="1" y="144"/>
                    </a:cubicBezTo>
                    <a:cubicBezTo>
                      <a:pt x="1" y="227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5"/>
                      <a:pt x="1513" y="144"/>
                    </a:cubicBezTo>
                    <a:cubicBezTo>
                      <a:pt x="1513" y="60"/>
                      <a:pt x="1441" y="1"/>
                      <a:pt x="13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8" name="Google Shape;4238;p59"/>
              <p:cNvSpPr/>
              <p:nvPr/>
            </p:nvSpPr>
            <p:spPr>
              <a:xfrm>
                <a:off x="2236275" y="3117775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0"/>
                    </a:moveTo>
                    <a:cubicBezTo>
                      <a:pt x="72" y="0"/>
                      <a:pt x="1" y="60"/>
                      <a:pt x="1" y="143"/>
                    </a:cubicBezTo>
                    <a:cubicBezTo>
                      <a:pt x="1" y="227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5"/>
                      <a:pt x="1513" y="143"/>
                    </a:cubicBezTo>
                    <a:cubicBezTo>
                      <a:pt x="1513" y="60"/>
                      <a:pt x="1441" y="0"/>
                      <a:pt x="13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9" name="Google Shape;4239;p59"/>
              <p:cNvSpPr/>
              <p:nvPr/>
            </p:nvSpPr>
            <p:spPr>
              <a:xfrm>
                <a:off x="2236275" y="3096950"/>
                <a:ext cx="378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6" extrusionOk="0">
                    <a:moveTo>
                      <a:pt x="144" y="0"/>
                    </a:moveTo>
                    <a:cubicBezTo>
                      <a:pt x="72" y="0"/>
                      <a:pt x="1" y="60"/>
                      <a:pt x="1" y="143"/>
                    </a:cubicBezTo>
                    <a:cubicBezTo>
                      <a:pt x="1" y="226"/>
                      <a:pt x="72" y="286"/>
                      <a:pt x="144" y="286"/>
                    </a:cubicBezTo>
                    <a:lnTo>
                      <a:pt x="1370" y="286"/>
                    </a:lnTo>
                    <a:cubicBezTo>
                      <a:pt x="1441" y="286"/>
                      <a:pt x="1513" y="214"/>
                      <a:pt x="1513" y="143"/>
                    </a:cubicBezTo>
                    <a:cubicBezTo>
                      <a:pt x="1513" y="60"/>
                      <a:pt x="1441" y="0"/>
                      <a:pt x="13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0" name="Google Shape;4240;p59"/>
              <p:cNvSpPr/>
              <p:nvPr/>
            </p:nvSpPr>
            <p:spPr>
              <a:xfrm>
                <a:off x="2236275" y="3138600"/>
                <a:ext cx="378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287" extrusionOk="0">
                    <a:moveTo>
                      <a:pt x="144" y="1"/>
                    </a:moveTo>
                    <a:cubicBezTo>
                      <a:pt x="72" y="1"/>
                      <a:pt x="1" y="60"/>
                      <a:pt x="1" y="144"/>
                    </a:cubicBezTo>
                    <a:cubicBezTo>
                      <a:pt x="1" y="227"/>
                      <a:pt x="72" y="287"/>
                      <a:pt x="144" y="287"/>
                    </a:cubicBezTo>
                    <a:lnTo>
                      <a:pt x="1370" y="287"/>
                    </a:lnTo>
                    <a:cubicBezTo>
                      <a:pt x="1441" y="287"/>
                      <a:pt x="1513" y="215"/>
                      <a:pt x="1513" y="144"/>
                    </a:cubicBezTo>
                    <a:cubicBezTo>
                      <a:pt x="1513" y="60"/>
                      <a:pt x="1441" y="1"/>
                      <a:pt x="13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1" name="Google Shape;4241;p59"/>
              <p:cNvSpPr/>
              <p:nvPr/>
            </p:nvSpPr>
            <p:spPr>
              <a:xfrm>
                <a:off x="2569650" y="3133550"/>
                <a:ext cx="13125" cy="36050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42" extrusionOk="0">
                    <a:moveTo>
                      <a:pt x="1" y="1"/>
                    </a:moveTo>
                    <a:lnTo>
                      <a:pt x="1" y="1441"/>
                    </a:lnTo>
                    <a:lnTo>
                      <a:pt x="525" y="1441"/>
                    </a:lnTo>
                    <a:lnTo>
                      <a:pt x="5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2" name="Google Shape;4242;p59"/>
              <p:cNvSpPr/>
              <p:nvPr/>
            </p:nvSpPr>
            <p:spPr>
              <a:xfrm>
                <a:off x="2569650" y="3173425"/>
                <a:ext cx="13125" cy="35750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430" extrusionOk="0">
                    <a:moveTo>
                      <a:pt x="1" y="1"/>
                    </a:moveTo>
                    <a:lnTo>
                      <a:pt x="1" y="1430"/>
                    </a:lnTo>
                    <a:lnTo>
                      <a:pt x="525" y="1430"/>
                    </a:lnTo>
                    <a:lnTo>
                      <a:pt x="5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3" name="Google Shape;4243;p59"/>
              <p:cNvSpPr/>
              <p:nvPr/>
            </p:nvSpPr>
            <p:spPr>
              <a:xfrm>
                <a:off x="2546725" y="3204700"/>
                <a:ext cx="58975" cy="29475"/>
              </a:xfrm>
              <a:custGeom>
                <a:avLst/>
                <a:gdLst/>
                <a:ahLst/>
                <a:cxnLst/>
                <a:rect l="l" t="t" r="r" b="b"/>
                <a:pathLst>
                  <a:path w="2359" h="1179" extrusionOk="0">
                    <a:moveTo>
                      <a:pt x="1180" y="0"/>
                    </a:moveTo>
                    <a:cubicBezTo>
                      <a:pt x="525" y="0"/>
                      <a:pt x="1" y="524"/>
                      <a:pt x="1" y="1179"/>
                    </a:cubicBezTo>
                    <a:lnTo>
                      <a:pt x="477" y="1179"/>
                    </a:lnTo>
                    <a:cubicBezTo>
                      <a:pt x="477" y="786"/>
                      <a:pt x="787" y="476"/>
                      <a:pt x="1180" y="476"/>
                    </a:cubicBezTo>
                    <a:cubicBezTo>
                      <a:pt x="1573" y="476"/>
                      <a:pt x="1882" y="786"/>
                      <a:pt x="1882" y="1179"/>
                    </a:cubicBezTo>
                    <a:lnTo>
                      <a:pt x="2358" y="1179"/>
                    </a:lnTo>
                    <a:cubicBezTo>
                      <a:pt x="2358" y="524"/>
                      <a:pt x="1834" y="0"/>
                      <a:pt x="118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4" name="Google Shape;4244;p59"/>
              <p:cNvSpPr/>
              <p:nvPr/>
            </p:nvSpPr>
            <p:spPr>
              <a:xfrm>
                <a:off x="2557438" y="3161825"/>
                <a:ext cx="37525" cy="1550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620" extrusionOk="0">
                    <a:moveTo>
                      <a:pt x="310" y="1"/>
                    </a:moveTo>
                    <a:cubicBezTo>
                      <a:pt x="143" y="1"/>
                      <a:pt x="1" y="132"/>
                      <a:pt x="1" y="310"/>
                    </a:cubicBezTo>
                    <a:cubicBezTo>
                      <a:pt x="1" y="477"/>
                      <a:pt x="143" y="620"/>
                      <a:pt x="310" y="620"/>
                    </a:cubicBezTo>
                    <a:lnTo>
                      <a:pt x="1191" y="620"/>
                    </a:lnTo>
                    <a:cubicBezTo>
                      <a:pt x="1358" y="620"/>
                      <a:pt x="1501" y="477"/>
                      <a:pt x="1501" y="310"/>
                    </a:cubicBezTo>
                    <a:cubicBezTo>
                      <a:pt x="1501" y="132"/>
                      <a:pt x="1358" y="1"/>
                      <a:pt x="11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5" name="Google Shape;4245;p59"/>
              <p:cNvSpPr/>
              <p:nvPr/>
            </p:nvSpPr>
            <p:spPr>
              <a:xfrm>
                <a:off x="2498800" y="3025200"/>
                <a:ext cx="90525" cy="126825"/>
              </a:xfrm>
              <a:custGeom>
                <a:avLst/>
                <a:gdLst/>
                <a:ahLst/>
                <a:cxnLst/>
                <a:rect l="l" t="t" r="r" b="b"/>
                <a:pathLst>
                  <a:path w="3621" h="5073" extrusionOk="0">
                    <a:moveTo>
                      <a:pt x="1" y="1"/>
                    </a:moveTo>
                    <a:lnTo>
                      <a:pt x="1" y="1060"/>
                    </a:lnTo>
                    <a:lnTo>
                      <a:pt x="1775" y="1060"/>
                    </a:lnTo>
                    <a:cubicBezTo>
                      <a:pt x="2216" y="1060"/>
                      <a:pt x="2573" y="1418"/>
                      <a:pt x="2573" y="1846"/>
                    </a:cubicBezTo>
                    <a:lnTo>
                      <a:pt x="2573" y="5073"/>
                    </a:lnTo>
                    <a:lnTo>
                      <a:pt x="3620" y="5073"/>
                    </a:lnTo>
                    <a:lnTo>
                      <a:pt x="3620" y="1846"/>
                    </a:lnTo>
                    <a:cubicBezTo>
                      <a:pt x="3620" y="834"/>
                      <a:pt x="2799" y="1"/>
                      <a:pt x="177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6" name="Google Shape;4246;p59"/>
              <p:cNvSpPr/>
              <p:nvPr/>
            </p:nvSpPr>
            <p:spPr>
              <a:xfrm>
                <a:off x="2487800" y="3022225"/>
                <a:ext cx="4140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656" h="1299" extrusionOk="0">
                    <a:moveTo>
                      <a:pt x="393" y="1"/>
                    </a:moveTo>
                    <a:cubicBezTo>
                      <a:pt x="167" y="1"/>
                      <a:pt x="0" y="167"/>
                      <a:pt x="0" y="394"/>
                    </a:cubicBezTo>
                    <a:lnTo>
                      <a:pt x="0" y="905"/>
                    </a:lnTo>
                    <a:cubicBezTo>
                      <a:pt x="0" y="1120"/>
                      <a:pt x="179" y="1298"/>
                      <a:pt x="393" y="1298"/>
                    </a:cubicBezTo>
                    <a:lnTo>
                      <a:pt x="1251" y="1298"/>
                    </a:lnTo>
                    <a:cubicBezTo>
                      <a:pt x="1477" y="1298"/>
                      <a:pt x="1655" y="1120"/>
                      <a:pt x="1655" y="905"/>
                    </a:cubicBezTo>
                    <a:lnTo>
                      <a:pt x="1655" y="394"/>
                    </a:lnTo>
                    <a:cubicBezTo>
                      <a:pt x="1655" y="167"/>
                      <a:pt x="1477" y="1"/>
                      <a:pt x="1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7" name="Google Shape;4247;p59"/>
              <p:cNvSpPr/>
              <p:nvPr/>
            </p:nvSpPr>
            <p:spPr>
              <a:xfrm>
                <a:off x="2518750" y="3016725"/>
                <a:ext cx="68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75" h="1644" extrusionOk="0">
                    <a:moveTo>
                      <a:pt x="132" y="0"/>
                    </a:moveTo>
                    <a:cubicBezTo>
                      <a:pt x="60" y="0"/>
                      <a:pt x="1" y="60"/>
                      <a:pt x="1" y="143"/>
                    </a:cubicBezTo>
                    <a:lnTo>
                      <a:pt x="1" y="1512"/>
                    </a:lnTo>
                    <a:cubicBezTo>
                      <a:pt x="1" y="1584"/>
                      <a:pt x="60" y="1643"/>
                      <a:pt x="132" y="1643"/>
                    </a:cubicBezTo>
                    <a:cubicBezTo>
                      <a:pt x="215" y="1643"/>
                      <a:pt x="275" y="1584"/>
                      <a:pt x="275" y="1512"/>
                    </a:cubicBezTo>
                    <a:lnTo>
                      <a:pt x="275" y="143"/>
                    </a:lnTo>
                    <a:cubicBezTo>
                      <a:pt x="275" y="60"/>
                      <a:pt x="215" y="0"/>
                      <a:pt x="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8" name="Google Shape;4248;p59"/>
              <p:cNvSpPr/>
              <p:nvPr/>
            </p:nvSpPr>
            <p:spPr>
              <a:xfrm>
                <a:off x="2507450" y="3016725"/>
                <a:ext cx="6575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644" extrusionOk="0">
                    <a:moveTo>
                      <a:pt x="131" y="0"/>
                    </a:moveTo>
                    <a:cubicBezTo>
                      <a:pt x="60" y="0"/>
                      <a:pt x="0" y="60"/>
                      <a:pt x="0" y="143"/>
                    </a:cubicBezTo>
                    <a:lnTo>
                      <a:pt x="0" y="1512"/>
                    </a:lnTo>
                    <a:cubicBezTo>
                      <a:pt x="0" y="1584"/>
                      <a:pt x="60" y="1643"/>
                      <a:pt x="131" y="1643"/>
                    </a:cubicBezTo>
                    <a:cubicBezTo>
                      <a:pt x="203" y="1643"/>
                      <a:pt x="262" y="1584"/>
                      <a:pt x="262" y="1512"/>
                    </a:cubicBezTo>
                    <a:lnTo>
                      <a:pt x="262" y="143"/>
                    </a:lnTo>
                    <a:cubicBezTo>
                      <a:pt x="262" y="60"/>
                      <a:pt x="203" y="0"/>
                      <a:pt x="1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9" name="Google Shape;4249;p59"/>
              <p:cNvSpPr/>
              <p:nvPr/>
            </p:nvSpPr>
            <p:spPr>
              <a:xfrm>
                <a:off x="2557450" y="3076100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1"/>
                    </a:moveTo>
                    <a:cubicBezTo>
                      <a:pt x="60" y="1"/>
                      <a:pt x="1" y="60"/>
                      <a:pt x="1" y="144"/>
                    </a:cubicBezTo>
                    <a:cubicBezTo>
                      <a:pt x="1" y="215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7"/>
                      <a:pt x="1501" y="144"/>
                    </a:cubicBezTo>
                    <a:cubicBezTo>
                      <a:pt x="1501" y="72"/>
                      <a:pt x="1441" y="1"/>
                      <a:pt x="13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0" name="Google Shape;4250;p59"/>
              <p:cNvSpPr/>
              <p:nvPr/>
            </p:nvSpPr>
            <p:spPr>
              <a:xfrm>
                <a:off x="2557450" y="3117775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0"/>
                    </a:moveTo>
                    <a:cubicBezTo>
                      <a:pt x="60" y="0"/>
                      <a:pt x="1" y="60"/>
                      <a:pt x="1" y="143"/>
                    </a:cubicBezTo>
                    <a:cubicBezTo>
                      <a:pt x="1" y="215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7"/>
                      <a:pt x="1501" y="143"/>
                    </a:cubicBezTo>
                    <a:cubicBezTo>
                      <a:pt x="1501" y="60"/>
                      <a:pt x="1441" y="0"/>
                      <a:pt x="13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1" name="Google Shape;4251;p59"/>
              <p:cNvSpPr/>
              <p:nvPr/>
            </p:nvSpPr>
            <p:spPr>
              <a:xfrm>
                <a:off x="2557450" y="3096950"/>
                <a:ext cx="37525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6" extrusionOk="0">
                    <a:moveTo>
                      <a:pt x="143" y="0"/>
                    </a:moveTo>
                    <a:cubicBezTo>
                      <a:pt x="60" y="0"/>
                      <a:pt x="1" y="60"/>
                      <a:pt x="1" y="143"/>
                    </a:cubicBezTo>
                    <a:cubicBezTo>
                      <a:pt x="1" y="214"/>
                      <a:pt x="60" y="286"/>
                      <a:pt x="143" y="286"/>
                    </a:cubicBezTo>
                    <a:lnTo>
                      <a:pt x="1358" y="286"/>
                    </a:lnTo>
                    <a:cubicBezTo>
                      <a:pt x="1441" y="286"/>
                      <a:pt x="1501" y="226"/>
                      <a:pt x="1501" y="143"/>
                    </a:cubicBezTo>
                    <a:cubicBezTo>
                      <a:pt x="1501" y="60"/>
                      <a:pt x="1441" y="0"/>
                      <a:pt x="13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2" name="Google Shape;4252;p59"/>
              <p:cNvSpPr/>
              <p:nvPr/>
            </p:nvSpPr>
            <p:spPr>
              <a:xfrm>
                <a:off x="2557450" y="3138600"/>
                <a:ext cx="37525" cy="7175"/>
              </a:xfrm>
              <a:custGeom>
                <a:avLst/>
                <a:gdLst/>
                <a:ahLst/>
                <a:cxnLst/>
                <a:rect l="l" t="t" r="r" b="b"/>
                <a:pathLst>
                  <a:path w="1501" h="287" extrusionOk="0">
                    <a:moveTo>
                      <a:pt x="143" y="1"/>
                    </a:moveTo>
                    <a:cubicBezTo>
                      <a:pt x="60" y="1"/>
                      <a:pt x="1" y="60"/>
                      <a:pt x="1" y="144"/>
                    </a:cubicBezTo>
                    <a:cubicBezTo>
                      <a:pt x="1" y="215"/>
                      <a:pt x="60" y="287"/>
                      <a:pt x="143" y="287"/>
                    </a:cubicBezTo>
                    <a:lnTo>
                      <a:pt x="1358" y="287"/>
                    </a:lnTo>
                    <a:cubicBezTo>
                      <a:pt x="1441" y="287"/>
                      <a:pt x="1501" y="227"/>
                      <a:pt x="1501" y="144"/>
                    </a:cubicBezTo>
                    <a:cubicBezTo>
                      <a:pt x="1501" y="60"/>
                      <a:pt x="1441" y="1"/>
                      <a:pt x="135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3" name="Google Shape;4253;p59"/>
              <p:cNvSpPr/>
              <p:nvPr/>
            </p:nvSpPr>
            <p:spPr>
              <a:xfrm>
                <a:off x="2391050" y="2983525"/>
                <a:ext cx="49150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1966" h="1216" extrusionOk="0">
                    <a:moveTo>
                      <a:pt x="1" y="1"/>
                    </a:moveTo>
                    <a:lnTo>
                      <a:pt x="1" y="1215"/>
                    </a:lnTo>
                    <a:lnTo>
                      <a:pt x="1965" y="1215"/>
                    </a:lnTo>
                    <a:lnTo>
                      <a:pt x="196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4" name="Google Shape;4254;p59"/>
              <p:cNvSpPr/>
              <p:nvPr/>
            </p:nvSpPr>
            <p:spPr>
              <a:xfrm>
                <a:off x="2398200" y="2801950"/>
                <a:ext cx="351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1406" extrusionOk="0">
                    <a:moveTo>
                      <a:pt x="703" y="1"/>
                    </a:moveTo>
                    <a:cubicBezTo>
                      <a:pt x="310" y="1"/>
                      <a:pt x="1" y="322"/>
                      <a:pt x="1" y="703"/>
                    </a:cubicBezTo>
                    <a:cubicBezTo>
                      <a:pt x="1" y="1096"/>
                      <a:pt x="310" y="1406"/>
                      <a:pt x="703" y="1406"/>
                    </a:cubicBezTo>
                    <a:cubicBezTo>
                      <a:pt x="1084" y="1406"/>
                      <a:pt x="1406" y="1096"/>
                      <a:pt x="1406" y="703"/>
                    </a:cubicBezTo>
                    <a:cubicBezTo>
                      <a:pt x="1406" y="322"/>
                      <a:pt x="1084" y="1"/>
                      <a:pt x="7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5" name="Google Shape;4255;p59"/>
              <p:cNvSpPr/>
              <p:nvPr/>
            </p:nvSpPr>
            <p:spPr>
              <a:xfrm>
                <a:off x="2315150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87" y="1548"/>
                    </a:cubicBezTo>
                    <a:cubicBezTo>
                      <a:pt x="1215" y="1548"/>
                      <a:pt x="1561" y="1203"/>
                      <a:pt x="1561" y="774"/>
                    </a:cubicBezTo>
                    <a:cubicBezTo>
                      <a:pt x="1561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6" name="Google Shape;4256;p59"/>
              <p:cNvSpPr/>
              <p:nvPr/>
            </p:nvSpPr>
            <p:spPr>
              <a:xfrm>
                <a:off x="2477075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58" y="0"/>
                      <a:pt x="1" y="346"/>
                      <a:pt x="1" y="774"/>
                    </a:cubicBezTo>
                    <a:cubicBezTo>
                      <a:pt x="1" y="1203"/>
                      <a:pt x="358" y="1548"/>
                      <a:pt x="787" y="1548"/>
                    </a:cubicBezTo>
                    <a:cubicBezTo>
                      <a:pt x="1215" y="1548"/>
                      <a:pt x="1561" y="1203"/>
                      <a:pt x="1561" y="774"/>
                    </a:cubicBezTo>
                    <a:cubicBezTo>
                      <a:pt x="1561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7" name="Google Shape;4257;p59"/>
              <p:cNvSpPr/>
              <p:nvPr/>
            </p:nvSpPr>
            <p:spPr>
              <a:xfrm>
                <a:off x="2334800" y="2819525"/>
                <a:ext cx="161950" cy="166700"/>
              </a:xfrm>
              <a:custGeom>
                <a:avLst/>
                <a:gdLst/>
                <a:ahLst/>
                <a:cxnLst/>
                <a:rect l="l" t="t" r="r" b="b"/>
                <a:pathLst>
                  <a:path w="6478" h="6668" extrusionOk="0">
                    <a:moveTo>
                      <a:pt x="453" y="0"/>
                    </a:moveTo>
                    <a:cubicBezTo>
                      <a:pt x="203" y="0"/>
                      <a:pt x="1" y="215"/>
                      <a:pt x="1" y="465"/>
                    </a:cubicBezTo>
                    <a:lnTo>
                      <a:pt x="1" y="6204"/>
                    </a:lnTo>
                    <a:cubicBezTo>
                      <a:pt x="1" y="6454"/>
                      <a:pt x="203" y="6668"/>
                      <a:pt x="453" y="6668"/>
                    </a:cubicBezTo>
                    <a:lnTo>
                      <a:pt x="6013" y="6668"/>
                    </a:lnTo>
                    <a:cubicBezTo>
                      <a:pt x="6275" y="6668"/>
                      <a:pt x="6478" y="6454"/>
                      <a:pt x="6478" y="6204"/>
                    </a:cubicBezTo>
                    <a:lnTo>
                      <a:pt x="6478" y="465"/>
                    </a:lnTo>
                    <a:cubicBezTo>
                      <a:pt x="6478" y="215"/>
                      <a:pt x="6275" y="0"/>
                      <a:pt x="601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8" name="Google Shape;4258;p59"/>
              <p:cNvSpPr/>
              <p:nvPr/>
            </p:nvSpPr>
            <p:spPr>
              <a:xfrm>
                <a:off x="2327075" y="2878150"/>
                <a:ext cx="7750" cy="4945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1978" extrusionOk="0">
                    <a:moveTo>
                      <a:pt x="155" y="1"/>
                    </a:moveTo>
                    <a:cubicBezTo>
                      <a:pt x="60" y="1"/>
                      <a:pt x="0" y="72"/>
                      <a:pt x="0" y="156"/>
                    </a:cubicBezTo>
                    <a:lnTo>
                      <a:pt x="0" y="1823"/>
                    </a:lnTo>
                    <a:cubicBezTo>
                      <a:pt x="0" y="1906"/>
                      <a:pt x="60" y="1977"/>
                      <a:pt x="155" y="1977"/>
                    </a:cubicBezTo>
                    <a:cubicBezTo>
                      <a:pt x="238" y="1977"/>
                      <a:pt x="310" y="1906"/>
                      <a:pt x="310" y="1823"/>
                    </a:cubicBezTo>
                    <a:lnTo>
                      <a:pt x="310" y="156"/>
                    </a:lnTo>
                    <a:cubicBezTo>
                      <a:pt x="310" y="72"/>
                      <a:pt x="238" y="1"/>
                      <a:pt x="1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9" name="Google Shape;4259;p59"/>
              <p:cNvSpPr/>
              <p:nvPr/>
            </p:nvSpPr>
            <p:spPr>
              <a:xfrm>
                <a:off x="2496725" y="2878150"/>
                <a:ext cx="7775" cy="49450"/>
              </a:xfrm>
              <a:custGeom>
                <a:avLst/>
                <a:gdLst/>
                <a:ahLst/>
                <a:cxnLst/>
                <a:rect l="l" t="t" r="r" b="b"/>
                <a:pathLst>
                  <a:path w="311" h="1978" extrusionOk="0">
                    <a:moveTo>
                      <a:pt x="155" y="1"/>
                    </a:moveTo>
                    <a:cubicBezTo>
                      <a:pt x="72" y="1"/>
                      <a:pt x="1" y="72"/>
                      <a:pt x="1" y="156"/>
                    </a:cubicBezTo>
                    <a:lnTo>
                      <a:pt x="1" y="1823"/>
                    </a:lnTo>
                    <a:cubicBezTo>
                      <a:pt x="1" y="1906"/>
                      <a:pt x="72" y="1977"/>
                      <a:pt x="155" y="1977"/>
                    </a:cubicBezTo>
                    <a:cubicBezTo>
                      <a:pt x="239" y="1977"/>
                      <a:pt x="310" y="1906"/>
                      <a:pt x="310" y="1823"/>
                    </a:cubicBezTo>
                    <a:lnTo>
                      <a:pt x="310" y="156"/>
                    </a:lnTo>
                    <a:cubicBezTo>
                      <a:pt x="310" y="72"/>
                      <a:pt x="239" y="1"/>
                      <a:pt x="1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0" name="Google Shape;4260;p59"/>
              <p:cNvSpPr/>
              <p:nvPr/>
            </p:nvSpPr>
            <p:spPr>
              <a:xfrm>
                <a:off x="2355350" y="2937400"/>
                <a:ext cx="120875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1406" extrusionOk="0">
                    <a:moveTo>
                      <a:pt x="465" y="0"/>
                    </a:moveTo>
                    <a:cubicBezTo>
                      <a:pt x="203" y="0"/>
                      <a:pt x="0" y="203"/>
                      <a:pt x="0" y="465"/>
                    </a:cubicBezTo>
                    <a:lnTo>
                      <a:pt x="0" y="953"/>
                    </a:lnTo>
                    <a:cubicBezTo>
                      <a:pt x="0" y="1203"/>
                      <a:pt x="203" y="1405"/>
                      <a:pt x="465" y="1405"/>
                    </a:cubicBezTo>
                    <a:lnTo>
                      <a:pt x="4370" y="1405"/>
                    </a:lnTo>
                    <a:cubicBezTo>
                      <a:pt x="4620" y="1405"/>
                      <a:pt x="4834" y="1203"/>
                      <a:pt x="4834" y="953"/>
                    </a:cubicBezTo>
                    <a:lnTo>
                      <a:pt x="4834" y="465"/>
                    </a:lnTo>
                    <a:cubicBezTo>
                      <a:pt x="4834" y="203"/>
                      <a:pt x="4620" y="0"/>
                      <a:pt x="43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1" name="Google Shape;4261;p59"/>
              <p:cNvSpPr/>
              <p:nvPr/>
            </p:nvSpPr>
            <p:spPr>
              <a:xfrm>
                <a:off x="2351475" y="2933825"/>
                <a:ext cx="128300" cy="42600"/>
              </a:xfrm>
              <a:custGeom>
                <a:avLst/>
                <a:gdLst/>
                <a:ahLst/>
                <a:cxnLst/>
                <a:rect l="l" t="t" r="r" b="b"/>
                <a:pathLst>
                  <a:path w="5132" h="1704" extrusionOk="0">
                    <a:moveTo>
                      <a:pt x="4525" y="298"/>
                    </a:moveTo>
                    <a:cubicBezTo>
                      <a:pt x="4691" y="298"/>
                      <a:pt x="4834" y="429"/>
                      <a:pt x="4834" y="608"/>
                    </a:cubicBezTo>
                    <a:lnTo>
                      <a:pt x="4834" y="1096"/>
                    </a:lnTo>
                    <a:cubicBezTo>
                      <a:pt x="4834" y="1263"/>
                      <a:pt x="4691" y="1405"/>
                      <a:pt x="4525" y="1405"/>
                    </a:cubicBezTo>
                    <a:lnTo>
                      <a:pt x="620" y="1405"/>
                    </a:lnTo>
                    <a:cubicBezTo>
                      <a:pt x="441" y="1405"/>
                      <a:pt x="298" y="1263"/>
                      <a:pt x="298" y="1096"/>
                    </a:cubicBezTo>
                    <a:lnTo>
                      <a:pt x="298" y="608"/>
                    </a:lnTo>
                    <a:cubicBezTo>
                      <a:pt x="298" y="429"/>
                      <a:pt x="441" y="298"/>
                      <a:pt x="620" y="298"/>
                    </a:cubicBezTo>
                    <a:close/>
                    <a:moveTo>
                      <a:pt x="620" y="0"/>
                    </a:moveTo>
                    <a:cubicBezTo>
                      <a:pt x="274" y="0"/>
                      <a:pt x="0" y="274"/>
                      <a:pt x="0" y="608"/>
                    </a:cubicBezTo>
                    <a:lnTo>
                      <a:pt x="0" y="1096"/>
                    </a:lnTo>
                    <a:cubicBezTo>
                      <a:pt x="0" y="1429"/>
                      <a:pt x="274" y="1703"/>
                      <a:pt x="620" y="1703"/>
                    </a:cubicBezTo>
                    <a:lnTo>
                      <a:pt x="4525" y="1703"/>
                    </a:lnTo>
                    <a:cubicBezTo>
                      <a:pt x="4858" y="1703"/>
                      <a:pt x="5132" y="1429"/>
                      <a:pt x="5132" y="1096"/>
                    </a:cubicBezTo>
                    <a:lnTo>
                      <a:pt x="5132" y="608"/>
                    </a:lnTo>
                    <a:cubicBezTo>
                      <a:pt x="5132" y="274"/>
                      <a:pt x="4858" y="0"/>
                      <a:pt x="45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2" name="Google Shape;4262;p59"/>
              <p:cNvSpPr/>
              <p:nvPr/>
            </p:nvSpPr>
            <p:spPr>
              <a:xfrm>
                <a:off x="2356525" y="2883525"/>
                <a:ext cx="387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49" h="1549" extrusionOk="0">
                    <a:moveTo>
                      <a:pt x="775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75" y="1548"/>
                    </a:cubicBezTo>
                    <a:cubicBezTo>
                      <a:pt x="1203" y="1548"/>
                      <a:pt x="1549" y="1203"/>
                      <a:pt x="1549" y="774"/>
                    </a:cubicBezTo>
                    <a:cubicBezTo>
                      <a:pt x="1549" y="346"/>
                      <a:pt x="1203" y="0"/>
                      <a:pt x="7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3" name="Google Shape;4263;p59"/>
              <p:cNvSpPr/>
              <p:nvPr/>
            </p:nvSpPr>
            <p:spPr>
              <a:xfrm>
                <a:off x="2352675" y="2879650"/>
                <a:ext cx="46450" cy="46450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858" extrusionOk="0">
                    <a:moveTo>
                      <a:pt x="929" y="298"/>
                    </a:moveTo>
                    <a:cubicBezTo>
                      <a:pt x="1274" y="298"/>
                      <a:pt x="1560" y="584"/>
                      <a:pt x="1560" y="929"/>
                    </a:cubicBezTo>
                    <a:cubicBezTo>
                      <a:pt x="1560" y="1274"/>
                      <a:pt x="1274" y="1560"/>
                      <a:pt x="929" y="1560"/>
                    </a:cubicBezTo>
                    <a:cubicBezTo>
                      <a:pt x="583" y="1560"/>
                      <a:pt x="298" y="1274"/>
                      <a:pt x="298" y="929"/>
                    </a:cubicBezTo>
                    <a:cubicBezTo>
                      <a:pt x="298" y="584"/>
                      <a:pt x="583" y="298"/>
                      <a:pt x="929" y="298"/>
                    </a:cubicBezTo>
                    <a:close/>
                    <a:moveTo>
                      <a:pt x="929" y="1"/>
                    </a:moveTo>
                    <a:cubicBezTo>
                      <a:pt x="417" y="1"/>
                      <a:pt x="0" y="417"/>
                      <a:pt x="0" y="929"/>
                    </a:cubicBezTo>
                    <a:cubicBezTo>
                      <a:pt x="0" y="1441"/>
                      <a:pt x="417" y="1858"/>
                      <a:pt x="929" y="1858"/>
                    </a:cubicBezTo>
                    <a:cubicBezTo>
                      <a:pt x="1441" y="1858"/>
                      <a:pt x="1857" y="1441"/>
                      <a:pt x="1857" y="929"/>
                    </a:cubicBezTo>
                    <a:cubicBezTo>
                      <a:pt x="1857" y="417"/>
                      <a:pt x="1441" y="1"/>
                      <a:pt x="9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4" name="Google Shape;4264;p59"/>
              <p:cNvSpPr/>
              <p:nvPr/>
            </p:nvSpPr>
            <p:spPr>
              <a:xfrm>
                <a:off x="2436000" y="2883525"/>
                <a:ext cx="39025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549" extrusionOk="0">
                    <a:moveTo>
                      <a:pt x="787" y="0"/>
                    </a:moveTo>
                    <a:cubicBezTo>
                      <a:pt x="346" y="0"/>
                      <a:pt x="1" y="346"/>
                      <a:pt x="1" y="774"/>
                    </a:cubicBezTo>
                    <a:cubicBezTo>
                      <a:pt x="1" y="1203"/>
                      <a:pt x="346" y="1548"/>
                      <a:pt x="787" y="1548"/>
                    </a:cubicBezTo>
                    <a:cubicBezTo>
                      <a:pt x="1215" y="1548"/>
                      <a:pt x="1560" y="1203"/>
                      <a:pt x="1560" y="774"/>
                    </a:cubicBezTo>
                    <a:cubicBezTo>
                      <a:pt x="1560" y="346"/>
                      <a:pt x="1215" y="0"/>
                      <a:pt x="7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5" name="Google Shape;4265;p59"/>
              <p:cNvSpPr/>
              <p:nvPr/>
            </p:nvSpPr>
            <p:spPr>
              <a:xfrm>
                <a:off x="2432425" y="2879650"/>
                <a:ext cx="46175" cy="46450"/>
              </a:xfrm>
              <a:custGeom>
                <a:avLst/>
                <a:gdLst/>
                <a:ahLst/>
                <a:cxnLst/>
                <a:rect l="l" t="t" r="r" b="b"/>
                <a:pathLst>
                  <a:path w="1847" h="1858" extrusionOk="0">
                    <a:moveTo>
                      <a:pt x="930" y="298"/>
                    </a:moveTo>
                    <a:cubicBezTo>
                      <a:pt x="1275" y="298"/>
                      <a:pt x="1549" y="584"/>
                      <a:pt x="1549" y="929"/>
                    </a:cubicBezTo>
                    <a:cubicBezTo>
                      <a:pt x="1549" y="1274"/>
                      <a:pt x="1275" y="1560"/>
                      <a:pt x="930" y="1560"/>
                    </a:cubicBezTo>
                    <a:cubicBezTo>
                      <a:pt x="572" y="1560"/>
                      <a:pt x="299" y="1274"/>
                      <a:pt x="299" y="929"/>
                    </a:cubicBezTo>
                    <a:cubicBezTo>
                      <a:pt x="299" y="584"/>
                      <a:pt x="572" y="298"/>
                      <a:pt x="930" y="298"/>
                    </a:cubicBezTo>
                    <a:close/>
                    <a:moveTo>
                      <a:pt x="930" y="1"/>
                    </a:moveTo>
                    <a:cubicBezTo>
                      <a:pt x="418" y="1"/>
                      <a:pt x="1" y="417"/>
                      <a:pt x="1" y="929"/>
                    </a:cubicBezTo>
                    <a:cubicBezTo>
                      <a:pt x="1" y="1441"/>
                      <a:pt x="418" y="1858"/>
                      <a:pt x="930" y="1858"/>
                    </a:cubicBezTo>
                    <a:cubicBezTo>
                      <a:pt x="1430" y="1858"/>
                      <a:pt x="1846" y="1441"/>
                      <a:pt x="1846" y="929"/>
                    </a:cubicBezTo>
                    <a:cubicBezTo>
                      <a:pt x="1846" y="417"/>
                      <a:pt x="1442" y="1"/>
                      <a:pt x="9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6" name="Google Shape;4266;p59"/>
              <p:cNvSpPr/>
              <p:nvPr/>
            </p:nvSpPr>
            <p:spPr>
              <a:xfrm>
                <a:off x="2377975" y="2890375"/>
                <a:ext cx="8050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22" extrusionOk="0">
                    <a:moveTo>
                      <a:pt x="155" y="0"/>
                    </a:moveTo>
                    <a:cubicBezTo>
                      <a:pt x="71" y="0"/>
                      <a:pt x="0" y="72"/>
                      <a:pt x="0" y="155"/>
                    </a:cubicBezTo>
                    <a:cubicBezTo>
                      <a:pt x="0" y="250"/>
                      <a:pt x="71" y="322"/>
                      <a:pt x="155" y="322"/>
                    </a:cubicBezTo>
                    <a:cubicBezTo>
                      <a:pt x="250" y="322"/>
                      <a:pt x="322" y="250"/>
                      <a:pt x="322" y="155"/>
                    </a:cubicBezTo>
                    <a:cubicBezTo>
                      <a:pt x="322" y="72"/>
                      <a:pt x="250" y="0"/>
                      <a:pt x="15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7" name="Google Shape;4267;p59"/>
              <p:cNvSpPr/>
              <p:nvPr/>
            </p:nvSpPr>
            <p:spPr>
              <a:xfrm>
                <a:off x="2458025" y="2890375"/>
                <a:ext cx="8075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323" h="322" extrusionOk="0">
                    <a:moveTo>
                      <a:pt x="156" y="0"/>
                    </a:moveTo>
                    <a:cubicBezTo>
                      <a:pt x="72" y="0"/>
                      <a:pt x="1" y="72"/>
                      <a:pt x="1" y="155"/>
                    </a:cubicBezTo>
                    <a:cubicBezTo>
                      <a:pt x="1" y="250"/>
                      <a:pt x="72" y="322"/>
                      <a:pt x="156" y="322"/>
                    </a:cubicBezTo>
                    <a:cubicBezTo>
                      <a:pt x="251" y="322"/>
                      <a:pt x="322" y="250"/>
                      <a:pt x="322" y="155"/>
                    </a:cubicBezTo>
                    <a:cubicBezTo>
                      <a:pt x="322" y="72"/>
                      <a:pt x="251" y="0"/>
                      <a:pt x="15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8" name="Google Shape;4268;p59"/>
              <p:cNvSpPr/>
              <p:nvPr/>
            </p:nvSpPr>
            <p:spPr>
              <a:xfrm>
                <a:off x="2329450" y="3009725"/>
                <a:ext cx="172650" cy="172075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6883" extrusionOk="0">
                    <a:moveTo>
                      <a:pt x="393" y="1"/>
                    </a:moveTo>
                    <a:cubicBezTo>
                      <a:pt x="179" y="1"/>
                      <a:pt x="0" y="179"/>
                      <a:pt x="0" y="393"/>
                    </a:cubicBezTo>
                    <a:lnTo>
                      <a:pt x="0" y="6478"/>
                    </a:lnTo>
                    <a:cubicBezTo>
                      <a:pt x="0" y="6704"/>
                      <a:pt x="179" y="6882"/>
                      <a:pt x="393" y="6882"/>
                    </a:cubicBezTo>
                    <a:lnTo>
                      <a:pt x="6501" y="6882"/>
                    </a:lnTo>
                    <a:cubicBezTo>
                      <a:pt x="6727" y="6882"/>
                      <a:pt x="6906" y="6704"/>
                      <a:pt x="6906" y="6478"/>
                    </a:cubicBezTo>
                    <a:lnTo>
                      <a:pt x="6906" y="393"/>
                    </a:lnTo>
                    <a:cubicBezTo>
                      <a:pt x="6906" y="179"/>
                      <a:pt x="6727" y="1"/>
                      <a:pt x="65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9" name="Google Shape;4269;p59"/>
              <p:cNvSpPr/>
              <p:nvPr/>
            </p:nvSpPr>
            <p:spPr>
              <a:xfrm>
                <a:off x="2387788" y="2988900"/>
                <a:ext cx="56000" cy="7150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286" extrusionOk="0">
                    <a:moveTo>
                      <a:pt x="144" y="0"/>
                    </a:moveTo>
                    <a:cubicBezTo>
                      <a:pt x="60" y="0"/>
                      <a:pt x="1" y="72"/>
                      <a:pt x="1" y="143"/>
                    </a:cubicBezTo>
                    <a:cubicBezTo>
                      <a:pt x="1" y="226"/>
                      <a:pt x="60" y="286"/>
                      <a:pt x="144" y="286"/>
                    </a:cubicBezTo>
                    <a:lnTo>
                      <a:pt x="2096" y="286"/>
                    </a:lnTo>
                    <a:cubicBezTo>
                      <a:pt x="2168" y="286"/>
                      <a:pt x="2239" y="226"/>
                      <a:pt x="2239" y="143"/>
                    </a:cubicBezTo>
                    <a:cubicBezTo>
                      <a:pt x="2239" y="72"/>
                      <a:pt x="2168" y="0"/>
                      <a:pt x="20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0" name="Google Shape;4270;p59"/>
              <p:cNvSpPr/>
              <p:nvPr/>
            </p:nvSpPr>
            <p:spPr>
              <a:xfrm>
                <a:off x="2387788" y="2999600"/>
                <a:ext cx="56000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275" extrusionOk="0">
                    <a:moveTo>
                      <a:pt x="144" y="1"/>
                    </a:moveTo>
                    <a:cubicBezTo>
                      <a:pt x="60" y="1"/>
                      <a:pt x="1" y="60"/>
                      <a:pt x="1" y="132"/>
                    </a:cubicBezTo>
                    <a:cubicBezTo>
                      <a:pt x="1" y="215"/>
                      <a:pt x="60" y="275"/>
                      <a:pt x="144" y="275"/>
                    </a:cubicBezTo>
                    <a:lnTo>
                      <a:pt x="2096" y="275"/>
                    </a:lnTo>
                    <a:cubicBezTo>
                      <a:pt x="2168" y="275"/>
                      <a:pt x="2239" y="215"/>
                      <a:pt x="2239" y="132"/>
                    </a:cubicBezTo>
                    <a:cubicBezTo>
                      <a:pt x="2239" y="60"/>
                      <a:pt x="2168" y="1"/>
                      <a:pt x="209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1" name="Google Shape;4271;p59"/>
              <p:cNvSpPr/>
              <p:nvPr/>
            </p:nvSpPr>
            <p:spPr>
              <a:xfrm>
                <a:off x="2329450" y="3032350"/>
                <a:ext cx="17265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489" extrusionOk="0">
                    <a:moveTo>
                      <a:pt x="0" y="0"/>
                    </a:moveTo>
                    <a:lnTo>
                      <a:pt x="0" y="489"/>
                    </a:lnTo>
                    <a:lnTo>
                      <a:pt x="6906" y="489"/>
                    </a:lnTo>
                    <a:lnTo>
                      <a:pt x="690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2" name="Google Shape;4272;p59"/>
              <p:cNvSpPr/>
              <p:nvPr/>
            </p:nvSpPr>
            <p:spPr>
              <a:xfrm>
                <a:off x="2329450" y="3151100"/>
                <a:ext cx="172650" cy="12250"/>
              </a:xfrm>
              <a:custGeom>
                <a:avLst/>
                <a:gdLst/>
                <a:ahLst/>
                <a:cxnLst/>
                <a:rect l="l" t="t" r="r" b="b"/>
                <a:pathLst>
                  <a:path w="6906" h="490" extrusionOk="0">
                    <a:moveTo>
                      <a:pt x="0" y="1"/>
                    </a:moveTo>
                    <a:lnTo>
                      <a:pt x="0" y="489"/>
                    </a:lnTo>
                    <a:lnTo>
                      <a:pt x="6906" y="489"/>
                    </a:lnTo>
                    <a:lnTo>
                      <a:pt x="690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3" name="Google Shape;4273;p59"/>
              <p:cNvSpPr/>
              <p:nvPr/>
            </p:nvSpPr>
            <p:spPr>
              <a:xfrm>
                <a:off x="2384225" y="3064200"/>
                <a:ext cx="62825" cy="62825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2513" extrusionOk="0">
                    <a:moveTo>
                      <a:pt x="1262" y="0"/>
                    </a:moveTo>
                    <a:cubicBezTo>
                      <a:pt x="560" y="0"/>
                      <a:pt x="0" y="572"/>
                      <a:pt x="0" y="1262"/>
                    </a:cubicBezTo>
                    <a:cubicBezTo>
                      <a:pt x="0" y="1953"/>
                      <a:pt x="560" y="2513"/>
                      <a:pt x="1262" y="2513"/>
                    </a:cubicBezTo>
                    <a:cubicBezTo>
                      <a:pt x="1953" y="2513"/>
                      <a:pt x="2512" y="1953"/>
                      <a:pt x="2512" y="1262"/>
                    </a:cubicBezTo>
                    <a:cubicBezTo>
                      <a:pt x="2512" y="572"/>
                      <a:pt x="1953" y="0"/>
                      <a:pt x="126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4" name="Google Shape;4274;p59"/>
              <p:cNvSpPr/>
              <p:nvPr/>
            </p:nvSpPr>
            <p:spPr>
              <a:xfrm>
                <a:off x="2380650" y="3060625"/>
                <a:ext cx="70275" cy="70275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2811" extrusionOk="0">
                    <a:moveTo>
                      <a:pt x="1405" y="298"/>
                    </a:moveTo>
                    <a:cubicBezTo>
                      <a:pt x="2012" y="298"/>
                      <a:pt x="2512" y="798"/>
                      <a:pt x="2512" y="1405"/>
                    </a:cubicBezTo>
                    <a:cubicBezTo>
                      <a:pt x="2512" y="2013"/>
                      <a:pt x="2012" y="2513"/>
                      <a:pt x="1405" y="2513"/>
                    </a:cubicBezTo>
                    <a:cubicBezTo>
                      <a:pt x="786" y="2513"/>
                      <a:pt x="298" y="2013"/>
                      <a:pt x="298" y="1405"/>
                    </a:cubicBezTo>
                    <a:cubicBezTo>
                      <a:pt x="298" y="798"/>
                      <a:pt x="786" y="298"/>
                      <a:pt x="1405" y="298"/>
                    </a:cubicBezTo>
                    <a:close/>
                    <a:moveTo>
                      <a:pt x="1405" y="1"/>
                    </a:moveTo>
                    <a:cubicBezTo>
                      <a:pt x="631" y="1"/>
                      <a:pt x="0" y="632"/>
                      <a:pt x="0" y="1405"/>
                    </a:cubicBezTo>
                    <a:cubicBezTo>
                      <a:pt x="0" y="2179"/>
                      <a:pt x="631" y="2810"/>
                      <a:pt x="1405" y="2810"/>
                    </a:cubicBezTo>
                    <a:cubicBezTo>
                      <a:pt x="2179" y="2810"/>
                      <a:pt x="2810" y="2179"/>
                      <a:pt x="2810" y="1405"/>
                    </a:cubicBezTo>
                    <a:cubicBezTo>
                      <a:pt x="2810" y="632"/>
                      <a:pt x="2179" y="1"/>
                      <a:pt x="140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5" name="Google Shape;4275;p59"/>
              <p:cNvSpPr/>
              <p:nvPr/>
            </p:nvSpPr>
            <p:spPr>
              <a:xfrm>
                <a:off x="2327650" y="3404725"/>
                <a:ext cx="176250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7050" h="667" extrusionOk="0">
                    <a:moveTo>
                      <a:pt x="334" y="0"/>
                    </a:moveTo>
                    <a:cubicBezTo>
                      <a:pt x="144" y="0"/>
                      <a:pt x="1" y="143"/>
                      <a:pt x="1" y="333"/>
                    </a:cubicBezTo>
                    <a:cubicBezTo>
                      <a:pt x="1" y="512"/>
                      <a:pt x="144" y="667"/>
                      <a:pt x="334" y="667"/>
                    </a:cubicBezTo>
                    <a:lnTo>
                      <a:pt x="6716" y="667"/>
                    </a:lnTo>
                    <a:cubicBezTo>
                      <a:pt x="6895" y="667"/>
                      <a:pt x="7049" y="512"/>
                      <a:pt x="7049" y="333"/>
                    </a:cubicBezTo>
                    <a:cubicBezTo>
                      <a:pt x="7049" y="143"/>
                      <a:pt x="6895" y="0"/>
                      <a:pt x="67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6" name="Google Shape;4276;p59"/>
              <p:cNvSpPr/>
              <p:nvPr/>
            </p:nvSpPr>
            <p:spPr>
              <a:xfrm>
                <a:off x="2254425" y="3320775"/>
                <a:ext cx="55400" cy="154800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6192" extrusionOk="0">
                    <a:moveTo>
                      <a:pt x="489" y="1"/>
                    </a:moveTo>
                    <a:cubicBezTo>
                      <a:pt x="215" y="1"/>
                      <a:pt x="1" y="227"/>
                      <a:pt x="1" y="489"/>
                    </a:cubicBezTo>
                    <a:lnTo>
                      <a:pt x="1" y="5704"/>
                    </a:lnTo>
                    <a:cubicBezTo>
                      <a:pt x="1" y="5966"/>
                      <a:pt x="215" y="6192"/>
                      <a:pt x="489" y="6192"/>
                    </a:cubicBezTo>
                    <a:lnTo>
                      <a:pt x="1727" y="6192"/>
                    </a:lnTo>
                    <a:cubicBezTo>
                      <a:pt x="2001" y="6192"/>
                      <a:pt x="2216" y="5966"/>
                      <a:pt x="2216" y="5704"/>
                    </a:cubicBezTo>
                    <a:lnTo>
                      <a:pt x="2216" y="489"/>
                    </a:lnTo>
                    <a:cubicBezTo>
                      <a:pt x="2216" y="227"/>
                      <a:pt x="2001" y="1"/>
                      <a:pt x="17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7" name="Google Shape;4277;p59"/>
              <p:cNvSpPr/>
              <p:nvPr/>
            </p:nvSpPr>
            <p:spPr>
              <a:xfrm>
                <a:off x="2254425" y="3444600"/>
                <a:ext cx="55400" cy="30975"/>
              </a:xfrm>
              <a:custGeom>
                <a:avLst/>
                <a:gdLst/>
                <a:ahLst/>
                <a:cxnLst/>
                <a:rect l="l" t="t" r="r" b="b"/>
                <a:pathLst>
                  <a:path w="2216" h="1239" extrusionOk="0">
                    <a:moveTo>
                      <a:pt x="1" y="1"/>
                    </a:moveTo>
                    <a:lnTo>
                      <a:pt x="1" y="751"/>
                    </a:lnTo>
                    <a:cubicBezTo>
                      <a:pt x="1" y="1013"/>
                      <a:pt x="215" y="1239"/>
                      <a:pt x="489" y="1239"/>
                    </a:cubicBezTo>
                    <a:lnTo>
                      <a:pt x="1727" y="1239"/>
                    </a:lnTo>
                    <a:cubicBezTo>
                      <a:pt x="2001" y="1239"/>
                      <a:pt x="2216" y="1013"/>
                      <a:pt x="2216" y="751"/>
                    </a:cubicBezTo>
                    <a:lnTo>
                      <a:pt x="2216" y="1"/>
                    </a:lnTo>
                    <a:cubicBezTo>
                      <a:pt x="2216" y="262"/>
                      <a:pt x="2001" y="489"/>
                      <a:pt x="1727" y="489"/>
                    </a:cubicBezTo>
                    <a:lnTo>
                      <a:pt x="489" y="489"/>
                    </a:lnTo>
                    <a:cubicBezTo>
                      <a:pt x="215" y="489"/>
                      <a:pt x="1" y="262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8" name="Google Shape;4278;p59"/>
              <p:cNvSpPr/>
              <p:nvPr/>
            </p:nvSpPr>
            <p:spPr>
              <a:xfrm>
                <a:off x="2246400" y="3306200"/>
                <a:ext cx="71450" cy="7770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3108" extrusionOk="0">
                    <a:moveTo>
                      <a:pt x="489" y="0"/>
                    </a:moveTo>
                    <a:cubicBezTo>
                      <a:pt x="215" y="0"/>
                      <a:pt x="0" y="214"/>
                      <a:pt x="0" y="488"/>
                    </a:cubicBezTo>
                    <a:lnTo>
                      <a:pt x="0" y="2608"/>
                    </a:lnTo>
                    <a:cubicBezTo>
                      <a:pt x="0" y="2881"/>
                      <a:pt x="215" y="3108"/>
                      <a:pt x="489" y="3108"/>
                    </a:cubicBezTo>
                    <a:lnTo>
                      <a:pt x="2370" y="3108"/>
                    </a:lnTo>
                    <a:cubicBezTo>
                      <a:pt x="2644" y="3108"/>
                      <a:pt x="2858" y="2881"/>
                      <a:pt x="2858" y="2608"/>
                    </a:cubicBezTo>
                    <a:lnTo>
                      <a:pt x="2858" y="488"/>
                    </a:lnTo>
                    <a:cubicBezTo>
                      <a:pt x="2858" y="214"/>
                      <a:pt x="2644" y="0"/>
                      <a:pt x="23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9" name="Google Shape;4279;p59"/>
              <p:cNvSpPr/>
              <p:nvPr/>
            </p:nvSpPr>
            <p:spPr>
              <a:xfrm>
                <a:off x="2246400" y="3339825"/>
                <a:ext cx="71450" cy="44075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1763" extrusionOk="0">
                    <a:moveTo>
                      <a:pt x="0" y="1"/>
                    </a:moveTo>
                    <a:lnTo>
                      <a:pt x="0" y="1275"/>
                    </a:lnTo>
                    <a:cubicBezTo>
                      <a:pt x="0" y="1536"/>
                      <a:pt x="215" y="1763"/>
                      <a:pt x="489" y="1763"/>
                    </a:cubicBezTo>
                    <a:lnTo>
                      <a:pt x="2370" y="1763"/>
                    </a:lnTo>
                    <a:cubicBezTo>
                      <a:pt x="2644" y="1763"/>
                      <a:pt x="2858" y="1536"/>
                      <a:pt x="2858" y="1275"/>
                    </a:cubicBezTo>
                    <a:lnTo>
                      <a:pt x="2858" y="1"/>
                    </a:lnTo>
                    <a:cubicBezTo>
                      <a:pt x="2858" y="274"/>
                      <a:pt x="2644" y="489"/>
                      <a:pt x="2370" y="489"/>
                    </a:cubicBezTo>
                    <a:lnTo>
                      <a:pt x="489" y="489"/>
                    </a:lnTo>
                    <a:cubicBezTo>
                      <a:pt x="215" y="489"/>
                      <a:pt x="0" y="274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0" name="Google Shape;4280;p59"/>
              <p:cNvSpPr/>
              <p:nvPr/>
            </p:nvSpPr>
            <p:spPr>
              <a:xfrm>
                <a:off x="2260400" y="3398750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07" y="1"/>
                    </a:moveTo>
                    <a:cubicBezTo>
                      <a:pt x="48" y="1"/>
                      <a:pt x="0" y="49"/>
                      <a:pt x="0" y="120"/>
                    </a:cubicBezTo>
                    <a:lnTo>
                      <a:pt x="0" y="2811"/>
                    </a:lnTo>
                    <a:cubicBezTo>
                      <a:pt x="0" y="2882"/>
                      <a:pt x="48" y="2930"/>
                      <a:pt x="107" y="2930"/>
                    </a:cubicBezTo>
                    <a:cubicBezTo>
                      <a:pt x="167" y="2930"/>
                      <a:pt x="226" y="2882"/>
                      <a:pt x="226" y="2811"/>
                    </a:cubicBezTo>
                    <a:lnTo>
                      <a:pt x="226" y="120"/>
                    </a:lnTo>
                    <a:cubicBezTo>
                      <a:pt x="226" y="49"/>
                      <a:pt x="167" y="1"/>
                      <a:pt x="1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1" name="Google Shape;4281;p59"/>
              <p:cNvSpPr/>
              <p:nvPr/>
            </p:nvSpPr>
            <p:spPr>
              <a:xfrm>
                <a:off x="2272900" y="3391325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19" y="0"/>
                    </a:moveTo>
                    <a:cubicBezTo>
                      <a:pt x="48" y="0"/>
                      <a:pt x="0" y="60"/>
                      <a:pt x="0" y="119"/>
                    </a:cubicBezTo>
                    <a:lnTo>
                      <a:pt x="0" y="2822"/>
                    </a:lnTo>
                    <a:cubicBezTo>
                      <a:pt x="0" y="2882"/>
                      <a:pt x="48" y="2929"/>
                      <a:pt x="119" y="2929"/>
                    </a:cubicBezTo>
                    <a:cubicBezTo>
                      <a:pt x="179" y="2929"/>
                      <a:pt x="226" y="2882"/>
                      <a:pt x="226" y="2822"/>
                    </a:cubicBezTo>
                    <a:lnTo>
                      <a:pt x="226" y="119"/>
                    </a:lnTo>
                    <a:cubicBezTo>
                      <a:pt x="226" y="48"/>
                      <a:pt x="179" y="0"/>
                      <a:pt x="1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2" name="Google Shape;4282;p59"/>
              <p:cNvSpPr/>
              <p:nvPr/>
            </p:nvSpPr>
            <p:spPr>
              <a:xfrm>
                <a:off x="2285700" y="3391325"/>
                <a:ext cx="56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930" extrusionOk="0">
                    <a:moveTo>
                      <a:pt x="107" y="0"/>
                    </a:moveTo>
                    <a:cubicBezTo>
                      <a:pt x="48" y="0"/>
                      <a:pt x="0" y="60"/>
                      <a:pt x="0" y="119"/>
                    </a:cubicBezTo>
                    <a:lnTo>
                      <a:pt x="0" y="2822"/>
                    </a:lnTo>
                    <a:cubicBezTo>
                      <a:pt x="0" y="2882"/>
                      <a:pt x="48" y="2929"/>
                      <a:pt x="107" y="2929"/>
                    </a:cubicBezTo>
                    <a:cubicBezTo>
                      <a:pt x="179" y="2929"/>
                      <a:pt x="226" y="2882"/>
                      <a:pt x="226" y="2822"/>
                    </a:cubicBezTo>
                    <a:lnTo>
                      <a:pt x="226" y="119"/>
                    </a:lnTo>
                    <a:cubicBezTo>
                      <a:pt x="226" y="48"/>
                      <a:pt x="179" y="0"/>
                      <a:pt x="1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3" name="Google Shape;4283;p59"/>
              <p:cNvSpPr/>
              <p:nvPr/>
            </p:nvSpPr>
            <p:spPr>
              <a:xfrm>
                <a:off x="2298200" y="3398750"/>
                <a:ext cx="597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239" h="2930" extrusionOk="0">
                    <a:moveTo>
                      <a:pt x="119" y="1"/>
                    </a:moveTo>
                    <a:cubicBezTo>
                      <a:pt x="60" y="1"/>
                      <a:pt x="0" y="49"/>
                      <a:pt x="0" y="120"/>
                    </a:cubicBezTo>
                    <a:lnTo>
                      <a:pt x="0" y="2811"/>
                    </a:lnTo>
                    <a:cubicBezTo>
                      <a:pt x="0" y="2882"/>
                      <a:pt x="60" y="2930"/>
                      <a:pt x="119" y="2930"/>
                    </a:cubicBezTo>
                    <a:cubicBezTo>
                      <a:pt x="179" y="2930"/>
                      <a:pt x="238" y="2882"/>
                      <a:pt x="238" y="2811"/>
                    </a:cubicBezTo>
                    <a:lnTo>
                      <a:pt x="238" y="120"/>
                    </a:lnTo>
                    <a:cubicBezTo>
                      <a:pt x="238" y="49"/>
                      <a:pt x="179" y="1"/>
                      <a:pt x="11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4" name="Google Shape;4284;p59"/>
              <p:cNvSpPr/>
              <p:nvPr/>
            </p:nvSpPr>
            <p:spPr>
              <a:xfrm>
                <a:off x="2521425" y="3320775"/>
                <a:ext cx="55700" cy="15480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6192" extrusionOk="0">
                    <a:moveTo>
                      <a:pt x="489" y="1"/>
                    </a:moveTo>
                    <a:cubicBezTo>
                      <a:pt x="227" y="1"/>
                      <a:pt x="1" y="227"/>
                      <a:pt x="1" y="489"/>
                    </a:cubicBezTo>
                    <a:lnTo>
                      <a:pt x="1" y="5704"/>
                    </a:lnTo>
                    <a:cubicBezTo>
                      <a:pt x="1" y="5966"/>
                      <a:pt x="227" y="6192"/>
                      <a:pt x="489" y="6192"/>
                    </a:cubicBezTo>
                    <a:lnTo>
                      <a:pt x="1739" y="6192"/>
                    </a:lnTo>
                    <a:cubicBezTo>
                      <a:pt x="2001" y="6192"/>
                      <a:pt x="2227" y="5966"/>
                      <a:pt x="2227" y="5704"/>
                    </a:cubicBezTo>
                    <a:lnTo>
                      <a:pt x="2227" y="489"/>
                    </a:lnTo>
                    <a:cubicBezTo>
                      <a:pt x="2227" y="227"/>
                      <a:pt x="2001" y="1"/>
                      <a:pt x="17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5" name="Google Shape;4285;p59"/>
              <p:cNvSpPr/>
              <p:nvPr/>
            </p:nvSpPr>
            <p:spPr>
              <a:xfrm>
                <a:off x="2513400" y="3306200"/>
                <a:ext cx="71750" cy="77700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3108" extrusionOk="0">
                    <a:moveTo>
                      <a:pt x="500" y="0"/>
                    </a:moveTo>
                    <a:cubicBezTo>
                      <a:pt x="227" y="0"/>
                      <a:pt x="0" y="214"/>
                      <a:pt x="0" y="488"/>
                    </a:cubicBezTo>
                    <a:lnTo>
                      <a:pt x="0" y="2608"/>
                    </a:lnTo>
                    <a:cubicBezTo>
                      <a:pt x="0" y="2881"/>
                      <a:pt x="227" y="3108"/>
                      <a:pt x="500" y="3108"/>
                    </a:cubicBezTo>
                    <a:lnTo>
                      <a:pt x="2370" y="3108"/>
                    </a:lnTo>
                    <a:cubicBezTo>
                      <a:pt x="2644" y="3108"/>
                      <a:pt x="2870" y="2881"/>
                      <a:pt x="2870" y="2608"/>
                    </a:cubicBezTo>
                    <a:lnTo>
                      <a:pt x="2870" y="488"/>
                    </a:lnTo>
                    <a:cubicBezTo>
                      <a:pt x="2870" y="214"/>
                      <a:pt x="2644" y="0"/>
                      <a:pt x="23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6" name="Google Shape;4286;p59"/>
              <p:cNvSpPr/>
              <p:nvPr/>
            </p:nvSpPr>
            <p:spPr>
              <a:xfrm>
                <a:off x="2513400" y="3339825"/>
                <a:ext cx="71475" cy="44075"/>
              </a:xfrm>
              <a:custGeom>
                <a:avLst/>
                <a:gdLst/>
                <a:ahLst/>
                <a:cxnLst/>
                <a:rect l="l" t="t" r="r" b="b"/>
                <a:pathLst>
                  <a:path w="2859" h="1763" extrusionOk="0">
                    <a:moveTo>
                      <a:pt x="2858" y="1"/>
                    </a:moveTo>
                    <a:lnTo>
                      <a:pt x="2858" y="42"/>
                    </a:lnTo>
                    <a:lnTo>
                      <a:pt x="2858" y="42"/>
                    </a:lnTo>
                    <a:cubicBezTo>
                      <a:pt x="2858" y="28"/>
                      <a:pt x="2858" y="14"/>
                      <a:pt x="2858" y="1"/>
                    </a:cubicBezTo>
                    <a:close/>
                    <a:moveTo>
                      <a:pt x="0" y="1"/>
                    </a:moveTo>
                    <a:lnTo>
                      <a:pt x="0" y="1275"/>
                    </a:lnTo>
                    <a:cubicBezTo>
                      <a:pt x="0" y="1536"/>
                      <a:pt x="227" y="1763"/>
                      <a:pt x="489" y="1763"/>
                    </a:cubicBezTo>
                    <a:lnTo>
                      <a:pt x="2370" y="1763"/>
                    </a:lnTo>
                    <a:cubicBezTo>
                      <a:pt x="2644" y="1763"/>
                      <a:pt x="2858" y="1536"/>
                      <a:pt x="2858" y="1275"/>
                    </a:cubicBezTo>
                    <a:lnTo>
                      <a:pt x="2858" y="42"/>
                    </a:lnTo>
                    <a:lnTo>
                      <a:pt x="2858" y="42"/>
                    </a:lnTo>
                    <a:cubicBezTo>
                      <a:pt x="2847" y="296"/>
                      <a:pt x="2630" y="489"/>
                      <a:pt x="2370" y="489"/>
                    </a:cubicBezTo>
                    <a:lnTo>
                      <a:pt x="489" y="489"/>
                    </a:lnTo>
                    <a:cubicBezTo>
                      <a:pt x="227" y="489"/>
                      <a:pt x="0" y="274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7" name="Google Shape;4287;p59"/>
              <p:cNvSpPr/>
              <p:nvPr/>
            </p:nvSpPr>
            <p:spPr>
              <a:xfrm>
                <a:off x="2521425" y="3391325"/>
                <a:ext cx="55700" cy="84250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3370" extrusionOk="0">
                    <a:moveTo>
                      <a:pt x="858" y="0"/>
                    </a:moveTo>
                    <a:cubicBezTo>
                      <a:pt x="799" y="0"/>
                      <a:pt x="739" y="60"/>
                      <a:pt x="739" y="119"/>
                    </a:cubicBezTo>
                    <a:lnTo>
                      <a:pt x="739" y="2620"/>
                    </a:lnTo>
                    <a:lnTo>
                      <a:pt x="489" y="2620"/>
                    </a:lnTo>
                    <a:cubicBezTo>
                      <a:pt x="477" y="2620"/>
                      <a:pt x="477" y="2608"/>
                      <a:pt x="465" y="2608"/>
                    </a:cubicBezTo>
                    <a:lnTo>
                      <a:pt x="465" y="417"/>
                    </a:lnTo>
                    <a:cubicBezTo>
                      <a:pt x="465" y="346"/>
                      <a:pt x="418" y="298"/>
                      <a:pt x="358" y="298"/>
                    </a:cubicBezTo>
                    <a:cubicBezTo>
                      <a:pt x="287" y="298"/>
                      <a:pt x="239" y="346"/>
                      <a:pt x="239" y="417"/>
                    </a:cubicBezTo>
                    <a:lnTo>
                      <a:pt x="239" y="2548"/>
                    </a:lnTo>
                    <a:cubicBezTo>
                      <a:pt x="96" y="2453"/>
                      <a:pt x="1" y="2298"/>
                      <a:pt x="1" y="2132"/>
                    </a:cubicBezTo>
                    <a:lnTo>
                      <a:pt x="1" y="2882"/>
                    </a:lnTo>
                    <a:cubicBezTo>
                      <a:pt x="1" y="3144"/>
                      <a:pt x="215" y="3370"/>
                      <a:pt x="489" y="3370"/>
                    </a:cubicBezTo>
                    <a:lnTo>
                      <a:pt x="1739" y="3370"/>
                    </a:lnTo>
                    <a:cubicBezTo>
                      <a:pt x="2001" y="3370"/>
                      <a:pt x="2227" y="3144"/>
                      <a:pt x="2227" y="2882"/>
                    </a:cubicBezTo>
                    <a:lnTo>
                      <a:pt x="2227" y="2132"/>
                    </a:lnTo>
                    <a:cubicBezTo>
                      <a:pt x="2227" y="2298"/>
                      <a:pt x="2132" y="2453"/>
                      <a:pt x="1989" y="2548"/>
                    </a:cubicBezTo>
                    <a:lnTo>
                      <a:pt x="1989" y="417"/>
                    </a:lnTo>
                    <a:cubicBezTo>
                      <a:pt x="1989" y="346"/>
                      <a:pt x="1930" y="298"/>
                      <a:pt x="1870" y="298"/>
                    </a:cubicBezTo>
                    <a:cubicBezTo>
                      <a:pt x="1811" y="298"/>
                      <a:pt x="1763" y="346"/>
                      <a:pt x="1763" y="417"/>
                    </a:cubicBezTo>
                    <a:lnTo>
                      <a:pt x="1763" y="2608"/>
                    </a:lnTo>
                    <a:cubicBezTo>
                      <a:pt x="1751" y="2608"/>
                      <a:pt x="1739" y="2620"/>
                      <a:pt x="1739" y="2620"/>
                    </a:cubicBezTo>
                    <a:lnTo>
                      <a:pt x="1477" y="2620"/>
                    </a:lnTo>
                    <a:lnTo>
                      <a:pt x="1477" y="119"/>
                    </a:lnTo>
                    <a:cubicBezTo>
                      <a:pt x="1477" y="60"/>
                      <a:pt x="1430" y="0"/>
                      <a:pt x="1370" y="0"/>
                    </a:cubicBezTo>
                    <a:cubicBezTo>
                      <a:pt x="1299" y="0"/>
                      <a:pt x="1251" y="60"/>
                      <a:pt x="1251" y="119"/>
                    </a:cubicBezTo>
                    <a:lnTo>
                      <a:pt x="1251" y="2620"/>
                    </a:lnTo>
                    <a:lnTo>
                      <a:pt x="977" y="2620"/>
                    </a:lnTo>
                    <a:lnTo>
                      <a:pt x="977" y="119"/>
                    </a:lnTo>
                    <a:cubicBezTo>
                      <a:pt x="977" y="60"/>
                      <a:pt x="918" y="0"/>
                      <a:pt x="8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8" name="Google Shape;4288;p59"/>
              <p:cNvSpPr/>
              <p:nvPr/>
            </p:nvSpPr>
            <p:spPr>
              <a:xfrm>
                <a:off x="236755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9" name="Google Shape;4289;p59"/>
              <p:cNvSpPr/>
              <p:nvPr/>
            </p:nvSpPr>
            <p:spPr>
              <a:xfrm>
                <a:off x="2389575" y="2937400"/>
                <a:ext cx="7475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9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0" name="Google Shape;4290;p59"/>
              <p:cNvSpPr/>
              <p:nvPr/>
            </p:nvSpPr>
            <p:spPr>
              <a:xfrm>
                <a:off x="241190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1" name="Google Shape;4291;p59"/>
              <p:cNvSpPr/>
              <p:nvPr/>
            </p:nvSpPr>
            <p:spPr>
              <a:xfrm>
                <a:off x="2434225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2" name="Google Shape;4292;p59"/>
              <p:cNvSpPr/>
              <p:nvPr/>
            </p:nvSpPr>
            <p:spPr>
              <a:xfrm>
                <a:off x="2456550" y="2937400"/>
                <a:ext cx="7450" cy="35150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406" extrusionOk="0">
                    <a:moveTo>
                      <a:pt x="0" y="0"/>
                    </a:moveTo>
                    <a:lnTo>
                      <a:pt x="0" y="1405"/>
                    </a:lnTo>
                    <a:lnTo>
                      <a:pt x="298" y="1405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293" name="Google Shape;4293;p59"/>
          <p:cNvGrpSpPr/>
          <p:nvPr/>
        </p:nvGrpSpPr>
        <p:grpSpPr>
          <a:xfrm>
            <a:off x="2682391" y="654563"/>
            <a:ext cx="744312" cy="221985"/>
            <a:chOff x="8652775" y="883650"/>
            <a:chExt cx="120875" cy="36050"/>
          </a:xfrm>
        </p:grpSpPr>
        <p:sp>
          <p:nvSpPr>
            <p:cNvPr id="4294" name="Google Shape;4294;p59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59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59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59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59"/>
            <p:cNvSpPr/>
            <p:nvPr/>
          </p:nvSpPr>
          <p:spPr>
            <a:xfrm>
              <a:off x="8703675" y="88662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1"/>
                  </a:moveTo>
                  <a:cubicBezTo>
                    <a:pt x="108" y="1"/>
                    <a:pt x="1" y="108"/>
                    <a:pt x="1" y="251"/>
                  </a:cubicBezTo>
                  <a:cubicBezTo>
                    <a:pt x="1" y="393"/>
                    <a:pt x="108" y="501"/>
                    <a:pt x="251" y="501"/>
                  </a:cubicBezTo>
                  <a:lnTo>
                    <a:pt x="2549" y="501"/>
                  </a:lnTo>
                  <a:cubicBezTo>
                    <a:pt x="2691" y="501"/>
                    <a:pt x="2799" y="393"/>
                    <a:pt x="2799" y="251"/>
                  </a:cubicBezTo>
                  <a:cubicBezTo>
                    <a:pt x="2799" y="108"/>
                    <a:pt x="2691" y="1"/>
                    <a:pt x="2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59"/>
            <p:cNvSpPr/>
            <p:nvPr/>
          </p:nvSpPr>
          <p:spPr>
            <a:xfrm>
              <a:off x="8703675" y="907175"/>
              <a:ext cx="69975" cy="12525"/>
            </a:xfrm>
            <a:custGeom>
              <a:avLst/>
              <a:gdLst/>
              <a:ahLst/>
              <a:cxnLst/>
              <a:rect l="l" t="t" r="r" b="b"/>
              <a:pathLst>
                <a:path w="2799" h="501" extrusionOk="0">
                  <a:moveTo>
                    <a:pt x="251" y="0"/>
                  </a:moveTo>
                  <a:cubicBezTo>
                    <a:pt x="108" y="0"/>
                    <a:pt x="1" y="107"/>
                    <a:pt x="1" y="250"/>
                  </a:cubicBezTo>
                  <a:cubicBezTo>
                    <a:pt x="1" y="393"/>
                    <a:pt x="108" y="500"/>
                    <a:pt x="251" y="500"/>
                  </a:cubicBezTo>
                  <a:lnTo>
                    <a:pt x="2549" y="500"/>
                  </a:lnTo>
                  <a:cubicBezTo>
                    <a:pt x="2691" y="500"/>
                    <a:pt x="2799" y="393"/>
                    <a:pt x="2799" y="250"/>
                  </a:cubicBezTo>
                  <a:cubicBezTo>
                    <a:pt x="2799" y="107"/>
                    <a:pt x="2691" y="0"/>
                    <a:pt x="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00" name="Google Shape;4300;p59"/>
          <p:cNvGrpSpPr/>
          <p:nvPr/>
        </p:nvGrpSpPr>
        <p:grpSpPr>
          <a:xfrm>
            <a:off x="1577854" y="2793700"/>
            <a:ext cx="234762" cy="218290"/>
            <a:chOff x="8652775" y="883650"/>
            <a:chExt cx="38125" cy="35450"/>
          </a:xfrm>
        </p:grpSpPr>
        <p:sp>
          <p:nvSpPr>
            <p:cNvPr id="4301" name="Google Shape;4301;p59"/>
            <p:cNvSpPr/>
            <p:nvPr/>
          </p:nvSpPr>
          <p:spPr>
            <a:xfrm>
              <a:off x="8676900" y="883650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0"/>
                  </a:moveTo>
                  <a:cubicBezTo>
                    <a:pt x="119" y="0"/>
                    <a:pt x="0" y="131"/>
                    <a:pt x="0" y="286"/>
                  </a:cubicBezTo>
                  <a:cubicBezTo>
                    <a:pt x="0" y="441"/>
                    <a:pt x="119" y="560"/>
                    <a:pt x="274" y="560"/>
                  </a:cubicBezTo>
                  <a:cubicBezTo>
                    <a:pt x="429" y="560"/>
                    <a:pt x="560" y="441"/>
                    <a:pt x="560" y="286"/>
                  </a:cubicBezTo>
                  <a:cubicBezTo>
                    <a:pt x="560" y="131"/>
                    <a:pt x="429" y="0"/>
                    <a:pt x="2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59"/>
            <p:cNvSpPr/>
            <p:nvPr/>
          </p:nvSpPr>
          <p:spPr>
            <a:xfrm>
              <a:off x="8676900" y="905075"/>
              <a:ext cx="14000" cy="14025"/>
            </a:xfrm>
            <a:custGeom>
              <a:avLst/>
              <a:gdLst/>
              <a:ahLst/>
              <a:cxnLst/>
              <a:rect l="l" t="t" r="r" b="b"/>
              <a:pathLst>
                <a:path w="560" h="561" extrusionOk="0">
                  <a:moveTo>
                    <a:pt x="274" y="1"/>
                  </a:moveTo>
                  <a:cubicBezTo>
                    <a:pt x="119" y="1"/>
                    <a:pt x="0" y="120"/>
                    <a:pt x="0" y="275"/>
                  </a:cubicBezTo>
                  <a:cubicBezTo>
                    <a:pt x="0" y="429"/>
                    <a:pt x="119" y="560"/>
                    <a:pt x="274" y="560"/>
                  </a:cubicBezTo>
                  <a:cubicBezTo>
                    <a:pt x="429" y="560"/>
                    <a:pt x="560" y="429"/>
                    <a:pt x="560" y="275"/>
                  </a:cubicBezTo>
                  <a:cubicBezTo>
                    <a:pt x="560" y="120"/>
                    <a:pt x="429" y="1"/>
                    <a:pt x="2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59"/>
            <p:cNvSpPr/>
            <p:nvPr/>
          </p:nvSpPr>
          <p:spPr>
            <a:xfrm>
              <a:off x="8652775" y="883650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0"/>
                  </a:moveTo>
                  <a:cubicBezTo>
                    <a:pt x="132" y="0"/>
                    <a:pt x="1" y="131"/>
                    <a:pt x="1" y="286"/>
                  </a:cubicBezTo>
                  <a:cubicBezTo>
                    <a:pt x="1" y="441"/>
                    <a:pt x="132" y="560"/>
                    <a:pt x="286" y="560"/>
                  </a:cubicBezTo>
                  <a:cubicBezTo>
                    <a:pt x="441" y="560"/>
                    <a:pt x="560" y="441"/>
                    <a:pt x="560" y="286"/>
                  </a:cubicBezTo>
                  <a:cubicBezTo>
                    <a:pt x="560" y="131"/>
                    <a:pt x="441" y="0"/>
                    <a:pt x="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59"/>
            <p:cNvSpPr/>
            <p:nvPr/>
          </p:nvSpPr>
          <p:spPr>
            <a:xfrm>
              <a:off x="8652775" y="905075"/>
              <a:ext cx="14025" cy="14025"/>
            </a:xfrm>
            <a:custGeom>
              <a:avLst/>
              <a:gdLst/>
              <a:ahLst/>
              <a:cxnLst/>
              <a:rect l="l" t="t" r="r" b="b"/>
              <a:pathLst>
                <a:path w="561" h="561" extrusionOk="0">
                  <a:moveTo>
                    <a:pt x="286" y="1"/>
                  </a:moveTo>
                  <a:cubicBezTo>
                    <a:pt x="132" y="1"/>
                    <a:pt x="1" y="120"/>
                    <a:pt x="1" y="275"/>
                  </a:cubicBezTo>
                  <a:cubicBezTo>
                    <a:pt x="1" y="429"/>
                    <a:pt x="132" y="560"/>
                    <a:pt x="286" y="560"/>
                  </a:cubicBezTo>
                  <a:cubicBezTo>
                    <a:pt x="441" y="560"/>
                    <a:pt x="560" y="429"/>
                    <a:pt x="560" y="275"/>
                  </a:cubicBezTo>
                  <a:cubicBezTo>
                    <a:pt x="560" y="120"/>
                    <a:pt x="441" y="1"/>
                    <a:pt x="2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Rectangle 2"/>
          <p:cNvSpPr/>
          <p:nvPr/>
        </p:nvSpPr>
        <p:spPr>
          <a:xfrm>
            <a:off x="4282058" y="3631365"/>
            <a:ext cx="3890342" cy="10118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5" name="Google Shape;4305;p59"/>
          <p:cNvSpPr txBox="1">
            <a:spLocks noGrp="1"/>
          </p:cNvSpPr>
          <p:nvPr>
            <p:ph type="title"/>
          </p:nvPr>
        </p:nvSpPr>
        <p:spPr>
          <a:xfrm>
            <a:off x="4413400" y="3620940"/>
            <a:ext cx="3759000" cy="9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manoid Robot Project Proposal by Slidesgo">
  <a:themeElements>
    <a:clrScheme name="Simple Light">
      <a:dk1>
        <a:srgbClr val="2B3436"/>
      </a:dk1>
      <a:lt1>
        <a:srgbClr val="D8E6EF"/>
      </a:lt1>
      <a:dk2>
        <a:srgbClr val="C6DCEB"/>
      </a:dk2>
      <a:lt2>
        <a:srgbClr val="516F86"/>
      </a:lt2>
      <a:accent1>
        <a:srgbClr val="86B5D8"/>
      </a:accent1>
      <a:accent2>
        <a:srgbClr val="5D91B7"/>
      </a:accent2>
      <a:accent3>
        <a:srgbClr val="ACC9C8"/>
      </a:accent3>
      <a:accent4>
        <a:srgbClr val="96B1B0"/>
      </a:accent4>
      <a:accent5>
        <a:srgbClr val="37555A"/>
      </a:accent5>
      <a:accent6>
        <a:srgbClr val="FFFFFF"/>
      </a:accent6>
      <a:hlink>
        <a:srgbClr val="2B34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1575</TotalTime>
  <Words>262</Words>
  <Application>Microsoft Office PowerPoint</Application>
  <PresentationFormat>On-screen Show (16:9)</PresentationFormat>
  <Paragraphs>53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Roboto</vt:lpstr>
      <vt:lpstr>Inter</vt:lpstr>
      <vt:lpstr>Humanoid Robot Project Proposal by Slidesgo</vt:lpstr>
      <vt:lpstr>Fire fighting Arduino Robot</vt:lpstr>
      <vt:lpstr>Table of contents</vt:lpstr>
      <vt:lpstr>components</vt:lpstr>
      <vt:lpstr>Water Pump</vt:lpstr>
      <vt:lpstr>Water Pump</vt:lpstr>
      <vt:lpstr>CIRCUIT</vt:lpstr>
      <vt:lpstr>What we are working on</vt:lpstr>
      <vt:lpstr>The code</vt:lpstr>
      <vt:lpstr>PINS DEFFENTIONS</vt:lpstr>
      <vt:lpstr>inMode sets each Arduino pin as INPUT (to read sensors) or OUTPUT (to control motors/pump).  Motor pins = OUTPUT.  trigPin = OUTPUT (sends pulse). echoPin = INPUT (receives pulse). myservo.attach() connects the servo to its control pin. Serial.begin() starts the Serial Monitor for printing values. </vt:lpstr>
      <vt:lpstr>Trigger: LOW → HIGH → LOW with a 10 microsecond pulse. pulseIn: measures the duration for which echo stayed HIGH.  </vt:lpstr>
      <vt:lpstr>Trigger: LOW → HIGH → LOW with a 10 microsecond pulse. pulseIn: measures the duration for which echo stayed HIGH.  </vt:lpstr>
      <vt:lpstr>Each motor has two pins: HIGH + LOW → moves forward LOW + HIGH → moves backward LOW + LOW → stops analogWrite: to control speed (0–255).   </vt:lpstr>
      <vt:lpstr>Set all pins LOW → no current → no movement. </vt:lpstr>
      <vt:lpstr>Read flame and distance sensors.  If flame detected → stop, aim servo,  turn on pump for 2 seconds.  If obstacle detected → stop and move backward briefly.  Otherwise → move forward.  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 fighting Arduino Robot</dc:title>
  <dc:creator>adel nathan</dc:creator>
  <cp:lastModifiedBy>adel nathan</cp:lastModifiedBy>
  <cp:revision>18</cp:revision>
  <dcterms:modified xsi:type="dcterms:W3CDTF">2025-12-12T19:37:00Z</dcterms:modified>
</cp:coreProperties>
</file>